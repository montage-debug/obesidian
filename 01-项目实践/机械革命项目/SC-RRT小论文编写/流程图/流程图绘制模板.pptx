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62" r:id="rId4"/>
    <p:sldId id="258" r:id="rId5"/>
    <p:sldId id="268" r:id="rId6"/>
    <p:sldId id="271" r:id="rId7"/>
    <p:sldId id="270" r:id="rId8"/>
  </p:sldIdLst>
  <p:sldSz cx="10043795" cy="7378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863D"/>
    <a:srgbClr val="ACD4D7"/>
    <a:srgbClr val="91F2EE"/>
    <a:srgbClr val="C0F1FD"/>
    <a:srgbClr val="438283"/>
    <a:srgbClr val="D0FCFD"/>
    <a:srgbClr val="BBDDDF"/>
    <a:srgbClr val="10AEB0"/>
    <a:srgbClr val="9BD4CE"/>
    <a:srgbClr val="C1DF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3936" autoAdjust="0"/>
  </p:normalViewPr>
  <p:slideViewPr>
    <p:cSldViewPr snapToGrid="0">
      <p:cViewPr>
        <p:scale>
          <a:sx n="150" d="100"/>
          <a:sy n="150" d="100"/>
        </p:scale>
        <p:origin x="372" y="-2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3309" y="1207579"/>
            <a:ext cx="8537496" cy="2568881"/>
          </a:xfrm>
        </p:spPr>
        <p:txBody>
          <a:bodyPr anchor="b"/>
          <a:lstStyle>
            <a:lvl1pPr algn="ctr">
              <a:defRPr sz="645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5514" y="3875526"/>
            <a:ext cx="7533085" cy="1781477"/>
          </a:xfrm>
        </p:spPr>
        <p:txBody>
          <a:bodyPr/>
          <a:lstStyle>
            <a:lvl1pPr marL="0" indent="0" algn="ctr">
              <a:buNone/>
              <a:defRPr sz="2580"/>
            </a:lvl1pPr>
            <a:lvl2pPr marL="492125" indent="0" algn="ctr">
              <a:buNone/>
              <a:defRPr sz="2150"/>
            </a:lvl2pPr>
            <a:lvl3pPr marL="983615" indent="0" algn="ctr">
              <a:buNone/>
              <a:defRPr sz="1935"/>
            </a:lvl3pPr>
            <a:lvl4pPr marL="1475740" indent="0" algn="ctr">
              <a:buNone/>
              <a:defRPr sz="1720"/>
            </a:lvl4pPr>
            <a:lvl5pPr marL="1967865" indent="0" algn="ctr">
              <a:buNone/>
              <a:defRPr sz="1720"/>
            </a:lvl5pPr>
            <a:lvl6pPr marL="2459355" indent="0" algn="ctr">
              <a:buNone/>
              <a:defRPr sz="1720"/>
            </a:lvl6pPr>
            <a:lvl7pPr marL="2951480" indent="0" algn="ctr">
              <a:buNone/>
              <a:defRPr sz="1720"/>
            </a:lvl7pPr>
            <a:lvl8pPr marL="3443605" indent="0" algn="ctr">
              <a:buNone/>
              <a:defRPr sz="1720"/>
            </a:lvl8pPr>
            <a:lvl9pPr marL="3935095" indent="0" algn="ctr">
              <a:buNone/>
              <a:defRPr sz="172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02" y="1839553"/>
            <a:ext cx="8663047" cy="3069334"/>
          </a:xfrm>
        </p:spPr>
        <p:txBody>
          <a:bodyPr anchor="b"/>
          <a:lstStyle>
            <a:lvl1pPr>
              <a:defRPr sz="645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02" y="4937924"/>
            <a:ext cx="8663047" cy="1614090"/>
          </a:xfrm>
        </p:spPr>
        <p:txBody>
          <a:bodyPr/>
          <a:lstStyle>
            <a:lvl1pPr marL="0" indent="0">
              <a:buNone/>
              <a:defRPr sz="2580">
                <a:solidFill>
                  <a:schemeClr val="tx1"/>
                </a:solidFill>
              </a:defRPr>
            </a:lvl1pPr>
            <a:lvl2pPr marL="492125" indent="0">
              <a:buNone/>
              <a:defRPr sz="2150">
                <a:solidFill>
                  <a:schemeClr val="tx1">
                    <a:tint val="75000"/>
                  </a:schemeClr>
                </a:solidFill>
              </a:defRPr>
            </a:lvl2pPr>
            <a:lvl3pPr marL="983615" indent="0">
              <a:buNone/>
              <a:defRPr sz="1935">
                <a:solidFill>
                  <a:schemeClr val="tx1">
                    <a:tint val="75000"/>
                  </a:schemeClr>
                </a:solidFill>
              </a:defRPr>
            </a:lvl3pPr>
            <a:lvl4pPr marL="1475740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4pPr>
            <a:lvl5pPr marL="1967865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5pPr>
            <a:lvl6pPr marL="2459355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6pPr>
            <a:lvl7pPr marL="2951480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7pPr>
            <a:lvl8pPr marL="3443605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8pPr>
            <a:lvl9pPr marL="3935095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0533" y="1964237"/>
            <a:ext cx="4268748" cy="46817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4832" y="1964237"/>
            <a:ext cx="4268748" cy="46817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841" y="392849"/>
            <a:ext cx="8663047" cy="142620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842" y="1808807"/>
            <a:ext cx="4249130" cy="886468"/>
          </a:xfrm>
        </p:spPr>
        <p:txBody>
          <a:bodyPr anchor="b"/>
          <a:lstStyle>
            <a:lvl1pPr marL="0" indent="0">
              <a:buNone/>
              <a:defRPr sz="2580" b="1"/>
            </a:lvl1pPr>
            <a:lvl2pPr marL="492125" indent="0">
              <a:buNone/>
              <a:defRPr sz="2150" b="1"/>
            </a:lvl2pPr>
            <a:lvl3pPr marL="983615" indent="0">
              <a:buNone/>
              <a:defRPr sz="1935" b="1"/>
            </a:lvl3pPr>
            <a:lvl4pPr marL="1475740" indent="0">
              <a:buNone/>
              <a:defRPr sz="1720" b="1"/>
            </a:lvl4pPr>
            <a:lvl5pPr marL="1967865" indent="0">
              <a:buNone/>
              <a:defRPr sz="1720" b="1"/>
            </a:lvl5pPr>
            <a:lvl6pPr marL="2459355" indent="0">
              <a:buNone/>
              <a:defRPr sz="1720" b="1"/>
            </a:lvl6pPr>
            <a:lvl7pPr marL="2951480" indent="0">
              <a:buNone/>
              <a:defRPr sz="1720" b="1"/>
            </a:lvl7pPr>
            <a:lvl8pPr marL="3443605" indent="0">
              <a:buNone/>
              <a:defRPr sz="1720" b="1"/>
            </a:lvl8pPr>
            <a:lvl9pPr marL="3935095" indent="0">
              <a:buNone/>
              <a:defRPr sz="172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1842" y="2695275"/>
            <a:ext cx="4249130" cy="39643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4833" y="1808807"/>
            <a:ext cx="4270056" cy="886468"/>
          </a:xfrm>
        </p:spPr>
        <p:txBody>
          <a:bodyPr anchor="b"/>
          <a:lstStyle>
            <a:lvl1pPr marL="0" indent="0">
              <a:buNone/>
              <a:defRPr sz="2580" b="1"/>
            </a:lvl1pPr>
            <a:lvl2pPr marL="492125" indent="0">
              <a:buNone/>
              <a:defRPr sz="2150" b="1"/>
            </a:lvl2pPr>
            <a:lvl3pPr marL="983615" indent="0">
              <a:buNone/>
              <a:defRPr sz="1935" b="1"/>
            </a:lvl3pPr>
            <a:lvl4pPr marL="1475740" indent="0">
              <a:buNone/>
              <a:defRPr sz="1720" b="1"/>
            </a:lvl4pPr>
            <a:lvl5pPr marL="1967865" indent="0">
              <a:buNone/>
              <a:defRPr sz="1720" b="1"/>
            </a:lvl5pPr>
            <a:lvl6pPr marL="2459355" indent="0">
              <a:buNone/>
              <a:defRPr sz="1720" b="1"/>
            </a:lvl6pPr>
            <a:lvl7pPr marL="2951480" indent="0">
              <a:buNone/>
              <a:defRPr sz="1720" b="1"/>
            </a:lvl7pPr>
            <a:lvl8pPr marL="3443605" indent="0">
              <a:buNone/>
              <a:defRPr sz="1720" b="1"/>
            </a:lvl8pPr>
            <a:lvl9pPr marL="3935095" indent="0">
              <a:buNone/>
              <a:defRPr sz="172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4833" y="2695275"/>
            <a:ext cx="4270056" cy="39643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841" y="491913"/>
            <a:ext cx="3239488" cy="1721697"/>
          </a:xfrm>
        </p:spPr>
        <p:txBody>
          <a:bodyPr anchor="b"/>
          <a:lstStyle>
            <a:lvl1pPr>
              <a:defRPr sz="34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0056" y="1062398"/>
            <a:ext cx="5084832" cy="5243659"/>
          </a:xfrm>
        </p:spPr>
        <p:txBody>
          <a:bodyPr/>
          <a:lstStyle>
            <a:lvl1pPr>
              <a:defRPr sz="3445"/>
            </a:lvl1pPr>
            <a:lvl2pPr>
              <a:defRPr sz="3015"/>
            </a:lvl2pPr>
            <a:lvl3pPr>
              <a:defRPr sz="2580"/>
            </a:lvl3pPr>
            <a:lvl4pPr>
              <a:defRPr sz="2150"/>
            </a:lvl4pPr>
            <a:lvl5pPr>
              <a:defRPr sz="2150"/>
            </a:lvl5pPr>
            <a:lvl6pPr>
              <a:defRPr sz="2150"/>
            </a:lvl6pPr>
            <a:lvl7pPr>
              <a:defRPr sz="2150"/>
            </a:lvl7pPr>
            <a:lvl8pPr>
              <a:defRPr sz="2150"/>
            </a:lvl8pPr>
            <a:lvl9pPr>
              <a:defRPr sz="21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1841" y="2213610"/>
            <a:ext cx="3239488" cy="4100986"/>
          </a:xfrm>
        </p:spPr>
        <p:txBody>
          <a:bodyPr/>
          <a:lstStyle>
            <a:lvl1pPr marL="0" indent="0">
              <a:buNone/>
              <a:defRPr sz="1720"/>
            </a:lvl1pPr>
            <a:lvl2pPr marL="492125" indent="0">
              <a:buNone/>
              <a:defRPr sz="1505"/>
            </a:lvl2pPr>
            <a:lvl3pPr marL="983615" indent="0">
              <a:buNone/>
              <a:defRPr sz="1290"/>
            </a:lvl3pPr>
            <a:lvl4pPr marL="1475740" indent="0">
              <a:buNone/>
              <a:defRPr sz="1075"/>
            </a:lvl4pPr>
            <a:lvl5pPr marL="1967865" indent="0">
              <a:buNone/>
              <a:defRPr sz="1075"/>
            </a:lvl5pPr>
            <a:lvl6pPr marL="2459355" indent="0">
              <a:buNone/>
              <a:defRPr sz="1075"/>
            </a:lvl6pPr>
            <a:lvl7pPr marL="2951480" indent="0">
              <a:buNone/>
              <a:defRPr sz="1075"/>
            </a:lvl7pPr>
            <a:lvl8pPr marL="3443605" indent="0">
              <a:buNone/>
              <a:defRPr sz="1075"/>
            </a:lvl8pPr>
            <a:lvl9pPr marL="3935095" indent="0">
              <a:buNone/>
              <a:defRPr sz="10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841" y="491913"/>
            <a:ext cx="3239488" cy="1721697"/>
          </a:xfrm>
        </p:spPr>
        <p:txBody>
          <a:bodyPr anchor="b"/>
          <a:lstStyle>
            <a:lvl1pPr>
              <a:defRPr sz="34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0056" y="1062398"/>
            <a:ext cx="5084832" cy="5243659"/>
          </a:xfrm>
        </p:spPr>
        <p:txBody>
          <a:bodyPr anchor="t"/>
          <a:lstStyle>
            <a:lvl1pPr marL="0" indent="0">
              <a:buNone/>
              <a:defRPr sz="3445"/>
            </a:lvl1pPr>
            <a:lvl2pPr marL="492125" indent="0">
              <a:buNone/>
              <a:defRPr sz="3015"/>
            </a:lvl2pPr>
            <a:lvl3pPr marL="983615" indent="0">
              <a:buNone/>
              <a:defRPr sz="2580"/>
            </a:lvl3pPr>
            <a:lvl4pPr marL="1475740" indent="0">
              <a:buNone/>
              <a:defRPr sz="2150"/>
            </a:lvl4pPr>
            <a:lvl5pPr marL="1967865" indent="0">
              <a:buNone/>
              <a:defRPr sz="2150"/>
            </a:lvl5pPr>
            <a:lvl6pPr marL="2459355" indent="0">
              <a:buNone/>
              <a:defRPr sz="2150"/>
            </a:lvl6pPr>
            <a:lvl7pPr marL="2951480" indent="0">
              <a:buNone/>
              <a:defRPr sz="2150"/>
            </a:lvl7pPr>
            <a:lvl8pPr marL="3443605" indent="0">
              <a:buNone/>
              <a:defRPr sz="2150"/>
            </a:lvl8pPr>
            <a:lvl9pPr marL="3935095" indent="0">
              <a:buNone/>
              <a:defRPr sz="21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1841" y="2213610"/>
            <a:ext cx="3239488" cy="4100986"/>
          </a:xfrm>
        </p:spPr>
        <p:txBody>
          <a:bodyPr/>
          <a:lstStyle>
            <a:lvl1pPr marL="0" indent="0">
              <a:buNone/>
              <a:defRPr sz="1720"/>
            </a:lvl1pPr>
            <a:lvl2pPr marL="492125" indent="0">
              <a:buNone/>
              <a:defRPr sz="1505"/>
            </a:lvl2pPr>
            <a:lvl3pPr marL="983615" indent="0">
              <a:buNone/>
              <a:defRPr sz="1290"/>
            </a:lvl3pPr>
            <a:lvl4pPr marL="1475740" indent="0">
              <a:buNone/>
              <a:defRPr sz="1075"/>
            </a:lvl4pPr>
            <a:lvl5pPr marL="1967865" indent="0">
              <a:buNone/>
              <a:defRPr sz="1075"/>
            </a:lvl5pPr>
            <a:lvl6pPr marL="2459355" indent="0">
              <a:buNone/>
              <a:defRPr sz="1075"/>
            </a:lvl6pPr>
            <a:lvl7pPr marL="2951480" indent="0">
              <a:buNone/>
              <a:defRPr sz="1075"/>
            </a:lvl7pPr>
            <a:lvl8pPr marL="3443605" indent="0">
              <a:buNone/>
              <a:defRPr sz="1075"/>
            </a:lvl8pPr>
            <a:lvl9pPr marL="3935095" indent="0">
              <a:buNone/>
              <a:defRPr sz="10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7819" y="392848"/>
            <a:ext cx="2165762" cy="625310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0533" y="392848"/>
            <a:ext cx="6371734" cy="625310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0533" y="392849"/>
            <a:ext cx="8663047" cy="142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0533" y="1964237"/>
            <a:ext cx="8663047" cy="4681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0533" y="6838964"/>
            <a:ext cx="2259925" cy="3928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27113" y="6838964"/>
            <a:ext cx="3389888" cy="3928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3655" y="6838964"/>
            <a:ext cx="2259925" cy="3928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83615" rtl="0" eaLnBrk="1" latinLnBrk="0" hangingPunct="1">
        <a:lnSpc>
          <a:spcPct val="90000"/>
        </a:lnSpc>
        <a:spcBef>
          <a:spcPct val="0"/>
        </a:spcBef>
        <a:buNone/>
        <a:defRPr sz="47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5745" indent="-245745" algn="l" defTabSz="983615" rtl="0" eaLnBrk="1" latinLnBrk="0" hangingPunct="1">
        <a:lnSpc>
          <a:spcPct val="90000"/>
        </a:lnSpc>
        <a:spcBef>
          <a:spcPts val="1075"/>
        </a:spcBef>
        <a:buFont typeface="Arial" panose="020B0604020202020204" pitchFamily="34" charset="0"/>
        <a:buChar char="•"/>
        <a:defRPr sz="3015" kern="1200">
          <a:solidFill>
            <a:schemeClr val="tx1"/>
          </a:solidFill>
          <a:latin typeface="+mn-lt"/>
          <a:ea typeface="+mn-ea"/>
          <a:cs typeface="+mn-cs"/>
        </a:defRPr>
      </a:lvl1pPr>
      <a:lvl2pPr marL="737870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580" kern="1200">
          <a:solidFill>
            <a:schemeClr val="tx1"/>
          </a:solidFill>
          <a:latin typeface="+mn-lt"/>
          <a:ea typeface="+mn-ea"/>
          <a:cs typeface="+mn-cs"/>
        </a:defRPr>
      </a:lvl2pPr>
      <a:lvl3pPr marL="1229995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150" kern="1200">
          <a:solidFill>
            <a:schemeClr val="tx1"/>
          </a:solidFill>
          <a:latin typeface="+mn-lt"/>
          <a:ea typeface="+mn-ea"/>
          <a:cs typeface="+mn-cs"/>
        </a:defRPr>
      </a:lvl3pPr>
      <a:lvl4pPr marL="1721485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35" kern="1200">
          <a:solidFill>
            <a:schemeClr val="tx1"/>
          </a:solidFill>
          <a:latin typeface="+mn-lt"/>
          <a:ea typeface="+mn-ea"/>
          <a:cs typeface="+mn-cs"/>
        </a:defRPr>
      </a:lvl4pPr>
      <a:lvl5pPr marL="2213610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35" kern="1200">
          <a:solidFill>
            <a:schemeClr val="tx1"/>
          </a:solidFill>
          <a:latin typeface="+mn-lt"/>
          <a:ea typeface="+mn-ea"/>
          <a:cs typeface="+mn-cs"/>
        </a:defRPr>
      </a:lvl5pPr>
      <a:lvl6pPr marL="2705735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35" kern="1200">
          <a:solidFill>
            <a:schemeClr val="tx1"/>
          </a:solidFill>
          <a:latin typeface="+mn-lt"/>
          <a:ea typeface="+mn-ea"/>
          <a:cs typeface="+mn-cs"/>
        </a:defRPr>
      </a:lvl6pPr>
      <a:lvl7pPr marL="3197225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35" kern="1200">
          <a:solidFill>
            <a:schemeClr val="tx1"/>
          </a:solidFill>
          <a:latin typeface="+mn-lt"/>
          <a:ea typeface="+mn-ea"/>
          <a:cs typeface="+mn-cs"/>
        </a:defRPr>
      </a:lvl7pPr>
      <a:lvl8pPr marL="3689350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35" kern="1200">
          <a:solidFill>
            <a:schemeClr val="tx1"/>
          </a:solidFill>
          <a:latin typeface="+mn-lt"/>
          <a:ea typeface="+mn-ea"/>
          <a:cs typeface="+mn-cs"/>
        </a:defRPr>
      </a:lvl8pPr>
      <a:lvl9pPr marL="4181475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1pPr>
      <a:lvl2pPr marL="492125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2pPr>
      <a:lvl3pPr marL="983615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3pPr>
      <a:lvl4pPr marL="1475740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4pPr>
      <a:lvl5pPr marL="1967865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5pPr>
      <a:lvl6pPr marL="2459355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6pPr>
      <a:lvl7pPr marL="2951480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7pPr>
      <a:lvl8pPr marL="3443605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8pPr>
      <a:lvl9pPr marL="3935095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7" Type="http://schemas.openxmlformats.org/officeDocument/2006/relationships/vmlDrawing" Target="../drawings/vmlDrawing1.vml"/><Relationship Id="rId36" Type="http://schemas.openxmlformats.org/officeDocument/2006/relationships/slideLayout" Target="../slideLayouts/slideLayout2.xml"/><Relationship Id="rId35" Type="http://schemas.openxmlformats.org/officeDocument/2006/relationships/image" Target="../media/image12.png"/><Relationship Id="rId34" Type="http://schemas.openxmlformats.org/officeDocument/2006/relationships/image" Target="../media/image11.png"/><Relationship Id="rId33" Type="http://schemas.openxmlformats.org/officeDocument/2006/relationships/image" Target="../media/image10.png"/><Relationship Id="rId32" Type="http://schemas.openxmlformats.org/officeDocument/2006/relationships/image" Target="../media/image9.png"/><Relationship Id="rId31" Type="http://schemas.openxmlformats.org/officeDocument/2006/relationships/image" Target="../media/image8.wmf"/><Relationship Id="rId30" Type="http://schemas.openxmlformats.org/officeDocument/2006/relationships/oleObject" Target="../embeddings/oleObject6.bin"/><Relationship Id="rId3" Type="http://schemas.openxmlformats.org/officeDocument/2006/relationships/image" Target="../media/image2.png"/><Relationship Id="rId29" Type="http://schemas.openxmlformats.org/officeDocument/2006/relationships/image" Target="../media/image7.wmf"/><Relationship Id="rId28" Type="http://schemas.openxmlformats.org/officeDocument/2006/relationships/oleObject" Target="../embeddings/oleObject5.bin"/><Relationship Id="rId27" Type="http://schemas.openxmlformats.org/officeDocument/2006/relationships/tags" Target="../tags/tag17.xml"/><Relationship Id="rId26" Type="http://schemas.openxmlformats.org/officeDocument/2006/relationships/tags" Target="../tags/tag16.xml"/><Relationship Id="rId25" Type="http://schemas.openxmlformats.org/officeDocument/2006/relationships/tags" Target="../tags/tag15.xml"/><Relationship Id="rId24" Type="http://schemas.openxmlformats.org/officeDocument/2006/relationships/tags" Target="../tags/tag14.xml"/><Relationship Id="rId23" Type="http://schemas.openxmlformats.org/officeDocument/2006/relationships/tags" Target="../tags/tag13.xml"/><Relationship Id="rId22" Type="http://schemas.openxmlformats.org/officeDocument/2006/relationships/tags" Target="../tags/tag12.xml"/><Relationship Id="rId21" Type="http://schemas.openxmlformats.org/officeDocument/2006/relationships/tags" Target="../tags/tag11.xml"/><Relationship Id="rId20" Type="http://schemas.openxmlformats.org/officeDocument/2006/relationships/image" Target="../media/image6.wmf"/><Relationship Id="rId2" Type="http://schemas.openxmlformats.org/officeDocument/2006/relationships/tags" Target="../tags/tag1.xml"/><Relationship Id="rId19" Type="http://schemas.openxmlformats.org/officeDocument/2006/relationships/oleObject" Target="../embeddings/oleObject4.bin"/><Relationship Id="rId18" Type="http://schemas.openxmlformats.org/officeDocument/2006/relationships/tags" Target="../tags/tag10.xml"/><Relationship Id="rId17" Type="http://schemas.openxmlformats.org/officeDocument/2006/relationships/image" Target="../media/image5.wmf"/><Relationship Id="rId16" Type="http://schemas.openxmlformats.org/officeDocument/2006/relationships/oleObject" Target="../embeddings/oleObject3.bin"/><Relationship Id="rId15" Type="http://schemas.openxmlformats.org/officeDocument/2006/relationships/tags" Target="../tags/tag9.xml"/><Relationship Id="rId14" Type="http://schemas.openxmlformats.org/officeDocument/2006/relationships/image" Target="../media/image4.wmf"/><Relationship Id="rId13" Type="http://schemas.openxmlformats.org/officeDocument/2006/relationships/oleObject" Target="../embeddings/oleObject2.bin"/><Relationship Id="rId12" Type="http://schemas.openxmlformats.org/officeDocument/2006/relationships/tags" Target="../tags/tag8.xml"/><Relationship Id="rId11" Type="http://schemas.openxmlformats.org/officeDocument/2006/relationships/image" Target="../media/image3.wmf"/><Relationship Id="rId10" Type="http://schemas.openxmlformats.org/officeDocument/2006/relationships/oleObject" Target="../embeddings/oleObject1.bin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28600" y="-1905"/>
            <a:ext cx="9956800" cy="7123430"/>
            <a:chOff x="137" y="201"/>
            <a:chExt cx="15680" cy="11218"/>
          </a:xfrm>
        </p:grpSpPr>
        <p:grpSp>
          <p:nvGrpSpPr>
            <p:cNvPr id="629" name="组合 628"/>
            <p:cNvGrpSpPr/>
            <p:nvPr/>
          </p:nvGrpSpPr>
          <p:grpSpPr>
            <a:xfrm rot="5400000">
              <a:off x="6157" y="7710"/>
              <a:ext cx="3589" cy="1563"/>
              <a:chOff x="4577197" y="422376"/>
              <a:chExt cx="2437300" cy="1016000"/>
            </a:xfrm>
          </p:grpSpPr>
          <p:sp>
            <p:nvSpPr>
              <p:cNvPr id="744" name="矩形: 圆角 743"/>
              <p:cNvSpPr/>
              <p:nvPr/>
            </p:nvSpPr>
            <p:spPr>
              <a:xfrm>
                <a:off x="4577197" y="422376"/>
                <a:ext cx="2437300" cy="1016000"/>
              </a:xfrm>
              <a:prstGeom prst="roundRect">
                <a:avLst>
                  <a:gd name="adj" fmla="val 10446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 w="15875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745" name="矩形: 圆角 744"/>
              <p:cNvSpPr/>
              <p:nvPr/>
            </p:nvSpPr>
            <p:spPr>
              <a:xfrm>
                <a:off x="4972899" y="694849"/>
                <a:ext cx="267855" cy="471054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46" name="矩形: 圆角 745"/>
              <p:cNvSpPr/>
              <p:nvPr/>
            </p:nvSpPr>
            <p:spPr>
              <a:xfrm>
                <a:off x="5331886" y="694849"/>
                <a:ext cx="267855" cy="471054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747" name="直接连接符 746"/>
              <p:cNvCxnSpPr>
                <a:stCxn id="745" idx="3"/>
                <a:endCxn id="746" idx="1"/>
              </p:cNvCxnSpPr>
              <p:nvPr/>
            </p:nvCxnSpPr>
            <p:spPr>
              <a:xfrm>
                <a:off x="5240754" y="930376"/>
                <a:ext cx="9113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8" name="流程图: 或者 747"/>
              <p:cNvSpPr/>
              <p:nvPr/>
            </p:nvSpPr>
            <p:spPr>
              <a:xfrm flipH="1">
                <a:off x="5780868" y="859660"/>
                <a:ext cx="141431" cy="141431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 dirty="0"/>
              </a:p>
            </p:txBody>
          </p:sp>
          <p:sp>
            <p:nvSpPr>
              <p:cNvPr id="749" name="矩形: 圆角 748"/>
              <p:cNvSpPr/>
              <p:nvPr/>
            </p:nvSpPr>
            <p:spPr>
              <a:xfrm>
                <a:off x="6174201" y="694849"/>
                <a:ext cx="267855" cy="471054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MBA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0" name="流程图: 或者 749"/>
              <p:cNvSpPr/>
              <p:nvPr/>
            </p:nvSpPr>
            <p:spPr>
              <a:xfrm flipH="1">
                <a:off x="6585585" y="859660"/>
                <a:ext cx="141431" cy="141431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 dirty="0"/>
              </a:p>
            </p:txBody>
          </p:sp>
          <p:cxnSp>
            <p:nvCxnSpPr>
              <p:cNvPr id="751" name="直接连接符 750"/>
              <p:cNvCxnSpPr>
                <a:stCxn id="746" idx="3"/>
                <a:endCxn id="748" idx="6"/>
              </p:cNvCxnSpPr>
              <p:nvPr/>
            </p:nvCxnSpPr>
            <p:spPr>
              <a:xfrm flipV="1">
                <a:off x="5599741" y="930375"/>
                <a:ext cx="175027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2" name="直接箭头连接符 751"/>
              <p:cNvCxnSpPr>
                <a:stCxn id="748" idx="2"/>
                <a:endCxn id="749" idx="1"/>
              </p:cNvCxnSpPr>
              <p:nvPr/>
            </p:nvCxnSpPr>
            <p:spPr>
              <a:xfrm>
                <a:off x="5922299" y="930376"/>
                <a:ext cx="25190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3" name="直接连接符 752"/>
              <p:cNvCxnSpPr>
                <a:stCxn id="749" idx="3"/>
                <a:endCxn id="750" idx="6"/>
              </p:cNvCxnSpPr>
              <p:nvPr/>
            </p:nvCxnSpPr>
            <p:spPr>
              <a:xfrm>
                <a:off x="6442056" y="930376"/>
                <a:ext cx="14352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4" name="直接箭头连接符 753"/>
              <p:cNvCxnSpPr>
                <a:stCxn id="744" idx="1"/>
                <a:endCxn id="745" idx="1"/>
              </p:cNvCxnSpPr>
              <p:nvPr/>
            </p:nvCxnSpPr>
            <p:spPr>
              <a:xfrm>
                <a:off x="4577197" y="930376"/>
                <a:ext cx="39570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5" name="直接箭头连接符 754"/>
              <p:cNvCxnSpPr>
                <a:stCxn id="750" idx="2"/>
                <a:endCxn id="744" idx="3"/>
              </p:cNvCxnSpPr>
              <p:nvPr/>
            </p:nvCxnSpPr>
            <p:spPr>
              <a:xfrm>
                <a:off x="6727016" y="930376"/>
                <a:ext cx="287481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6" name="连接符: 肘形 755"/>
              <p:cNvCxnSpPr>
                <a:endCxn id="748" idx="0"/>
              </p:cNvCxnSpPr>
              <p:nvPr/>
            </p:nvCxnSpPr>
            <p:spPr>
              <a:xfrm flipV="1">
                <a:off x="4788534" y="859660"/>
                <a:ext cx="1063049" cy="70715"/>
              </a:xfrm>
              <a:prstGeom prst="bentConnector4">
                <a:avLst>
                  <a:gd name="adj1" fmla="val -244"/>
                  <a:gd name="adj2" fmla="val 449393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7" name="连接符: 肘形 756"/>
              <p:cNvCxnSpPr>
                <a:endCxn id="750" idx="0"/>
              </p:cNvCxnSpPr>
              <p:nvPr/>
            </p:nvCxnSpPr>
            <p:spPr>
              <a:xfrm flipV="1">
                <a:off x="5998497" y="859660"/>
                <a:ext cx="657803" cy="70715"/>
              </a:xfrm>
              <a:prstGeom prst="bentConnector4">
                <a:avLst>
                  <a:gd name="adj1" fmla="val 3905"/>
                  <a:gd name="adj2" fmla="val 462454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8" name="矩形: 圆角 757"/>
              <p:cNvSpPr/>
              <p:nvPr/>
            </p:nvSpPr>
            <p:spPr>
              <a:xfrm>
                <a:off x="4686934" y="519357"/>
                <a:ext cx="1273023" cy="775849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759" name="矩形: 圆角 758"/>
              <p:cNvSpPr/>
              <p:nvPr/>
            </p:nvSpPr>
            <p:spPr>
              <a:xfrm>
                <a:off x="4686934" y="519357"/>
                <a:ext cx="1273023" cy="80211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760" name="文本框 759"/>
              <p:cNvSpPr txBox="1"/>
              <p:nvPr/>
            </p:nvSpPr>
            <p:spPr>
              <a:xfrm rot="16200000">
                <a:off x="5561225" y="969572"/>
                <a:ext cx="467976" cy="2914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70" dirty="0"/>
                  <a:t>x2</a:t>
                </a:r>
                <a:endParaRPr lang="zh-CN" altLang="en-US" sz="1170" dirty="0"/>
              </a:p>
            </p:txBody>
          </p:sp>
        </p:grpSp>
        <p:pic>
          <p:nvPicPr>
            <p:cNvPr id="697" name="图片 696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37" y="2266"/>
              <a:ext cx="1439" cy="1433"/>
            </a:xfrm>
            <a:prstGeom prst="rect">
              <a:avLst/>
            </a:prstGeom>
            <a:scene3d>
              <a:camera prst="isometricRightUp">
                <a:rot lat="900000" lon="19199999" rev="0"/>
              </a:camera>
              <a:lightRig rig="threePt" dir="t"/>
            </a:scene3d>
          </p:spPr>
        </p:pic>
        <p:pic>
          <p:nvPicPr>
            <p:cNvPr id="698" name="图片 697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509" y="2266"/>
              <a:ext cx="1439" cy="1433"/>
            </a:xfrm>
            <a:prstGeom prst="rect">
              <a:avLst/>
            </a:prstGeom>
            <a:scene3d>
              <a:camera prst="isometricRightUp">
                <a:rot lat="900000" lon="19199999" rev="0"/>
              </a:camera>
              <a:lightRig rig="threePt" dir="t"/>
            </a:scene3d>
          </p:spPr>
        </p:pic>
        <p:pic>
          <p:nvPicPr>
            <p:cNvPr id="699" name="图片 698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541" y="2277"/>
              <a:ext cx="1439" cy="1433"/>
            </a:xfrm>
            <a:prstGeom prst="rect">
              <a:avLst/>
            </a:prstGeom>
            <a:scene3d>
              <a:camera prst="isometricRightUp">
                <a:rot lat="900000" lon="19199999" rev="0"/>
              </a:camera>
              <a:lightRig rig="threePt" dir="t"/>
            </a:scene3d>
          </p:spPr>
        </p:pic>
        <p:sp>
          <p:nvSpPr>
            <p:cNvPr id="700" name="矩形: 圆角 699"/>
            <p:cNvSpPr/>
            <p:nvPr/>
          </p:nvSpPr>
          <p:spPr>
            <a:xfrm>
              <a:off x="341" y="4191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01" name="直接箭头连接符 700"/>
            <p:cNvCxnSpPr>
              <a:endCxn id="700" idx="0"/>
            </p:cNvCxnSpPr>
            <p:nvPr/>
          </p:nvCxnSpPr>
          <p:spPr>
            <a:xfrm>
              <a:off x="1078" y="3699"/>
              <a:ext cx="0" cy="49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02" name="矩形: 圆角 701"/>
            <p:cNvSpPr/>
            <p:nvPr/>
          </p:nvSpPr>
          <p:spPr>
            <a:xfrm>
              <a:off x="341" y="4694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03" name="直接连接符 702"/>
            <p:cNvCxnSpPr>
              <a:stCxn id="700" idx="2"/>
              <a:endCxn id="702" idx="0"/>
            </p:cNvCxnSpPr>
            <p:nvPr/>
          </p:nvCxnSpPr>
          <p:spPr>
            <a:xfrm>
              <a:off x="1078" y="4512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04" name="矩形: 圆角 703"/>
            <p:cNvSpPr/>
            <p:nvPr/>
          </p:nvSpPr>
          <p:spPr>
            <a:xfrm>
              <a:off x="341" y="5683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05" name="矩形: 圆角 704"/>
            <p:cNvSpPr/>
            <p:nvPr/>
          </p:nvSpPr>
          <p:spPr>
            <a:xfrm>
              <a:off x="341" y="6186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06" name="直接连接符 705"/>
            <p:cNvCxnSpPr>
              <a:stCxn id="704" idx="2"/>
              <a:endCxn id="705" idx="0"/>
            </p:cNvCxnSpPr>
            <p:nvPr/>
          </p:nvCxnSpPr>
          <p:spPr>
            <a:xfrm>
              <a:off x="1078" y="6004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07" name="矩形: 圆角 706"/>
            <p:cNvSpPr/>
            <p:nvPr/>
          </p:nvSpPr>
          <p:spPr>
            <a:xfrm>
              <a:off x="341" y="7164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08" name="矩形: 圆角 707"/>
            <p:cNvSpPr/>
            <p:nvPr/>
          </p:nvSpPr>
          <p:spPr>
            <a:xfrm>
              <a:off x="341" y="7666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09" name="直接连接符 708"/>
            <p:cNvCxnSpPr>
              <a:stCxn id="707" idx="2"/>
              <a:endCxn id="708" idx="0"/>
            </p:cNvCxnSpPr>
            <p:nvPr/>
          </p:nvCxnSpPr>
          <p:spPr>
            <a:xfrm>
              <a:off x="1078" y="7485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0" name="矩形: 圆角 709"/>
            <p:cNvSpPr/>
            <p:nvPr/>
          </p:nvSpPr>
          <p:spPr>
            <a:xfrm>
              <a:off x="341" y="8650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11" name="矩形: 圆角 710"/>
            <p:cNvSpPr/>
            <p:nvPr/>
          </p:nvSpPr>
          <p:spPr>
            <a:xfrm>
              <a:off x="341" y="9152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12" name="直接连接符 711"/>
            <p:cNvCxnSpPr>
              <a:stCxn id="710" idx="2"/>
              <a:endCxn id="711" idx="0"/>
            </p:cNvCxnSpPr>
            <p:nvPr/>
          </p:nvCxnSpPr>
          <p:spPr>
            <a:xfrm>
              <a:off x="1078" y="8971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3" name="矩形: 圆角 712"/>
            <p:cNvSpPr/>
            <p:nvPr/>
          </p:nvSpPr>
          <p:spPr>
            <a:xfrm>
              <a:off x="4640" y="4191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14" name="矩形: 圆角 713"/>
            <p:cNvSpPr/>
            <p:nvPr/>
          </p:nvSpPr>
          <p:spPr>
            <a:xfrm>
              <a:off x="4640" y="4694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15" name="直接连接符 714"/>
            <p:cNvCxnSpPr>
              <a:stCxn id="713" idx="2"/>
              <a:endCxn id="714" idx="0"/>
            </p:cNvCxnSpPr>
            <p:nvPr/>
          </p:nvCxnSpPr>
          <p:spPr>
            <a:xfrm>
              <a:off x="5376" y="4512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6" name="矩形: 圆角 715"/>
            <p:cNvSpPr/>
            <p:nvPr/>
          </p:nvSpPr>
          <p:spPr>
            <a:xfrm>
              <a:off x="4640" y="5683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17" name="矩形: 圆角 716"/>
            <p:cNvSpPr/>
            <p:nvPr/>
          </p:nvSpPr>
          <p:spPr>
            <a:xfrm>
              <a:off x="4640" y="6186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18" name="直接连接符 717"/>
            <p:cNvCxnSpPr>
              <a:stCxn id="716" idx="2"/>
              <a:endCxn id="717" idx="0"/>
            </p:cNvCxnSpPr>
            <p:nvPr/>
          </p:nvCxnSpPr>
          <p:spPr>
            <a:xfrm>
              <a:off x="5376" y="6004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9" name="矩形: 圆角 718"/>
            <p:cNvSpPr/>
            <p:nvPr/>
          </p:nvSpPr>
          <p:spPr>
            <a:xfrm>
              <a:off x="4640" y="7164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20" name="矩形: 圆角 719"/>
            <p:cNvSpPr/>
            <p:nvPr/>
          </p:nvSpPr>
          <p:spPr>
            <a:xfrm>
              <a:off x="4640" y="7666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21" name="直接连接符 720"/>
            <p:cNvCxnSpPr>
              <a:stCxn id="719" idx="2"/>
              <a:endCxn id="720" idx="0"/>
            </p:cNvCxnSpPr>
            <p:nvPr/>
          </p:nvCxnSpPr>
          <p:spPr>
            <a:xfrm>
              <a:off x="5376" y="7485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22" name="矩形: 圆角 721"/>
            <p:cNvSpPr/>
            <p:nvPr/>
          </p:nvSpPr>
          <p:spPr>
            <a:xfrm>
              <a:off x="4640" y="8650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23" name="矩形: 圆角 722"/>
            <p:cNvSpPr/>
            <p:nvPr/>
          </p:nvSpPr>
          <p:spPr>
            <a:xfrm>
              <a:off x="4640" y="9152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24" name="直接连接符 723"/>
            <p:cNvCxnSpPr>
              <a:stCxn id="722" idx="2"/>
              <a:endCxn id="723" idx="0"/>
            </p:cNvCxnSpPr>
            <p:nvPr/>
          </p:nvCxnSpPr>
          <p:spPr>
            <a:xfrm>
              <a:off x="5376" y="8971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5" name="直接箭头连接符 724"/>
            <p:cNvCxnSpPr>
              <a:stCxn id="702" idx="2"/>
              <a:endCxn id="704" idx="0"/>
            </p:cNvCxnSpPr>
            <p:nvPr/>
          </p:nvCxnSpPr>
          <p:spPr>
            <a:xfrm>
              <a:off x="1078" y="5210"/>
              <a:ext cx="0" cy="47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直接箭头连接符 725"/>
            <p:cNvCxnSpPr/>
            <p:nvPr/>
          </p:nvCxnSpPr>
          <p:spPr>
            <a:xfrm>
              <a:off x="1078" y="6703"/>
              <a:ext cx="0" cy="47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直接箭头连接符 726"/>
            <p:cNvCxnSpPr/>
            <p:nvPr/>
          </p:nvCxnSpPr>
          <p:spPr>
            <a:xfrm>
              <a:off x="1078" y="8183"/>
              <a:ext cx="0" cy="47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直接箭头连接符 727"/>
            <p:cNvCxnSpPr>
              <a:stCxn id="722" idx="0"/>
              <a:endCxn id="720" idx="2"/>
            </p:cNvCxnSpPr>
            <p:nvPr/>
          </p:nvCxnSpPr>
          <p:spPr>
            <a:xfrm flipV="1">
              <a:off x="5376" y="8183"/>
              <a:ext cx="0" cy="467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29" name="直接箭头连接符 728"/>
            <p:cNvCxnSpPr/>
            <p:nvPr/>
          </p:nvCxnSpPr>
          <p:spPr>
            <a:xfrm flipV="1">
              <a:off x="5376" y="6709"/>
              <a:ext cx="0" cy="467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30" name="直接箭头连接符 729"/>
            <p:cNvCxnSpPr/>
            <p:nvPr/>
          </p:nvCxnSpPr>
          <p:spPr>
            <a:xfrm flipV="1">
              <a:off x="5376" y="5210"/>
              <a:ext cx="0" cy="467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31" name="直接箭头连接符 730"/>
            <p:cNvCxnSpPr>
              <a:stCxn id="713" idx="0"/>
            </p:cNvCxnSpPr>
            <p:nvPr/>
          </p:nvCxnSpPr>
          <p:spPr>
            <a:xfrm flipV="1">
              <a:off x="5376" y="3692"/>
              <a:ext cx="0" cy="49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直接箭头连接符 731"/>
            <p:cNvCxnSpPr/>
            <p:nvPr/>
          </p:nvCxnSpPr>
          <p:spPr>
            <a:xfrm flipV="1">
              <a:off x="5376" y="6709"/>
              <a:ext cx="0" cy="467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733" name="矩形: 圆角 732"/>
            <p:cNvSpPr/>
            <p:nvPr/>
          </p:nvSpPr>
          <p:spPr>
            <a:xfrm>
              <a:off x="2517" y="10025"/>
              <a:ext cx="1278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35" name="直接连接符 734"/>
            <p:cNvCxnSpPr>
              <a:stCxn id="954" idx="3"/>
              <a:endCxn id="733" idx="1"/>
            </p:cNvCxnSpPr>
            <p:nvPr/>
          </p:nvCxnSpPr>
          <p:spPr>
            <a:xfrm flipV="1">
              <a:off x="1823" y="10283"/>
              <a:ext cx="694" cy="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直接连接符 735"/>
            <p:cNvCxnSpPr>
              <a:stCxn id="733" idx="3"/>
              <a:endCxn id="955" idx="1"/>
            </p:cNvCxnSpPr>
            <p:nvPr/>
          </p:nvCxnSpPr>
          <p:spPr>
            <a:xfrm>
              <a:off x="3795" y="10283"/>
              <a:ext cx="845" cy="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直接箭头连接符 736"/>
            <p:cNvCxnSpPr>
              <a:stCxn id="702" idx="3"/>
              <a:endCxn id="714" idx="1"/>
            </p:cNvCxnSpPr>
            <p:nvPr/>
          </p:nvCxnSpPr>
          <p:spPr>
            <a:xfrm>
              <a:off x="1814" y="4952"/>
              <a:ext cx="282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直接箭头连接符 737"/>
            <p:cNvCxnSpPr>
              <a:stCxn id="705" idx="3"/>
              <a:endCxn id="717" idx="1"/>
            </p:cNvCxnSpPr>
            <p:nvPr/>
          </p:nvCxnSpPr>
          <p:spPr>
            <a:xfrm>
              <a:off x="1814" y="6444"/>
              <a:ext cx="282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直接箭头连接符 738"/>
            <p:cNvCxnSpPr>
              <a:stCxn id="708" idx="3"/>
              <a:endCxn id="720" idx="1"/>
            </p:cNvCxnSpPr>
            <p:nvPr/>
          </p:nvCxnSpPr>
          <p:spPr>
            <a:xfrm>
              <a:off x="1814" y="7924"/>
              <a:ext cx="282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直接箭头连接符 739"/>
            <p:cNvCxnSpPr>
              <a:stCxn id="711" idx="3"/>
              <a:endCxn id="723" idx="1"/>
            </p:cNvCxnSpPr>
            <p:nvPr/>
          </p:nvCxnSpPr>
          <p:spPr>
            <a:xfrm>
              <a:off x="1814" y="9411"/>
              <a:ext cx="282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1" name="文本框 740"/>
            <p:cNvSpPr txBox="1"/>
            <p:nvPr/>
          </p:nvSpPr>
          <p:spPr>
            <a:xfrm>
              <a:off x="2316" y="4611"/>
              <a:ext cx="1883" cy="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80" dirty="0"/>
                <a:t>Skip Connections</a:t>
              </a:r>
              <a:endParaRPr lang="en-US" altLang="zh-CN" sz="980" dirty="0"/>
            </a:p>
          </p:txBody>
        </p:sp>
        <p:cxnSp>
          <p:nvCxnSpPr>
            <p:cNvPr id="742" name="直接箭头连接符 741"/>
            <p:cNvCxnSpPr>
              <a:stCxn id="711" idx="2"/>
              <a:endCxn id="954" idx="0"/>
            </p:cNvCxnSpPr>
            <p:nvPr/>
          </p:nvCxnSpPr>
          <p:spPr>
            <a:xfrm>
              <a:off x="1078" y="9669"/>
              <a:ext cx="10" cy="45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直接箭头连接符 742"/>
            <p:cNvCxnSpPr>
              <a:stCxn id="955" idx="0"/>
              <a:endCxn id="723" idx="2"/>
            </p:cNvCxnSpPr>
            <p:nvPr/>
          </p:nvCxnSpPr>
          <p:spPr>
            <a:xfrm flipV="1">
              <a:off x="5376" y="9669"/>
              <a:ext cx="0" cy="45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4" name="文本框 683"/>
            <p:cNvSpPr txBox="1"/>
            <p:nvPr/>
          </p:nvSpPr>
          <p:spPr>
            <a:xfrm>
              <a:off x="10936" y="10799"/>
              <a:ext cx="1590" cy="6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80" dirty="0"/>
                <a:t>Average Pooling</a:t>
              </a:r>
              <a:endParaRPr lang="en-US" altLang="zh-CN" sz="980" dirty="0"/>
            </a:p>
            <a:p>
              <a:endParaRPr lang="en-US" altLang="zh-CN" sz="980" dirty="0"/>
            </a:p>
          </p:txBody>
        </p:sp>
        <p:sp>
          <p:nvSpPr>
            <p:cNvPr id="681" name="文本框 680"/>
            <p:cNvSpPr txBox="1"/>
            <p:nvPr/>
          </p:nvSpPr>
          <p:spPr>
            <a:xfrm>
              <a:off x="7241" y="10368"/>
              <a:ext cx="1601" cy="388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000" dirty="0">
                  <a:latin typeface="Arial" panose="020B0604020202020204" pitchFamily="34" charset="0"/>
                  <a:ea typeface="微软雅黑" panose="020B0503020204020204" charset="-122"/>
                </a:rPr>
                <a:t>(b)</a:t>
              </a:r>
              <a:r>
                <a:rPr lang="en-US" altLang="zh-CN" sz="1000" dirty="0" err="1">
                  <a:latin typeface="Arial" panose="020B0604020202020204" pitchFamily="34" charset="0"/>
                  <a:ea typeface="微软雅黑" panose="020B0503020204020204" charset="-122"/>
                </a:rPr>
                <a:t>MRBlock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682" name="文本框 681"/>
            <p:cNvSpPr txBox="1"/>
            <p:nvPr/>
          </p:nvSpPr>
          <p:spPr>
            <a:xfrm>
              <a:off x="2437" y="10671"/>
              <a:ext cx="1725" cy="388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000" dirty="0">
                  <a:latin typeface="Arial" panose="020B0604020202020204" pitchFamily="34" charset="0"/>
                  <a:ea typeface="微软雅黑" panose="020B0503020204020204" charset="-122"/>
                </a:rPr>
                <a:t>(a)MR-Net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683" name="文本框 682"/>
            <p:cNvSpPr txBox="1"/>
            <p:nvPr/>
          </p:nvSpPr>
          <p:spPr>
            <a:xfrm>
              <a:off x="12321" y="9676"/>
              <a:ext cx="1316" cy="388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000" dirty="0">
                  <a:latin typeface="Arial" panose="020B0604020202020204" pitchFamily="34" charset="0"/>
                  <a:ea typeface="微软雅黑" panose="020B0503020204020204" charset="-122"/>
                </a:rPr>
                <a:t>(d)MBA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grpSp>
          <p:nvGrpSpPr>
            <p:cNvPr id="600" name="组合 599"/>
            <p:cNvGrpSpPr/>
            <p:nvPr/>
          </p:nvGrpSpPr>
          <p:grpSpPr>
            <a:xfrm>
              <a:off x="2807" y="201"/>
              <a:ext cx="9865" cy="1995"/>
              <a:chOff x="1585695" y="17048"/>
              <a:chExt cx="5636587" cy="1139769"/>
            </a:xfrm>
          </p:grpSpPr>
          <p:pic>
            <p:nvPicPr>
              <p:cNvPr id="601" name="图片 600"/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85695" y="313863"/>
                <a:ext cx="639808" cy="636900"/>
              </a:xfrm>
              <a:prstGeom prst="rect">
                <a:avLst/>
              </a:prstGeom>
            </p:spPr>
          </p:pic>
          <p:pic>
            <p:nvPicPr>
              <p:cNvPr id="602" name="图片 601"/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37616" y="314914"/>
                <a:ext cx="639808" cy="636900"/>
              </a:xfrm>
              <a:prstGeom prst="rect">
                <a:avLst/>
              </a:prstGeom>
            </p:spPr>
          </p:pic>
          <p:grpSp>
            <p:nvGrpSpPr>
              <p:cNvPr id="603" name="组合 602"/>
              <p:cNvGrpSpPr/>
              <p:nvPr/>
            </p:nvGrpSpPr>
            <p:grpSpPr>
              <a:xfrm>
                <a:off x="2364567" y="341385"/>
                <a:ext cx="4044077" cy="768076"/>
                <a:chOff x="2372835" y="1050265"/>
                <a:chExt cx="4044077" cy="768076"/>
              </a:xfrm>
            </p:grpSpPr>
            <p:sp>
              <p:nvSpPr>
                <p:cNvPr id="607" name="椭圆 606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2372835" y="1164137"/>
                  <a:ext cx="363922" cy="362268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08" name="椭圆 607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3459554" y="1164137"/>
                  <a:ext cx="363922" cy="362268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09" name="椭圆 608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4966270" y="1164137"/>
                  <a:ext cx="363922" cy="36226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10" name="椭圆 609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6052990" y="1164137"/>
                  <a:ext cx="363922" cy="36226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sz="1760"/>
                </a:p>
              </p:txBody>
            </p:sp>
            <p:graphicFrame>
              <p:nvGraphicFramePr>
                <p:cNvPr id="611" name="对象 610">
                  <a:hlinkClick r:id="" action="ppaction://ole?verb=0"/>
                </p:cNvPr>
                <p:cNvGraphicFramePr>
                  <a:graphicFrameLocks noChangeAspect="1"/>
                </p:cNvGraphicFramePr>
                <p:nvPr>
                  <p:custDataLst>
                    <p:tags r:id="rId9"/>
                  </p:custDataLst>
                </p:nvPr>
              </p:nvGraphicFramePr>
              <p:xfrm>
                <a:off x="6162335" y="1245075"/>
                <a:ext cx="145793" cy="2009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22" name="" r:id="rId10" imgW="165100" imgH="228600" progId="Equation.KSEE3">
                        <p:embed/>
                      </p:oleObj>
                    </mc:Choice>
                    <mc:Fallback>
                      <p:oleObj name="" r:id="rId10" imgW="165100" imgH="228600" progId="Equation.KSEE3">
                        <p:embed/>
                        <p:pic>
                          <p:nvPicPr>
                            <p:cNvPr id="0" name="对象 323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1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162335" y="1245075"/>
                              <a:ext cx="145793" cy="2009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12" name="对象 611">
                  <a:hlinkClick r:id="" action="ppaction://ole?verb=0"/>
                </p:cNvPr>
                <p:cNvGraphicFramePr>
                  <a:graphicFrameLocks noChangeAspect="1"/>
                </p:cNvGraphicFramePr>
                <p:nvPr>
                  <p:custDataLst>
                    <p:tags r:id="rId12"/>
                  </p:custDataLst>
                </p:nvPr>
              </p:nvGraphicFramePr>
              <p:xfrm>
                <a:off x="5047578" y="1245075"/>
                <a:ext cx="201867" cy="2009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23" name="" r:id="rId13" imgW="228600" imgH="228600" progId="Equation.KSEE3">
                        <p:embed/>
                      </p:oleObj>
                    </mc:Choice>
                    <mc:Fallback>
                      <p:oleObj name="" r:id="rId13" imgW="228600" imgH="228600" progId="Equation.KSEE3">
                        <p:embed/>
                        <p:pic>
                          <p:nvPicPr>
                            <p:cNvPr id="0" name="对象 324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047578" y="1245075"/>
                              <a:ext cx="201867" cy="2009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13" name="对象 612">
                  <a:hlinkClick r:id="" action="ppaction://ole?verb=0"/>
                </p:cNvPr>
                <p:cNvGraphicFramePr>
                  <a:graphicFrameLocks noChangeAspect="1"/>
                </p:cNvGraphicFramePr>
                <p:nvPr>
                  <p:custDataLst>
                    <p:tags r:id="rId15"/>
                  </p:custDataLst>
                </p:nvPr>
              </p:nvGraphicFramePr>
              <p:xfrm>
                <a:off x="3574507" y="1245075"/>
                <a:ext cx="134578" cy="2009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24" name="" r:id="rId16" imgW="152400" imgH="228600" progId="Equation.KSEE3">
                        <p:embed/>
                      </p:oleObj>
                    </mc:Choice>
                    <mc:Fallback>
                      <p:oleObj name="" r:id="rId16" imgW="152400" imgH="228600" progId="Equation.KSEE3">
                        <p:embed/>
                        <p:pic>
                          <p:nvPicPr>
                            <p:cNvPr id="0" name="对象 325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1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574507" y="1245075"/>
                              <a:ext cx="134578" cy="2009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14" name="对象 613">
                  <a:hlinkClick r:id="" action="ppaction://ole?verb=0"/>
                </p:cNvPr>
                <p:cNvGraphicFramePr>
                  <a:graphicFrameLocks noChangeAspect="1"/>
                </p:cNvGraphicFramePr>
                <p:nvPr>
                  <p:custDataLst>
                    <p:tags r:id="rId18"/>
                  </p:custDataLst>
                </p:nvPr>
              </p:nvGraphicFramePr>
              <p:xfrm>
                <a:off x="2477133" y="1250657"/>
                <a:ext cx="156447" cy="18978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25" name="" r:id="rId19" imgW="177165" imgH="215900" progId="Equation.KSEE3">
                        <p:embed/>
                      </p:oleObj>
                    </mc:Choice>
                    <mc:Fallback>
                      <p:oleObj name="" r:id="rId19" imgW="177165" imgH="215900" progId="Equation.KSEE3">
                        <p:embed/>
                        <p:pic>
                          <p:nvPicPr>
                            <p:cNvPr id="0" name="对象 326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2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477133" y="1250657"/>
                              <a:ext cx="156447" cy="189786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cxnSp>
              <p:nvCxnSpPr>
                <p:cNvPr id="615" name="直接箭头连接符 614"/>
                <p:cNvCxnSpPr>
                  <a:stCxn id="608" idx="6"/>
                  <a:endCxn id="609" idx="2"/>
                </p:cNvCxnSpPr>
                <p:nvPr>
                  <p:custDataLst>
                    <p:tags r:id="rId21"/>
                  </p:custDataLst>
                </p:nvPr>
              </p:nvCxnSpPr>
              <p:spPr>
                <a:xfrm>
                  <a:off x="3823477" y="1345550"/>
                  <a:ext cx="114279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16" name="直接箭头连接符 615"/>
                <p:cNvCxnSpPr>
                  <a:stCxn id="607" idx="6"/>
                </p:cNvCxnSpPr>
                <p:nvPr>
                  <p:custDataLst>
                    <p:tags r:id="rId22"/>
                  </p:custDataLst>
                </p:nvPr>
              </p:nvCxnSpPr>
              <p:spPr>
                <a:xfrm>
                  <a:off x="2736757" y="1345550"/>
                  <a:ext cx="194017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17" name="直接箭头连接符 616"/>
                <p:cNvCxnSpPr/>
                <p:nvPr>
                  <p:custDataLst>
                    <p:tags r:id="rId23"/>
                  </p:custDataLst>
                </p:nvPr>
              </p:nvCxnSpPr>
              <p:spPr>
                <a:xfrm>
                  <a:off x="3265537" y="1345550"/>
                  <a:ext cx="194017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18" name="直接箭头连接符 617"/>
                <p:cNvCxnSpPr/>
                <p:nvPr>
                  <p:custDataLst>
                    <p:tags r:id="rId24"/>
                  </p:custDataLst>
                </p:nvPr>
              </p:nvCxnSpPr>
              <p:spPr>
                <a:xfrm>
                  <a:off x="5330753" y="1345550"/>
                  <a:ext cx="194017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19" name="直接箭头连接符 618"/>
                <p:cNvCxnSpPr/>
                <p:nvPr>
                  <p:custDataLst>
                    <p:tags r:id="rId25"/>
                  </p:custDataLst>
                </p:nvPr>
              </p:nvCxnSpPr>
              <p:spPr>
                <a:xfrm>
                  <a:off x="5858973" y="1345550"/>
                  <a:ext cx="194017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620" name="文本框 619"/>
                <p:cNvSpPr txBox="1"/>
                <p:nvPr>
                  <p:custDataLst>
                    <p:tags r:id="rId26"/>
                  </p:custDataLst>
                </p:nvPr>
              </p:nvSpPr>
              <p:spPr>
                <a:xfrm>
                  <a:off x="2916196" y="1116691"/>
                  <a:ext cx="363361" cy="326961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zh-CN" altLang="en-US" sz="1760">
                      <a:latin typeface="Arial" panose="020B0604020202020204" pitchFamily="34" charset="0"/>
                      <a:cs typeface="Arial" panose="020B0604020202020204" pitchFamily="34" charset="0"/>
                    </a:rPr>
                    <a:t>…</a:t>
                  </a:r>
                  <a:endParaRPr lang="zh-CN" altLang="en-US" sz="176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21" name="文本框 620"/>
                <p:cNvSpPr txBox="1"/>
                <p:nvPr>
                  <p:custDataLst>
                    <p:tags r:id="rId27"/>
                  </p:custDataLst>
                </p:nvPr>
              </p:nvSpPr>
              <p:spPr>
                <a:xfrm>
                  <a:off x="5494490" y="1116691"/>
                  <a:ext cx="363361" cy="326961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zh-CN" altLang="en-US" sz="176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…</a:t>
                  </a:r>
                  <a:endParaRPr lang="zh-CN" altLang="en-US" sz="17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622" name="曲线连接符 42"/>
                <p:cNvCxnSpPr>
                  <a:stCxn id="610" idx="4"/>
                  <a:endCxn id="609" idx="5"/>
                </p:cNvCxnSpPr>
                <p:nvPr/>
              </p:nvCxnSpPr>
              <p:spPr>
                <a:xfrm rot="5400000" flipH="1">
                  <a:off x="5729563" y="1020178"/>
                  <a:ext cx="53028" cy="958310"/>
                </a:xfrm>
                <a:prstGeom prst="curvedConnector3">
                  <a:avLst>
                    <a:gd name="adj1" fmla="val -205263"/>
                  </a:avLst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23" name="曲线连接符 44"/>
                <p:cNvCxnSpPr>
                  <a:stCxn id="609" idx="3"/>
                  <a:endCxn id="608" idx="5"/>
                </p:cNvCxnSpPr>
                <p:nvPr/>
              </p:nvCxnSpPr>
              <p:spPr>
                <a:xfrm rot="5400000">
                  <a:off x="4394880" y="848709"/>
                  <a:ext cx="2791" cy="1249335"/>
                </a:xfrm>
                <a:prstGeom prst="curvedConnector3">
                  <a:avLst>
                    <a:gd name="adj1" fmla="val 4970000"/>
                  </a:avLst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24" name="曲线连接符 45"/>
                <p:cNvCxnSpPr>
                  <a:stCxn id="608" idx="3"/>
                  <a:endCxn id="607" idx="5"/>
                </p:cNvCxnSpPr>
                <p:nvPr/>
              </p:nvCxnSpPr>
              <p:spPr>
                <a:xfrm rot="5400000">
                  <a:off x="3097882" y="1058428"/>
                  <a:ext cx="2791" cy="829339"/>
                </a:xfrm>
                <a:prstGeom prst="curvedConnector3">
                  <a:avLst>
                    <a:gd name="adj1" fmla="val 5240000"/>
                  </a:avLst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625" name="文本框 624"/>
                <p:cNvSpPr txBox="1"/>
                <p:nvPr/>
              </p:nvSpPr>
              <p:spPr>
                <a:xfrm>
                  <a:off x="2810775" y="1050265"/>
                  <a:ext cx="599434" cy="205974"/>
                </a:xfrm>
                <a:prstGeom prst="rect">
                  <a:avLst/>
                </a:prstGeom>
              </p:spPr>
              <p:txBody>
                <a:bodyPr wrap="square">
                  <a:noAutofit/>
                  <a:extLst>
                    <a:ext uri="{4A0BC546-FE56-4ADE-93B0-CB8AF2F6F144}">
                      <wpsdc:textFrameExt xmlns:wpsdc="http://www.wps.cn/officeDocument/2022/drawingmlCustomData" type="text"/>
                    </a:ext>
                  </a:extLst>
                </a:bodyPr>
                <a:lstStyle/>
                <a:p>
                  <a:pPr algn="l"/>
                  <a:r>
                    <a:rPr lang="en-US" altLang="zh-CN" sz="980" dirty="0">
                      <a:latin typeface="Arial" panose="020B0604020202020204" pitchFamily="34" charset="0"/>
                      <a:ea typeface="微软雅黑" panose="020B0503020204020204" charset="-122"/>
                    </a:rPr>
                    <a:t>reverse</a:t>
                  </a:r>
                  <a:endParaRPr lang="en-US" altLang="zh-CN" sz="980" dirty="0">
                    <a:latin typeface="Arial" panose="020B0604020202020204" pitchFamily="34" charset="0"/>
                    <a:ea typeface="微软雅黑" panose="020B0503020204020204" charset="-122"/>
                  </a:endParaRPr>
                </a:p>
              </p:txBody>
            </p:sp>
            <p:sp>
              <p:nvSpPr>
                <p:cNvPr id="626" name="文本框 625"/>
                <p:cNvSpPr txBox="1"/>
                <p:nvPr/>
              </p:nvSpPr>
              <p:spPr>
                <a:xfrm>
                  <a:off x="5502901" y="1602320"/>
                  <a:ext cx="596070" cy="216021"/>
                </a:xfrm>
                <a:prstGeom prst="rect">
                  <a:avLst/>
                </a:prstGeom>
              </p:spPr>
              <p:txBody>
                <a:bodyPr wrap="square">
                  <a:noAutofit/>
                  <a:extLst>
                    <a:ext uri="{4A0BC546-FE56-4ADE-93B0-CB8AF2F6F144}">
                      <wpsdc:textFrameExt xmlns:wpsdc="http://www.wps.cn/officeDocument/2022/drawingmlCustomData" type="text"/>
                    </a:ext>
                  </a:extLst>
                </a:bodyPr>
                <a:lstStyle/>
                <a:p>
                  <a:pPr algn="l"/>
                  <a:r>
                    <a:rPr lang="en-US" altLang="zh-CN" sz="980" dirty="0">
                      <a:solidFill>
                        <a:schemeClr val="accent1">
                          <a:lumMod val="75000"/>
                        </a:schemeClr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forward</a:t>
                  </a:r>
                  <a:endParaRPr lang="en-US" altLang="zh-CN" sz="980" dirty="0">
                    <a:solidFill>
                      <a:schemeClr val="accent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charset="-122"/>
                  </a:endParaRPr>
                </a:p>
              </p:txBody>
            </p:sp>
            <p:graphicFrame>
              <p:nvGraphicFramePr>
                <p:cNvPr id="627" name="对象 626">
                  <a:hlinkClick r:id="" action="ppaction://ole?verb=0"/>
                </p:cNvPr>
                <p:cNvGraphicFramePr>
                  <a:graphicFrameLocks noChangeAspect="1"/>
                </p:cNvGraphicFramePr>
                <p:nvPr/>
              </p:nvGraphicFramePr>
              <p:xfrm>
                <a:off x="4173941" y="1150182"/>
                <a:ext cx="426165" cy="2009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26" name="" r:id="rId28" imgW="482600" imgH="228600" progId="Equation.KSEE3">
                        <p:embed/>
                      </p:oleObj>
                    </mc:Choice>
                    <mc:Fallback>
                      <p:oleObj name="" r:id="rId28" imgW="482600" imgH="228600" progId="Equation.KSEE3">
                        <p:embed/>
                        <p:pic>
                          <p:nvPicPr>
                            <p:cNvPr id="0" name="对象 339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2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173941" y="1150182"/>
                              <a:ext cx="426165" cy="2009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28" name="对象 627">
                  <a:hlinkClick r:id="" action="ppaction://ole?verb=0"/>
                </p:cNvPr>
                <p:cNvGraphicFramePr>
                  <a:graphicFrameLocks noChangeAspect="1"/>
                </p:cNvGraphicFramePr>
                <p:nvPr/>
              </p:nvGraphicFramePr>
              <p:xfrm>
                <a:off x="4183473" y="1571061"/>
                <a:ext cx="426165" cy="2009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27" name="" r:id="rId30" imgW="482600" imgH="228600" progId="Equation.KSEE3">
                        <p:embed/>
                      </p:oleObj>
                    </mc:Choice>
                    <mc:Fallback>
                      <p:oleObj name="" r:id="rId30" imgW="482600" imgH="228600" progId="Equation.KSEE3">
                        <p:embed/>
                        <p:pic>
                          <p:nvPicPr>
                            <p:cNvPr id="0" name="对象 341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3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183473" y="1571061"/>
                              <a:ext cx="426165" cy="2009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604" name="文本框 603"/>
              <p:cNvSpPr txBox="1"/>
              <p:nvPr/>
            </p:nvSpPr>
            <p:spPr>
              <a:xfrm>
                <a:off x="3924410" y="17048"/>
                <a:ext cx="915693" cy="245119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:r>
                  <a:rPr lang="en-US" altLang="zh-CN" sz="1170" b="1" dirty="0" err="1">
                    <a:latin typeface="Arial" panose="020B0604020202020204" pitchFamily="34" charset="0"/>
                    <a:ea typeface="微软雅黑" panose="020B0503020204020204" charset="-122"/>
                  </a:rPr>
                  <a:t>MAResDiff</a:t>
                </a:r>
                <a:endParaRPr lang="en-US" altLang="zh-CN" sz="1170" b="1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605" name="文本框 604"/>
              <p:cNvSpPr txBox="1"/>
              <p:nvPr/>
            </p:nvSpPr>
            <p:spPr>
              <a:xfrm>
                <a:off x="6622848" y="940581"/>
                <a:ext cx="599434" cy="205974"/>
              </a:xfrm>
              <a:prstGeom prst="rect">
                <a:avLst/>
              </a:prstGeom>
            </p:spPr>
            <p:txBody>
              <a:bodyPr wrap="square">
                <a:no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:r>
                  <a:rPr lang="en-US" altLang="zh-CN" sz="980" dirty="0">
                    <a:latin typeface="Arial" panose="020B0604020202020204" pitchFamily="34" charset="0"/>
                    <a:ea typeface="微软雅黑" panose="020B0503020204020204" charset="-122"/>
                  </a:rPr>
                  <a:t>NDCT</a:t>
                </a:r>
                <a:endParaRPr lang="en-US" altLang="zh-CN" sz="98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606" name="文本框 605"/>
              <p:cNvSpPr txBox="1"/>
              <p:nvPr/>
            </p:nvSpPr>
            <p:spPr>
              <a:xfrm>
                <a:off x="1694930" y="950843"/>
                <a:ext cx="599434" cy="205974"/>
              </a:xfrm>
              <a:prstGeom prst="rect">
                <a:avLst/>
              </a:prstGeom>
            </p:spPr>
            <p:txBody>
              <a:bodyPr wrap="square">
                <a:no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:r>
                  <a:rPr lang="en-US" altLang="zh-CN" sz="980" dirty="0">
                    <a:latin typeface="Arial" panose="020B0604020202020204" pitchFamily="34" charset="0"/>
                    <a:ea typeface="微软雅黑" panose="020B0503020204020204" charset="-122"/>
                  </a:rPr>
                  <a:t>LDCT</a:t>
                </a:r>
                <a:endParaRPr lang="en-US" altLang="zh-CN" sz="98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>
              <a:off x="10423" y="10345"/>
              <a:ext cx="5394" cy="828"/>
              <a:chOff x="6618786" y="6569213"/>
              <a:chExt cx="3425327" cy="525599"/>
            </a:xfrm>
          </p:grpSpPr>
          <p:cxnSp>
            <p:nvCxnSpPr>
              <p:cNvPr id="686" name="直接箭头连接符 685"/>
              <p:cNvCxnSpPr/>
              <p:nvPr/>
            </p:nvCxnSpPr>
            <p:spPr>
              <a:xfrm>
                <a:off x="6930547" y="6600015"/>
                <a:ext cx="0" cy="179000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7" name="文本框 686"/>
              <p:cNvSpPr txBox="1"/>
              <p:nvPr/>
            </p:nvSpPr>
            <p:spPr>
              <a:xfrm>
                <a:off x="6929939" y="6569213"/>
                <a:ext cx="914068" cy="24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80" dirty="0" err="1"/>
                  <a:t>Downsample</a:t>
                </a:r>
                <a:endParaRPr lang="en-US" altLang="zh-CN" sz="980" dirty="0"/>
              </a:p>
            </p:txBody>
          </p:sp>
          <p:cxnSp>
            <p:nvCxnSpPr>
              <p:cNvPr id="688" name="直接箭头连接符 687"/>
              <p:cNvCxnSpPr/>
              <p:nvPr/>
            </p:nvCxnSpPr>
            <p:spPr>
              <a:xfrm flipV="1">
                <a:off x="8009611" y="6600015"/>
                <a:ext cx="0" cy="173593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689" name="文本框 688"/>
              <p:cNvSpPr txBox="1"/>
              <p:nvPr/>
            </p:nvSpPr>
            <p:spPr>
              <a:xfrm>
                <a:off x="8023712" y="6569213"/>
                <a:ext cx="914068" cy="24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80" dirty="0" err="1"/>
                  <a:t>Upsample</a:t>
                </a:r>
                <a:endParaRPr lang="en-US" altLang="zh-CN" sz="980" dirty="0"/>
              </a:p>
            </p:txBody>
          </p:sp>
          <p:sp>
            <p:nvSpPr>
              <p:cNvPr id="690" name="流程图: 或者 689"/>
              <p:cNvSpPr/>
              <p:nvPr/>
            </p:nvSpPr>
            <p:spPr>
              <a:xfrm>
                <a:off x="8913739" y="6631658"/>
                <a:ext cx="141571" cy="140944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691" name="文本框 690"/>
              <p:cNvSpPr txBox="1"/>
              <p:nvPr/>
            </p:nvSpPr>
            <p:spPr>
              <a:xfrm>
                <a:off x="9021437" y="6590717"/>
                <a:ext cx="914068" cy="24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80" dirty="0"/>
                  <a:t>Addition</a:t>
                </a:r>
                <a:endParaRPr lang="en-US" altLang="zh-CN" sz="980" dirty="0"/>
              </a:p>
            </p:txBody>
          </p:sp>
          <p:sp>
            <p:nvSpPr>
              <p:cNvPr id="692" name="矩形: 圆角 691"/>
              <p:cNvSpPr/>
              <p:nvPr/>
            </p:nvSpPr>
            <p:spPr>
              <a:xfrm>
                <a:off x="6618786" y="6898132"/>
                <a:ext cx="367219" cy="166661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785" dirty="0">
                    <a:solidFill>
                      <a:schemeClr val="tx1"/>
                    </a:solidFill>
                  </a:rPr>
                  <a:t>AP</a:t>
                </a:r>
                <a:endParaRPr lang="zh-CN" altLang="en-US" sz="785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93" name="矩形: 圆角 692"/>
              <p:cNvSpPr/>
              <p:nvPr/>
            </p:nvSpPr>
            <p:spPr>
              <a:xfrm>
                <a:off x="7963354" y="6893512"/>
                <a:ext cx="341677" cy="154868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785" dirty="0">
                    <a:solidFill>
                      <a:schemeClr val="tx1"/>
                    </a:solidFill>
                  </a:rPr>
                  <a:t>UP</a:t>
                </a:r>
                <a:endParaRPr lang="zh-CN" altLang="en-US" sz="785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94" name="文本框 693"/>
              <p:cNvSpPr txBox="1"/>
              <p:nvPr/>
            </p:nvSpPr>
            <p:spPr>
              <a:xfrm>
                <a:off x="8266010" y="6851797"/>
                <a:ext cx="693415" cy="24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80" dirty="0" err="1"/>
                  <a:t>Upsample</a:t>
                </a:r>
                <a:endParaRPr lang="en-US" altLang="zh-CN" sz="980" dirty="0"/>
              </a:p>
            </p:txBody>
          </p:sp>
          <p:sp>
            <p:nvSpPr>
              <p:cNvPr id="946" name="矩形: 圆角 945"/>
              <p:cNvSpPr/>
              <p:nvPr/>
            </p:nvSpPr>
            <p:spPr>
              <a:xfrm rot="5400000">
                <a:off x="9050251" y="6802471"/>
                <a:ext cx="166661" cy="336950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800" dirty="0">
                    <a:solidFill>
                      <a:sysClr val="windowText" lastClr="000000"/>
                    </a:solidFill>
                  </a:rPr>
                  <a:t>GN</a:t>
                </a:r>
                <a:endParaRPr lang="zh-CN" altLang="en-US" sz="8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47" name="文本框 946"/>
              <p:cNvSpPr txBox="1"/>
              <p:nvPr/>
            </p:nvSpPr>
            <p:spPr>
              <a:xfrm>
                <a:off x="9235054" y="6851436"/>
                <a:ext cx="809059" cy="24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80" dirty="0" err="1"/>
                  <a:t>GroupNorm</a:t>
                </a:r>
                <a:endParaRPr lang="en-US" altLang="zh-CN" sz="980" dirty="0"/>
              </a:p>
            </p:txBody>
          </p:sp>
        </p:grpSp>
        <p:sp>
          <p:nvSpPr>
            <p:cNvPr id="948" name="文本框 947"/>
            <p:cNvSpPr txBox="1"/>
            <p:nvPr/>
          </p:nvSpPr>
          <p:spPr>
            <a:xfrm>
              <a:off x="7166" y="6154"/>
              <a:ext cx="1601" cy="388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000" dirty="0">
                  <a:latin typeface="Arial" panose="020B0604020202020204" pitchFamily="34" charset="0"/>
                  <a:ea typeface="微软雅黑" panose="020B0503020204020204" charset="-122"/>
                </a:rPr>
                <a:t>(b)</a:t>
              </a:r>
              <a:r>
                <a:rPr lang="en-US" altLang="zh-CN" sz="1000" dirty="0" err="1">
                  <a:latin typeface="Arial" panose="020B0604020202020204" pitchFamily="34" charset="0"/>
                  <a:ea typeface="微软雅黑" panose="020B0503020204020204" charset="-122"/>
                </a:rPr>
                <a:t>ResBlock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cxnSp>
          <p:nvCxnSpPr>
            <p:cNvPr id="45" name="直接连接符 44"/>
            <p:cNvCxnSpPr/>
            <p:nvPr/>
          </p:nvCxnSpPr>
          <p:spPr>
            <a:xfrm flipV="1">
              <a:off x="6026" y="2994"/>
              <a:ext cx="1140" cy="11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9" name="直接连接符 948"/>
            <p:cNvCxnSpPr/>
            <p:nvPr/>
          </p:nvCxnSpPr>
          <p:spPr>
            <a:xfrm>
              <a:off x="6007" y="4506"/>
              <a:ext cx="1203" cy="161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直接连接符 949"/>
            <p:cNvCxnSpPr/>
            <p:nvPr/>
          </p:nvCxnSpPr>
          <p:spPr>
            <a:xfrm flipV="1">
              <a:off x="6087" y="6748"/>
              <a:ext cx="1133" cy="92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直接连接符 950"/>
            <p:cNvCxnSpPr/>
            <p:nvPr/>
          </p:nvCxnSpPr>
          <p:spPr>
            <a:xfrm>
              <a:off x="6034" y="8203"/>
              <a:ext cx="1160" cy="200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直接连接符 951"/>
            <p:cNvCxnSpPr/>
            <p:nvPr/>
          </p:nvCxnSpPr>
          <p:spPr>
            <a:xfrm flipV="1">
              <a:off x="8290" y="3072"/>
              <a:ext cx="2086" cy="598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3" name="直接连接符 952"/>
            <p:cNvCxnSpPr/>
            <p:nvPr/>
          </p:nvCxnSpPr>
          <p:spPr>
            <a:xfrm>
              <a:off x="8327" y="9428"/>
              <a:ext cx="2365" cy="28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4" name="矩形: 圆角 953"/>
            <p:cNvSpPr/>
            <p:nvPr/>
          </p:nvSpPr>
          <p:spPr>
            <a:xfrm>
              <a:off x="351" y="10128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955" name="矩形: 圆角 954"/>
            <p:cNvSpPr/>
            <p:nvPr/>
          </p:nvSpPr>
          <p:spPr>
            <a:xfrm>
              <a:off x="4640" y="10125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grpSp>
          <p:nvGrpSpPr>
            <p:cNvPr id="974" name="组合 973"/>
            <p:cNvGrpSpPr/>
            <p:nvPr/>
          </p:nvGrpSpPr>
          <p:grpSpPr>
            <a:xfrm>
              <a:off x="7141" y="2865"/>
              <a:ext cx="1563" cy="3316"/>
              <a:chOff x="1859300" y="2478832"/>
              <a:chExt cx="992762" cy="2105867"/>
            </a:xfrm>
          </p:grpSpPr>
          <p:sp>
            <p:nvSpPr>
              <p:cNvPr id="975" name="矩形: 圆角 974"/>
              <p:cNvSpPr/>
              <p:nvPr/>
            </p:nvSpPr>
            <p:spPr>
              <a:xfrm>
                <a:off x="1859300" y="2478832"/>
                <a:ext cx="992762" cy="210586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76" name="矩形: 圆角 975"/>
              <p:cNvSpPr/>
              <p:nvPr/>
            </p:nvSpPr>
            <p:spPr>
              <a:xfrm rot="5400000">
                <a:off x="2233761" y="2749731"/>
                <a:ext cx="250428" cy="46028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77" name="矩形: 圆角 976"/>
              <p:cNvSpPr/>
              <p:nvPr/>
            </p:nvSpPr>
            <p:spPr>
              <a:xfrm rot="5400000">
                <a:off x="2234800" y="3102756"/>
                <a:ext cx="250428" cy="460280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GN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78" name="矩形: 圆角 977"/>
              <p:cNvSpPr/>
              <p:nvPr/>
            </p:nvSpPr>
            <p:spPr>
              <a:xfrm rot="5400000">
                <a:off x="2231625" y="3714874"/>
                <a:ext cx="250428" cy="46028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 err="1">
                    <a:solidFill>
                      <a:sysClr val="windowText" lastClr="000000"/>
                    </a:solidFill>
                  </a:rPr>
                  <a:t>SiLU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79" name="立方体 978"/>
              <p:cNvSpPr/>
              <p:nvPr/>
            </p:nvSpPr>
            <p:spPr>
              <a:xfrm>
                <a:off x="2032000" y="3559242"/>
                <a:ext cx="615950" cy="166824"/>
              </a:xfrm>
              <a:prstGeom prst="cube">
                <a:avLst>
                  <a:gd name="adj" fmla="val 23129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400" dirty="0">
                    <a:solidFill>
                      <a:schemeClr val="tx1"/>
                    </a:solidFill>
                  </a:rPr>
                  <a:t>Timestep embedding</a:t>
                </a:r>
                <a:endParaRPr lang="zh-CN" altLang="en-US" sz="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80" name="矩形: 圆角 979"/>
              <p:cNvSpPr/>
              <p:nvPr/>
            </p:nvSpPr>
            <p:spPr>
              <a:xfrm>
                <a:off x="1987550" y="2711450"/>
                <a:ext cx="755650" cy="150915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81" name="直接箭头连接符 980"/>
              <p:cNvCxnSpPr>
                <a:stCxn id="975" idx="0"/>
                <a:endCxn id="976" idx="1"/>
              </p:cNvCxnSpPr>
              <p:nvPr/>
            </p:nvCxnSpPr>
            <p:spPr>
              <a:xfrm>
                <a:off x="2355681" y="2478832"/>
                <a:ext cx="3294" cy="37582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2" name="流程图: 或者 981"/>
              <p:cNvSpPr/>
              <p:nvPr/>
            </p:nvSpPr>
            <p:spPr>
              <a:xfrm>
                <a:off x="2275497" y="4269747"/>
                <a:ext cx="162684" cy="162000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cxnSp>
            <p:nvCxnSpPr>
              <p:cNvPr id="983" name="直接连接符 982"/>
              <p:cNvCxnSpPr>
                <a:stCxn id="976" idx="3"/>
                <a:endCxn id="977" idx="1"/>
              </p:cNvCxnSpPr>
              <p:nvPr/>
            </p:nvCxnSpPr>
            <p:spPr>
              <a:xfrm>
                <a:off x="2358975" y="3105085"/>
                <a:ext cx="1039" cy="10259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4" name="直接连接符 983"/>
              <p:cNvCxnSpPr>
                <a:stCxn id="978" idx="3"/>
                <a:endCxn id="982" idx="0"/>
              </p:cNvCxnSpPr>
              <p:nvPr/>
            </p:nvCxnSpPr>
            <p:spPr>
              <a:xfrm>
                <a:off x="2356839" y="4070228"/>
                <a:ext cx="0" cy="1995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5" name="直接箭头连接符 984"/>
              <p:cNvCxnSpPr>
                <a:stCxn id="982" idx="4"/>
                <a:endCxn id="975" idx="2"/>
              </p:cNvCxnSpPr>
              <p:nvPr/>
            </p:nvCxnSpPr>
            <p:spPr>
              <a:xfrm flipH="1">
                <a:off x="2355681" y="4431747"/>
                <a:ext cx="1158" cy="15295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6" name="文本框 985"/>
              <p:cNvSpPr txBox="1"/>
              <p:nvPr/>
            </p:nvSpPr>
            <p:spPr>
              <a:xfrm>
                <a:off x="1977287" y="4007266"/>
                <a:ext cx="457272" cy="272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70" dirty="0"/>
                  <a:t>x2</a:t>
                </a:r>
                <a:endParaRPr lang="zh-CN" altLang="en-US" sz="1170" dirty="0"/>
              </a:p>
            </p:txBody>
          </p:sp>
          <p:cxnSp>
            <p:nvCxnSpPr>
              <p:cNvPr id="987" name="直接连接符 986"/>
              <p:cNvCxnSpPr>
                <a:stCxn id="977" idx="3"/>
                <a:endCxn id="979" idx="0"/>
              </p:cNvCxnSpPr>
              <p:nvPr/>
            </p:nvCxnSpPr>
            <p:spPr>
              <a:xfrm flipH="1">
                <a:off x="2359267" y="3458110"/>
                <a:ext cx="747" cy="10113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8" name="直接连接符 987"/>
              <p:cNvCxnSpPr>
                <a:endCxn id="978" idx="1"/>
              </p:cNvCxnSpPr>
              <p:nvPr/>
            </p:nvCxnSpPr>
            <p:spPr>
              <a:xfrm>
                <a:off x="2356839" y="3739310"/>
                <a:ext cx="0" cy="8049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9" name="连接符: 肘形 988"/>
              <p:cNvCxnSpPr>
                <a:endCxn id="982" idx="2"/>
              </p:cNvCxnSpPr>
              <p:nvPr/>
            </p:nvCxnSpPr>
            <p:spPr>
              <a:xfrm rot="5400000">
                <a:off x="1457048" y="3452111"/>
                <a:ext cx="1717086" cy="80187"/>
              </a:xfrm>
              <a:prstGeom prst="bentConnector4">
                <a:avLst>
                  <a:gd name="adj1" fmla="val -2561"/>
                  <a:gd name="adj2" fmla="val 539504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" name="组合 1"/>
            <p:cNvGrpSpPr/>
            <p:nvPr/>
          </p:nvGrpSpPr>
          <p:grpSpPr>
            <a:xfrm>
              <a:off x="10291" y="2959"/>
              <a:ext cx="5010" cy="6777"/>
              <a:chOff x="6534766" y="1878979"/>
              <a:chExt cx="3181189" cy="4303531"/>
            </a:xfrm>
          </p:grpSpPr>
          <p:grpSp>
            <p:nvGrpSpPr>
              <p:cNvPr id="35" name="组合 34"/>
              <p:cNvGrpSpPr/>
              <p:nvPr/>
            </p:nvGrpSpPr>
            <p:grpSpPr>
              <a:xfrm>
                <a:off x="6534766" y="1878979"/>
                <a:ext cx="3181189" cy="4303531"/>
                <a:chOff x="6498113" y="1672308"/>
                <a:chExt cx="3470273" cy="4694606"/>
              </a:xfrm>
            </p:grpSpPr>
            <p:sp>
              <p:nvSpPr>
                <p:cNvPr id="630" name="矩形: 圆角 629"/>
                <p:cNvSpPr/>
                <p:nvPr/>
              </p:nvSpPr>
              <p:spPr>
                <a:xfrm>
                  <a:off x="6531759" y="1672308"/>
                  <a:ext cx="3436627" cy="4694606"/>
                </a:xfrm>
                <a:prstGeom prst="roundRect">
                  <a:avLst>
                    <a:gd name="adj" fmla="val 7615"/>
                  </a:avLst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 dirty="0"/>
                </a:p>
              </p:txBody>
            </p:sp>
            <p:cxnSp>
              <p:nvCxnSpPr>
                <p:cNvPr id="631" name="直接箭头连接符 630"/>
                <p:cNvCxnSpPr>
                  <a:stCxn id="630" idx="0"/>
                  <a:endCxn id="632" idx="1"/>
                </p:cNvCxnSpPr>
                <p:nvPr/>
              </p:nvCxnSpPr>
              <p:spPr>
                <a:xfrm flipH="1">
                  <a:off x="8240270" y="1672308"/>
                  <a:ext cx="9803" cy="33337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32" name="矩形: 圆角 631"/>
                <p:cNvSpPr/>
                <p:nvPr/>
              </p:nvSpPr>
              <p:spPr>
                <a:xfrm rot="5400000">
                  <a:off x="8079665" y="1882651"/>
                  <a:ext cx="321211" cy="567271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ysClr val="windowText" lastClr="000000"/>
                      </a:solidFill>
                    </a:rPr>
                    <a:t>Conv</a:t>
                  </a:r>
                  <a:endParaRPr lang="zh-CN" altLang="en-US" sz="1170" dirty="0">
                    <a:solidFill>
                      <a:sysClr val="windowText" lastClr="000000"/>
                    </a:solidFill>
                  </a:endParaRPr>
                </a:p>
              </p:txBody>
            </p:sp>
            <p:cxnSp>
              <p:nvCxnSpPr>
                <p:cNvPr id="633" name="直接连接符 632"/>
                <p:cNvCxnSpPr>
                  <a:stCxn id="632" idx="3"/>
                </p:cNvCxnSpPr>
                <p:nvPr/>
              </p:nvCxnSpPr>
              <p:spPr>
                <a:xfrm>
                  <a:off x="8240270" y="2326891"/>
                  <a:ext cx="0" cy="247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4" name="直接连接符 633"/>
                <p:cNvCxnSpPr/>
                <p:nvPr/>
              </p:nvCxnSpPr>
              <p:spPr>
                <a:xfrm>
                  <a:off x="7202483" y="2574851"/>
                  <a:ext cx="213807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36" name="矩形: 圆角 635"/>
                <p:cNvSpPr/>
                <p:nvPr/>
              </p:nvSpPr>
              <p:spPr>
                <a:xfrm>
                  <a:off x="8024322" y="2885502"/>
                  <a:ext cx="429557" cy="242241"/>
                </a:xfrm>
                <a:prstGeom prst="round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AP</a:t>
                  </a:r>
                  <a:endParaRPr lang="zh-CN" altLang="en-US" sz="117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37" name="矩形: 圆角 636"/>
                <p:cNvSpPr/>
                <p:nvPr/>
              </p:nvSpPr>
              <p:spPr>
                <a:xfrm>
                  <a:off x="9134545" y="2885502"/>
                  <a:ext cx="429557" cy="242241"/>
                </a:xfrm>
                <a:prstGeom prst="round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AP</a:t>
                  </a:r>
                  <a:endParaRPr lang="zh-CN" altLang="en-US" sz="117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638" name="直接箭头连接符 637"/>
                <p:cNvCxnSpPr/>
                <p:nvPr/>
              </p:nvCxnSpPr>
              <p:spPr>
                <a:xfrm>
                  <a:off x="7202483" y="2564683"/>
                  <a:ext cx="0" cy="32081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9" name="直接箭头连接符 638"/>
                <p:cNvCxnSpPr/>
                <p:nvPr/>
              </p:nvCxnSpPr>
              <p:spPr>
                <a:xfrm>
                  <a:off x="8238574" y="2574851"/>
                  <a:ext cx="528" cy="31065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0" name="直接箭头连接符 639"/>
                <p:cNvCxnSpPr>
                  <a:endCxn id="637" idx="0"/>
                </p:cNvCxnSpPr>
                <p:nvPr/>
              </p:nvCxnSpPr>
              <p:spPr>
                <a:xfrm>
                  <a:off x="9349324" y="2564683"/>
                  <a:ext cx="0" cy="32081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41" name="矩形: 圆角 640"/>
                <p:cNvSpPr/>
                <p:nvPr/>
              </p:nvSpPr>
              <p:spPr>
                <a:xfrm>
                  <a:off x="6896435" y="3741528"/>
                  <a:ext cx="613077" cy="242241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MAA</a:t>
                  </a:r>
                  <a:endParaRPr lang="zh-CN" altLang="en-US" sz="117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42" name="矩形: 圆角 641"/>
                <p:cNvSpPr/>
                <p:nvPr/>
              </p:nvSpPr>
              <p:spPr>
                <a:xfrm>
                  <a:off x="7933731" y="3744120"/>
                  <a:ext cx="613077" cy="242241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MAA</a:t>
                  </a:r>
                  <a:endParaRPr lang="zh-CN" altLang="en-US" sz="1170" dirty="0"/>
                </a:p>
              </p:txBody>
            </p:sp>
            <p:sp>
              <p:nvSpPr>
                <p:cNvPr id="643" name="矩形: 圆角 642"/>
                <p:cNvSpPr/>
                <p:nvPr/>
              </p:nvSpPr>
              <p:spPr>
                <a:xfrm>
                  <a:off x="9041197" y="3741528"/>
                  <a:ext cx="613077" cy="242241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MAA</a:t>
                  </a:r>
                  <a:endParaRPr lang="zh-CN" altLang="en-US" sz="1170" dirty="0"/>
                </a:p>
              </p:txBody>
            </p:sp>
            <p:cxnSp>
              <p:nvCxnSpPr>
                <p:cNvPr id="644" name="直接箭头连接符 643"/>
                <p:cNvCxnSpPr>
                  <a:endCxn id="641" idx="0"/>
                </p:cNvCxnSpPr>
                <p:nvPr/>
              </p:nvCxnSpPr>
              <p:spPr>
                <a:xfrm>
                  <a:off x="7202483" y="3127744"/>
                  <a:ext cx="491" cy="613784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45" name="流程图: 或者 644"/>
                <p:cNvSpPr/>
                <p:nvPr/>
              </p:nvSpPr>
              <p:spPr>
                <a:xfrm>
                  <a:off x="8151536" y="3340335"/>
                  <a:ext cx="177468" cy="176721"/>
                </a:xfrm>
                <a:prstGeom prst="flowChartOr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46" name="流程图: 或者 645"/>
                <p:cNvSpPr/>
                <p:nvPr/>
              </p:nvSpPr>
              <p:spPr>
                <a:xfrm>
                  <a:off x="9259002" y="3322565"/>
                  <a:ext cx="177468" cy="176721"/>
                </a:xfrm>
                <a:prstGeom prst="flowChartOr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cxnSp>
              <p:nvCxnSpPr>
                <p:cNvPr id="647" name="直接箭头连接符 646"/>
                <p:cNvCxnSpPr>
                  <a:endCxn id="642" idx="0"/>
                </p:cNvCxnSpPr>
                <p:nvPr/>
              </p:nvCxnSpPr>
              <p:spPr>
                <a:xfrm>
                  <a:off x="8240269" y="3127744"/>
                  <a:ext cx="0" cy="61637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8" name="直接箭头连接符 647"/>
                <p:cNvCxnSpPr>
                  <a:stCxn id="637" idx="2"/>
                  <a:endCxn id="643" idx="0"/>
                </p:cNvCxnSpPr>
                <p:nvPr/>
              </p:nvCxnSpPr>
              <p:spPr>
                <a:xfrm flipH="1">
                  <a:off x="9347735" y="3127744"/>
                  <a:ext cx="1589" cy="613784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9" name="连接符: 肘形 648"/>
                <p:cNvCxnSpPr>
                  <a:stCxn id="641" idx="3"/>
                  <a:endCxn id="645" idx="2"/>
                </p:cNvCxnSpPr>
                <p:nvPr/>
              </p:nvCxnSpPr>
              <p:spPr>
                <a:xfrm flipV="1">
                  <a:off x="7509512" y="3428696"/>
                  <a:ext cx="642025" cy="433953"/>
                </a:xfrm>
                <a:prstGeom prst="bentConnector3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0" name="连接符: 肘形 649"/>
                <p:cNvCxnSpPr>
                  <a:stCxn id="642" idx="3"/>
                  <a:endCxn id="646" idx="2"/>
                </p:cNvCxnSpPr>
                <p:nvPr/>
              </p:nvCxnSpPr>
              <p:spPr>
                <a:xfrm flipV="1">
                  <a:off x="8546808" y="3410927"/>
                  <a:ext cx="712193" cy="454315"/>
                </a:xfrm>
                <a:prstGeom prst="bentConnector3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51" name="矩形: 圆角 650"/>
                <p:cNvSpPr/>
                <p:nvPr/>
              </p:nvSpPr>
              <p:spPr>
                <a:xfrm>
                  <a:off x="6967019" y="4340937"/>
                  <a:ext cx="471909" cy="242241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UP</a:t>
                  </a:r>
                  <a:endParaRPr lang="zh-CN" altLang="en-US" sz="117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52" name="矩形: 圆角 651"/>
                <p:cNvSpPr/>
                <p:nvPr/>
              </p:nvSpPr>
              <p:spPr>
                <a:xfrm>
                  <a:off x="8004316" y="4340937"/>
                  <a:ext cx="471909" cy="242241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UP</a:t>
                  </a:r>
                  <a:endParaRPr lang="zh-CN" altLang="en-US" sz="117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53" name="矩形: 圆角 652"/>
                <p:cNvSpPr/>
                <p:nvPr/>
              </p:nvSpPr>
              <p:spPr>
                <a:xfrm>
                  <a:off x="9111780" y="4347295"/>
                  <a:ext cx="471909" cy="242241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UP</a:t>
                  </a:r>
                  <a:endParaRPr lang="zh-CN" altLang="en-US" sz="117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654" name="直接箭头连接符 653"/>
                <p:cNvCxnSpPr>
                  <a:stCxn id="641" idx="2"/>
                  <a:endCxn id="651" idx="0"/>
                </p:cNvCxnSpPr>
                <p:nvPr/>
              </p:nvCxnSpPr>
              <p:spPr>
                <a:xfrm flipH="1">
                  <a:off x="7202973" y="3983768"/>
                  <a:ext cx="1" cy="357168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5" name="直接箭头连接符 654"/>
                <p:cNvCxnSpPr>
                  <a:stCxn id="642" idx="2"/>
                </p:cNvCxnSpPr>
                <p:nvPr/>
              </p:nvCxnSpPr>
              <p:spPr>
                <a:xfrm>
                  <a:off x="8240269" y="3986362"/>
                  <a:ext cx="0" cy="35457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6" name="直接箭头连接符 655"/>
                <p:cNvCxnSpPr>
                  <a:stCxn id="643" idx="2"/>
                  <a:endCxn id="653" idx="0"/>
                </p:cNvCxnSpPr>
                <p:nvPr/>
              </p:nvCxnSpPr>
              <p:spPr>
                <a:xfrm flipH="1">
                  <a:off x="9347734" y="3983768"/>
                  <a:ext cx="1" cy="363525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57" name="流程图: 或者 656"/>
                <p:cNvSpPr/>
                <p:nvPr/>
              </p:nvSpPr>
              <p:spPr>
                <a:xfrm>
                  <a:off x="8153621" y="4785131"/>
                  <a:ext cx="177468" cy="176721"/>
                </a:xfrm>
                <a:prstGeom prst="flowChartOr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 dirty="0"/>
                </a:p>
              </p:txBody>
            </p:sp>
            <p:cxnSp>
              <p:nvCxnSpPr>
                <p:cNvPr id="658" name="连接符: 肘形 657"/>
                <p:cNvCxnSpPr>
                  <a:stCxn id="651" idx="2"/>
                  <a:endCxn id="657" idx="2"/>
                </p:cNvCxnSpPr>
                <p:nvPr/>
              </p:nvCxnSpPr>
              <p:spPr>
                <a:xfrm rot="16200000" flipH="1">
                  <a:off x="7533141" y="4253010"/>
                  <a:ext cx="290313" cy="950650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9" name="直接箭头连接符 658"/>
                <p:cNvCxnSpPr>
                  <a:stCxn id="652" idx="2"/>
                  <a:endCxn id="657" idx="0"/>
                </p:cNvCxnSpPr>
                <p:nvPr/>
              </p:nvCxnSpPr>
              <p:spPr>
                <a:xfrm>
                  <a:off x="8240269" y="4583179"/>
                  <a:ext cx="2087" cy="201953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0" name="连接符: 肘形 659"/>
                <p:cNvCxnSpPr>
                  <a:stCxn id="653" idx="2"/>
                  <a:endCxn id="657" idx="6"/>
                </p:cNvCxnSpPr>
                <p:nvPr/>
              </p:nvCxnSpPr>
              <p:spPr>
                <a:xfrm rot="5400000">
                  <a:off x="8697435" y="4223192"/>
                  <a:ext cx="283955" cy="1016645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1" name="矩形: 圆角 660"/>
                <p:cNvSpPr/>
                <p:nvPr/>
              </p:nvSpPr>
              <p:spPr>
                <a:xfrm rot="5400000">
                  <a:off x="8084777" y="5020074"/>
                  <a:ext cx="321211" cy="567271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ysClr val="windowText" lastClr="000000"/>
                      </a:solidFill>
                    </a:rPr>
                    <a:t>Conv</a:t>
                  </a:r>
                  <a:endParaRPr lang="zh-CN" altLang="en-US" sz="117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62" name="矩形: 圆角 661"/>
                <p:cNvSpPr/>
                <p:nvPr/>
              </p:nvSpPr>
              <p:spPr>
                <a:xfrm rot="5400000">
                  <a:off x="8081820" y="5747456"/>
                  <a:ext cx="321211" cy="567271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ysClr val="windowText" lastClr="000000"/>
                      </a:solidFill>
                    </a:rPr>
                    <a:t>Conv</a:t>
                  </a:r>
                  <a:endParaRPr lang="zh-CN" altLang="en-US" sz="1170" dirty="0">
                    <a:solidFill>
                      <a:sysClr val="windowText" lastClr="000000"/>
                    </a:solidFill>
                  </a:endParaRPr>
                </a:p>
              </p:txBody>
            </p:sp>
            <p:cxnSp>
              <p:nvCxnSpPr>
                <p:cNvPr id="663" name="直接箭头连接符 662"/>
                <p:cNvCxnSpPr>
                  <a:endCxn id="661" idx="1"/>
                </p:cNvCxnSpPr>
                <p:nvPr/>
              </p:nvCxnSpPr>
              <p:spPr>
                <a:xfrm>
                  <a:off x="8242354" y="4961852"/>
                  <a:ext cx="3026" cy="18125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4" name="直接箭头连接符 663"/>
                <p:cNvCxnSpPr>
                  <a:stCxn id="661" idx="3"/>
                  <a:endCxn id="662" idx="1"/>
                </p:cNvCxnSpPr>
                <p:nvPr/>
              </p:nvCxnSpPr>
              <p:spPr>
                <a:xfrm flipH="1">
                  <a:off x="8242426" y="5464316"/>
                  <a:ext cx="2957" cy="40617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5" name="流程图: 或者 664"/>
                <p:cNvSpPr/>
                <p:nvPr/>
              </p:nvSpPr>
              <p:spPr>
                <a:xfrm>
                  <a:off x="8159673" y="5562993"/>
                  <a:ext cx="177468" cy="176721"/>
                </a:xfrm>
                <a:prstGeom prst="flowChartOr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cxnSp>
              <p:nvCxnSpPr>
                <p:cNvPr id="666" name="直接连接符 665"/>
                <p:cNvCxnSpPr/>
                <p:nvPr/>
              </p:nvCxnSpPr>
              <p:spPr>
                <a:xfrm>
                  <a:off x="8240269" y="2450871"/>
                  <a:ext cx="153015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7" name="连接符: 肘形 666"/>
                <p:cNvCxnSpPr>
                  <a:endCxn id="665" idx="6"/>
                </p:cNvCxnSpPr>
                <p:nvPr/>
              </p:nvCxnSpPr>
              <p:spPr>
                <a:xfrm rot="5400000">
                  <a:off x="7447208" y="3340801"/>
                  <a:ext cx="3200482" cy="1420622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8" name="直接箭头连接符 667"/>
                <p:cNvCxnSpPr>
                  <a:stCxn id="662" idx="3"/>
                  <a:endCxn id="630" idx="2"/>
                </p:cNvCxnSpPr>
                <p:nvPr/>
              </p:nvCxnSpPr>
              <p:spPr>
                <a:xfrm>
                  <a:off x="8242425" y="6191697"/>
                  <a:ext cx="7648" cy="175217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69" name="文本框 668"/>
                    <p:cNvSpPr txBox="1"/>
                    <p:nvPr/>
                  </p:nvSpPr>
                  <p:spPr>
                    <a:xfrm>
                      <a:off x="6498113" y="2887701"/>
                      <a:ext cx="640985" cy="22595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zh-CN" altLang="en-US" sz="785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785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num>
                              <m:den>
                                <m:r>
                                  <a:rPr lang="zh-CN" altLang="en-US" sz="785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  <m:r>
                              <a:rPr lang="zh-CN" altLang="en-US" sz="785">
                                <a:latin typeface="Cambria Math" panose="02040503050406030204" pitchFamily="18" charset="0"/>
                              </a:rPr>
                              <m:t>×</m:t>
                            </m:r>
                            <m:f>
                              <m:fPr>
                                <m:ctrlPr>
                                  <a:rPr lang="zh-CN" altLang="en-US" sz="785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785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num>
                              <m:den>
                                <m:r>
                                  <a:rPr lang="zh-CN" altLang="en-US" sz="785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oMath>
                        </m:oMathPara>
                      </a14:m>
                      <a:endParaRPr lang="zh-CN" altLang="en-US" sz="785" dirty="0"/>
                    </a:p>
                  </p:txBody>
                </p:sp>
              </mc:Choice>
              <mc:Fallback>
                <p:sp>
                  <p:nvSpPr>
                    <p:cNvPr id="669" name="文本框 66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98113" y="2887701"/>
                      <a:ext cx="640985" cy="225959"/>
                    </a:xfrm>
                    <a:prstGeom prst="rect">
                      <a:avLst/>
                    </a:prstGeom>
                    <a:blipFill rotWithShape="1">
                      <a:blip r:embed="rId32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70" name="文本框 669"/>
                    <p:cNvSpPr txBox="1"/>
                    <p:nvPr/>
                  </p:nvSpPr>
                  <p:spPr>
                    <a:xfrm>
                      <a:off x="7531236" y="2885501"/>
                      <a:ext cx="640985" cy="22519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zh-CN" altLang="en-US" sz="785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785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num>
                              <m:den>
                                <m:r>
                                  <a:rPr lang="en-US" altLang="zh-CN" sz="785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a:rPr lang="zh-CN" altLang="en-US" sz="785">
                                <a:latin typeface="Cambria Math" panose="02040503050406030204" pitchFamily="18" charset="0"/>
                              </a:rPr>
                              <m:t>×</m:t>
                            </m:r>
                            <m:f>
                              <m:fPr>
                                <m:ctrlPr>
                                  <a:rPr lang="zh-CN" altLang="en-US" sz="785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785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num>
                              <m:den>
                                <m:r>
                                  <a:rPr lang="en-US" altLang="zh-CN" sz="785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oMath>
                        </m:oMathPara>
                      </a14:m>
                      <a:endParaRPr lang="zh-CN" altLang="en-US" sz="785" dirty="0"/>
                    </a:p>
                  </p:txBody>
                </p:sp>
              </mc:Choice>
              <mc:Fallback>
                <p:sp>
                  <p:nvSpPr>
                    <p:cNvPr id="670" name="文本框 66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31236" y="2885501"/>
                      <a:ext cx="640985" cy="225190"/>
                    </a:xfrm>
                    <a:prstGeom prst="rect">
                      <a:avLst/>
                    </a:prstGeom>
                    <a:blipFill rotWithShape="1">
                      <a:blip r:embed="rId33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71" name="文本框 670"/>
                    <p:cNvSpPr txBox="1"/>
                    <p:nvPr/>
                  </p:nvSpPr>
                  <p:spPr>
                    <a:xfrm>
                      <a:off x="8637298" y="2900933"/>
                      <a:ext cx="640985" cy="22519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zh-CN" altLang="en-US" sz="785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785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num>
                              <m:den>
                                <m:r>
                                  <a:rPr lang="en-US" altLang="zh-CN" sz="785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zh-CN" altLang="en-US" sz="785">
                                <a:latin typeface="Cambria Math" panose="02040503050406030204" pitchFamily="18" charset="0"/>
                              </a:rPr>
                              <m:t>×</m:t>
                            </m:r>
                            <m:f>
                              <m:fPr>
                                <m:ctrlPr>
                                  <a:rPr lang="zh-CN" altLang="en-US" sz="785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785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num>
                              <m:den>
                                <m:r>
                                  <a:rPr lang="en-US" altLang="zh-CN" sz="785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oMath>
                        </m:oMathPara>
                      </a14:m>
                      <a:endParaRPr lang="zh-CN" altLang="en-US" sz="785" dirty="0"/>
                    </a:p>
                  </p:txBody>
                </p:sp>
              </mc:Choice>
              <mc:Fallback>
                <p:sp>
                  <p:nvSpPr>
                    <p:cNvPr id="671" name="文本框 67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637298" y="2900933"/>
                      <a:ext cx="640985" cy="225190"/>
                    </a:xfrm>
                    <a:prstGeom prst="rect">
                      <a:avLst/>
                    </a:prstGeom>
                    <a:blipFill rotWithShape="1">
                      <a:blip r:embed="rId34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72" name="文本框 671"/>
                    <p:cNvSpPr txBox="1"/>
                    <p:nvPr/>
                  </p:nvSpPr>
                  <p:spPr>
                    <a:xfrm>
                      <a:off x="6639000" y="4444065"/>
                      <a:ext cx="308995" cy="12048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zh-CN" altLang="en-US" sz="785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zh-CN" altLang="en-US" sz="785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sty m:val="p"/>
                              </m:rPr>
                              <a:rPr lang="en-US" altLang="zh-CN" sz="785">
                                <a:latin typeface="Cambria Math" panose="02040503050406030204" pitchFamily="18" charset="0"/>
                              </a:rPr>
                              <m:t>W</m:t>
                            </m:r>
                          </m:oMath>
                        </m:oMathPara>
                      </a14:m>
                      <a:endParaRPr lang="zh-CN" altLang="en-US" sz="785" dirty="0"/>
                    </a:p>
                  </p:txBody>
                </p:sp>
              </mc:Choice>
              <mc:Fallback>
                <p:sp>
                  <p:nvSpPr>
                    <p:cNvPr id="672" name="文本框 67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39000" y="4444065"/>
                      <a:ext cx="308995" cy="120482"/>
                    </a:xfrm>
                    <a:prstGeom prst="rect">
                      <a:avLst/>
                    </a:prstGeom>
                    <a:blipFill rotWithShape="1">
                      <a:blip r:embed="rId35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73" name="文本框 672"/>
                    <p:cNvSpPr txBox="1"/>
                    <p:nvPr/>
                  </p:nvSpPr>
                  <p:spPr>
                    <a:xfrm>
                      <a:off x="7693913" y="4426990"/>
                      <a:ext cx="308995" cy="12048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zh-CN" altLang="en-US" sz="785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zh-CN" altLang="en-US" sz="785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sty m:val="p"/>
                              </m:rPr>
                              <a:rPr lang="en-US" altLang="zh-CN" sz="785">
                                <a:latin typeface="Cambria Math" panose="02040503050406030204" pitchFamily="18" charset="0"/>
                              </a:rPr>
                              <m:t>W</m:t>
                            </m:r>
                          </m:oMath>
                        </m:oMathPara>
                      </a14:m>
                      <a:endParaRPr lang="zh-CN" altLang="en-US" sz="785" dirty="0"/>
                    </a:p>
                  </p:txBody>
                </p:sp>
              </mc:Choice>
              <mc:Fallback>
                <p:sp>
                  <p:nvSpPr>
                    <p:cNvPr id="673" name="文本框 67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93913" y="4426990"/>
                      <a:ext cx="308995" cy="120482"/>
                    </a:xfrm>
                    <a:prstGeom prst="rect">
                      <a:avLst/>
                    </a:prstGeom>
                    <a:blipFill rotWithShape="1">
                      <a:blip r:embed="rId35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74" name="文本框 673"/>
                    <p:cNvSpPr txBox="1"/>
                    <p:nvPr/>
                  </p:nvSpPr>
                  <p:spPr>
                    <a:xfrm>
                      <a:off x="8799475" y="4419841"/>
                      <a:ext cx="308995" cy="12048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zh-CN" altLang="en-US" sz="785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zh-CN" altLang="en-US" sz="785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sty m:val="p"/>
                              </m:rPr>
                              <a:rPr lang="en-US" altLang="zh-CN" sz="785">
                                <a:latin typeface="Cambria Math" panose="02040503050406030204" pitchFamily="18" charset="0"/>
                              </a:rPr>
                              <m:t>W</m:t>
                            </m:r>
                          </m:oMath>
                        </m:oMathPara>
                      </a14:m>
                      <a:endParaRPr lang="zh-CN" altLang="en-US" sz="785" dirty="0"/>
                    </a:p>
                  </p:txBody>
                </p:sp>
              </mc:Choice>
              <mc:Fallback>
                <p:sp>
                  <p:nvSpPr>
                    <p:cNvPr id="674" name="文本框 67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99475" y="4419841"/>
                      <a:ext cx="308995" cy="120482"/>
                    </a:xfrm>
                    <a:prstGeom prst="rect">
                      <a:avLst/>
                    </a:prstGeom>
                    <a:blipFill rotWithShape="1">
                      <a:blip r:embed="rId35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82" name="矩形: 圆角 181"/>
              <p:cNvSpPr/>
              <p:nvPr/>
            </p:nvSpPr>
            <p:spPr>
              <a:xfrm>
                <a:off x="7009579" y="2996350"/>
                <a:ext cx="393774" cy="222062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AP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859280" y="2479040"/>
            <a:ext cx="2966085" cy="2105660"/>
            <a:chOff x="2928" y="3904"/>
            <a:chExt cx="4671" cy="3316"/>
          </a:xfrm>
        </p:grpSpPr>
        <p:grpSp>
          <p:nvGrpSpPr>
            <p:cNvPr id="144" name="组合 143"/>
            <p:cNvGrpSpPr/>
            <p:nvPr/>
          </p:nvGrpSpPr>
          <p:grpSpPr>
            <a:xfrm>
              <a:off x="2928" y="3904"/>
              <a:ext cx="1563" cy="3316"/>
              <a:chOff x="1859300" y="2478832"/>
              <a:chExt cx="992762" cy="2105867"/>
            </a:xfrm>
          </p:grpSpPr>
          <p:sp>
            <p:nvSpPr>
              <p:cNvPr id="2" name="矩形: 圆角 1"/>
              <p:cNvSpPr/>
              <p:nvPr/>
            </p:nvSpPr>
            <p:spPr>
              <a:xfrm>
                <a:off x="1859300" y="2478832"/>
                <a:ext cx="992762" cy="210586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" name="矩形: 圆角 2"/>
              <p:cNvSpPr/>
              <p:nvPr/>
            </p:nvSpPr>
            <p:spPr>
              <a:xfrm rot="5400000">
                <a:off x="2233761" y="2749731"/>
                <a:ext cx="250428" cy="46028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" name="矩形: 圆角 3"/>
              <p:cNvSpPr/>
              <p:nvPr/>
            </p:nvSpPr>
            <p:spPr>
              <a:xfrm rot="5400000">
                <a:off x="2234800" y="3102756"/>
                <a:ext cx="250428" cy="460280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GN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" name="矩形: 圆角 4"/>
              <p:cNvSpPr/>
              <p:nvPr/>
            </p:nvSpPr>
            <p:spPr>
              <a:xfrm rot="5400000">
                <a:off x="2231625" y="3714874"/>
                <a:ext cx="250428" cy="46028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 err="1">
                    <a:solidFill>
                      <a:sysClr val="windowText" lastClr="000000"/>
                    </a:solidFill>
                  </a:rPr>
                  <a:t>SiLU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" name="立方体 6"/>
              <p:cNvSpPr/>
              <p:nvPr/>
            </p:nvSpPr>
            <p:spPr>
              <a:xfrm>
                <a:off x="2032000" y="3559242"/>
                <a:ext cx="615950" cy="166824"/>
              </a:xfrm>
              <a:prstGeom prst="cube">
                <a:avLst>
                  <a:gd name="adj" fmla="val 23129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400" dirty="0">
                    <a:solidFill>
                      <a:schemeClr val="tx1"/>
                    </a:solidFill>
                  </a:rPr>
                  <a:t>Timestep embedding</a:t>
                </a:r>
                <a:endParaRPr lang="zh-CN" altLang="en-US" sz="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矩形: 圆角 7"/>
              <p:cNvSpPr/>
              <p:nvPr/>
            </p:nvSpPr>
            <p:spPr>
              <a:xfrm>
                <a:off x="1987550" y="2711450"/>
                <a:ext cx="755650" cy="150915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6" name="直接箭头连接符 15"/>
              <p:cNvCxnSpPr>
                <a:stCxn id="2" idx="0"/>
                <a:endCxn id="3" idx="1"/>
              </p:cNvCxnSpPr>
              <p:nvPr/>
            </p:nvCxnSpPr>
            <p:spPr>
              <a:xfrm>
                <a:off x="2355681" y="2478832"/>
                <a:ext cx="3294" cy="37582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流程图: 或者 18"/>
              <p:cNvSpPr/>
              <p:nvPr/>
            </p:nvSpPr>
            <p:spPr>
              <a:xfrm>
                <a:off x="2275497" y="4269747"/>
                <a:ext cx="162684" cy="162000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cxnSp>
            <p:nvCxnSpPr>
              <p:cNvPr id="22" name="直接连接符 21"/>
              <p:cNvCxnSpPr>
                <a:stCxn id="3" idx="3"/>
                <a:endCxn id="4" idx="1"/>
              </p:cNvCxnSpPr>
              <p:nvPr/>
            </p:nvCxnSpPr>
            <p:spPr>
              <a:xfrm>
                <a:off x="2358975" y="3105085"/>
                <a:ext cx="1039" cy="10259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>
                <a:stCxn id="5" idx="3"/>
                <a:endCxn id="19" idx="0"/>
              </p:cNvCxnSpPr>
              <p:nvPr/>
            </p:nvCxnSpPr>
            <p:spPr>
              <a:xfrm>
                <a:off x="2356839" y="4070228"/>
                <a:ext cx="0" cy="1995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/>
              <p:cNvCxnSpPr>
                <a:stCxn id="19" idx="4"/>
                <a:endCxn id="2" idx="2"/>
              </p:cNvCxnSpPr>
              <p:nvPr/>
            </p:nvCxnSpPr>
            <p:spPr>
              <a:xfrm flipH="1">
                <a:off x="2355681" y="4431747"/>
                <a:ext cx="1158" cy="15295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文本框 34"/>
              <p:cNvSpPr txBox="1"/>
              <p:nvPr/>
            </p:nvSpPr>
            <p:spPr>
              <a:xfrm>
                <a:off x="1977287" y="4007266"/>
                <a:ext cx="457272" cy="272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70" dirty="0"/>
                  <a:t>x2</a:t>
                </a:r>
                <a:endParaRPr lang="zh-CN" altLang="en-US" sz="1170" dirty="0"/>
              </a:p>
            </p:txBody>
          </p:sp>
          <p:cxnSp>
            <p:nvCxnSpPr>
              <p:cNvPr id="42" name="直接连接符 41"/>
              <p:cNvCxnSpPr>
                <a:stCxn id="4" idx="3"/>
                <a:endCxn id="7" idx="0"/>
              </p:cNvCxnSpPr>
              <p:nvPr/>
            </p:nvCxnSpPr>
            <p:spPr>
              <a:xfrm flipH="1">
                <a:off x="2359267" y="3458110"/>
                <a:ext cx="747" cy="10113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>
                <a:endCxn id="5" idx="1"/>
              </p:cNvCxnSpPr>
              <p:nvPr/>
            </p:nvCxnSpPr>
            <p:spPr>
              <a:xfrm>
                <a:off x="2356839" y="3739310"/>
                <a:ext cx="0" cy="8049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连接符: 肘形 53"/>
              <p:cNvCxnSpPr>
                <a:endCxn id="19" idx="2"/>
              </p:cNvCxnSpPr>
              <p:nvPr/>
            </p:nvCxnSpPr>
            <p:spPr>
              <a:xfrm rot="5400000">
                <a:off x="1457048" y="3452111"/>
                <a:ext cx="1717086" cy="80187"/>
              </a:xfrm>
              <a:prstGeom prst="bentConnector4">
                <a:avLst>
                  <a:gd name="adj1" fmla="val -2561"/>
                  <a:gd name="adj2" fmla="val 539504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5" name="矩形: 圆角 64"/>
            <p:cNvSpPr/>
            <p:nvPr/>
          </p:nvSpPr>
          <p:spPr>
            <a:xfrm>
              <a:off x="5147" y="4890"/>
              <a:ext cx="2452" cy="164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立方体 65"/>
            <p:cNvSpPr/>
            <p:nvPr/>
          </p:nvSpPr>
          <p:spPr>
            <a:xfrm>
              <a:off x="7338" y="5571"/>
              <a:ext cx="203" cy="178"/>
            </a:xfrm>
            <a:prstGeom prst="cub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t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7" name="立方体 66"/>
            <p:cNvSpPr/>
            <p:nvPr/>
          </p:nvSpPr>
          <p:spPr>
            <a:xfrm>
              <a:off x="6007" y="5189"/>
              <a:ext cx="648" cy="237"/>
            </a:xfrm>
            <a:prstGeom prst="cube">
              <a:avLst>
                <a:gd name="adj" fmla="val 23129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Scale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8" name="立方体 67"/>
            <p:cNvSpPr/>
            <p:nvPr/>
          </p:nvSpPr>
          <p:spPr>
            <a:xfrm>
              <a:off x="6007" y="5950"/>
              <a:ext cx="648" cy="237"/>
            </a:xfrm>
            <a:prstGeom prst="cube">
              <a:avLst>
                <a:gd name="adj" fmla="val 23129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Shift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72" name="椭圆 71"/>
            <p:cNvSpPr/>
            <p:nvPr/>
          </p:nvSpPr>
          <p:spPr>
            <a:xfrm>
              <a:off x="6725" y="5509"/>
              <a:ext cx="341" cy="341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6636" y="5517"/>
              <a:ext cx="572" cy="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700" dirty="0"/>
                <a:t>MLP</a:t>
              </a:r>
              <a:endParaRPr lang="zh-CN" altLang="en-US" sz="700" dirty="0"/>
            </a:p>
          </p:txBody>
        </p:sp>
        <p:cxnSp>
          <p:nvCxnSpPr>
            <p:cNvPr id="80" name="直接箭头连接符 79"/>
            <p:cNvCxnSpPr>
              <a:stCxn id="66" idx="2"/>
              <a:endCxn id="72" idx="6"/>
            </p:cNvCxnSpPr>
            <p:nvPr/>
          </p:nvCxnSpPr>
          <p:spPr>
            <a:xfrm flipH="1" flipV="1">
              <a:off x="7067" y="5680"/>
              <a:ext cx="271" cy="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连接符: 肘形 93"/>
            <p:cNvCxnSpPr>
              <a:stCxn id="72" idx="0"/>
              <a:endCxn id="67" idx="5"/>
            </p:cNvCxnSpPr>
            <p:nvPr/>
          </p:nvCxnSpPr>
          <p:spPr>
            <a:xfrm rot="16200000" flipV="1">
              <a:off x="6661" y="5274"/>
              <a:ext cx="229" cy="24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连接符: 肘形 94"/>
            <p:cNvCxnSpPr>
              <a:stCxn id="72" idx="4"/>
              <a:endCxn id="68" idx="5"/>
            </p:cNvCxnSpPr>
            <p:nvPr/>
          </p:nvCxnSpPr>
          <p:spPr>
            <a:xfrm rot="5400000">
              <a:off x="6680" y="5825"/>
              <a:ext cx="191" cy="24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流程图: 或者 100"/>
            <p:cNvSpPr/>
            <p:nvPr/>
          </p:nvSpPr>
          <p:spPr>
            <a:xfrm>
              <a:off x="5484" y="5968"/>
              <a:ext cx="256" cy="255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2" name="流程图: 汇总连接 101"/>
            <p:cNvSpPr/>
            <p:nvPr/>
          </p:nvSpPr>
          <p:spPr>
            <a:xfrm>
              <a:off x="5490" y="5219"/>
              <a:ext cx="243" cy="235"/>
            </a:xfrm>
            <a:prstGeom prst="flowChartSummingJunc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15"/>
            </a:p>
          </p:txBody>
        </p:sp>
        <p:cxnSp>
          <p:nvCxnSpPr>
            <p:cNvPr id="114" name="连接符: 肘形 113"/>
            <p:cNvCxnSpPr>
              <a:stCxn id="65" idx="0"/>
              <a:endCxn id="102" idx="0"/>
            </p:cNvCxnSpPr>
            <p:nvPr/>
          </p:nvCxnSpPr>
          <p:spPr>
            <a:xfrm rot="16200000" flipH="1" flipV="1">
              <a:off x="5828" y="4674"/>
              <a:ext cx="329" cy="761"/>
            </a:xfrm>
            <a:prstGeom prst="bentConnector3">
              <a:avLst>
                <a:gd name="adj1" fmla="val 45545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连接符: 肘形 118"/>
            <p:cNvCxnSpPr>
              <a:stCxn id="101" idx="4"/>
              <a:endCxn id="65" idx="2"/>
            </p:cNvCxnSpPr>
            <p:nvPr/>
          </p:nvCxnSpPr>
          <p:spPr>
            <a:xfrm rot="16200000" flipH="1">
              <a:off x="5837" y="5998"/>
              <a:ext cx="310" cy="761"/>
            </a:xfrm>
            <a:prstGeom prst="bentConnector3">
              <a:avLst>
                <a:gd name="adj1" fmla="val 2269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箭头连接符 121"/>
            <p:cNvCxnSpPr>
              <a:stCxn id="67" idx="2"/>
              <a:endCxn id="102" idx="6"/>
            </p:cNvCxnSpPr>
            <p:nvPr/>
          </p:nvCxnSpPr>
          <p:spPr>
            <a:xfrm flipH="1">
              <a:off x="5734" y="5335"/>
              <a:ext cx="273" cy="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箭头连接符 123"/>
            <p:cNvCxnSpPr>
              <a:stCxn id="68" idx="2"/>
              <a:endCxn id="101" idx="6"/>
            </p:cNvCxnSpPr>
            <p:nvPr/>
          </p:nvCxnSpPr>
          <p:spPr>
            <a:xfrm flipH="1" flipV="1">
              <a:off x="5740" y="6096"/>
              <a:ext cx="26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>
              <a:stCxn id="102" idx="4"/>
              <a:endCxn id="101" idx="0"/>
            </p:cNvCxnSpPr>
            <p:nvPr/>
          </p:nvCxnSpPr>
          <p:spPr>
            <a:xfrm flipH="1">
              <a:off x="5612" y="5455"/>
              <a:ext cx="0" cy="514"/>
            </a:xfrm>
            <a:prstGeom prst="line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2507615" y="461645"/>
            <a:ext cx="5887085" cy="6427470"/>
            <a:chOff x="3949" y="727"/>
            <a:chExt cx="9271" cy="10122"/>
          </a:xfrm>
        </p:grpSpPr>
        <p:sp>
          <p:nvSpPr>
            <p:cNvPr id="143" name="文本框 142"/>
            <p:cNvSpPr txBox="1"/>
            <p:nvPr/>
          </p:nvSpPr>
          <p:spPr>
            <a:xfrm>
              <a:off x="5447" y="727"/>
              <a:ext cx="1740" cy="8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80" dirty="0"/>
                <a:t>Global A</a:t>
              </a:r>
              <a:r>
                <a:rPr lang="en-US" altLang="zh-CN" sz="980" i="1" dirty="0"/>
                <a:t>ver</a:t>
              </a:r>
              <a:r>
                <a:rPr lang="en-US" altLang="zh-CN" sz="980" dirty="0"/>
                <a:t>age Pooling</a:t>
              </a:r>
              <a:endParaRPr lang="en-US" altLang="zh-CN" sz="980" dirty="0"/>
            </a:p>
            <a:p>
              <a:endParaRPr lang="en-US" altLang="zh-CN" sz="980" dirty="0"/>
            </a:p>
          </p:txBody>
        </p:sp>
        <p:grpSp>
          <p:nvGrpSpPr>
            <p:cNvPr id="3" name="组合 2"/>
            <p:cNvGrpSpPr/>
            <p:nvPr/>
          </p:nvGrpSpPr>
          <p:grpSpPr>
            <a:xfrm rot="0">
              <a:off x="5047" y="1276"/>
              <a:ext cx="1986" cy="383"/>
              <a:chOff x="9669939" y="1793440"/>
              <a:chExt cx="1166603" cy="257193"/>
            </a:xfrm>
          </p:grpSpPr>
          <p:sp>
            <p:nvSpPr>
              <p:cNvPr id="149" name="流程图: 或者 148"/>
              <p:cNvSpPr/>
              <p:nvPr/>
            </p:nvSpPr>
            <p:spPr>
              <a:xfrm>
                <a:off x="9669939" y="1836958"/>
                <a:ext cx="144236" cy="144236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150" name="文本框 149"/>
              <p:cNvSpPr txBox="1"/>
              <p:nvPr/>
            </p:nvSpPr>
            <p:spPr>
              <a:xfrm>
                <a:off x="9905265" y="1793440"/>
                <a:ext cx="931277" cy="2571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80" dirty="0"/>
                  <a:t>Addition</a:t>
                </a:r>
                <a:endParaRPr lang="en-US" altLang="zh-CN" sz="980" dirty="0"/>
              </a:p>
            </p:txBody>
          </p:sp>
        </p:grpSp>
        <p:sp>
          <p:nvSpPr>
            <p:cNvPr id="157" name="矩形: 圆角 156"/>
            <p:cNvSpPr/>
            <p:nvPr/>
          </p:nvSpPr>
          <p:spPr>
            <a:xfrm rot="5400000">
              <a:off x="5049" y="748"/>
              <a:ext cx="272" cy="537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785" dirty="0">
                  <a:solidFill>
                    <a:schemeClr val="tx1"/>
                  </a:solidFill>
                </a:rPr>
                <a:t>AP</a:t>
              </a:r>
              <a:endParaRPr lang="zh-CN" altLang="en-US" sz="785" dirty="0">
                <a:solidFill>
                  <a:schemeClr val="tx1"/>
                </a:solidFill>
              </a:endParaRPr>
            </a:p>
          </p:txBody>
        </p:sp>
        <p:sp>
          <p:nvSpPr>
            <p:cNvPr id="161" name="文本框 160"/>
            <p:cNvSpPr txBox="1"/>
            <p:nvPr/>
          </p:nvSpPr>
          <p:spPr>
            <a:xfrm>
              <a:off x="5370" y="1676"/>
              <a:ext cx="1740" cy="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80" dirty="0"/>
                <a:t>Convolution</a:t>
              </a:r>
              <a:endParaRPr lang="en-US" altLang="zh-CN" sz="980" dirty="0"/>
            </a:p>
          </p:txBody>
        </p:sp>
        <p:sp>
          <p:nvSpPr>
            <p:cNvPr id="4" name="圆角矩形 3"/>
            <p:cNvSpPr/>
            <p:nvPr/>
          </p:nvSpPr>
          <p:spPr>
            <a:xfrm>
              <a:off x="7436" y="2681"/>
              <a:ext cx="5784" cy="7496"/>
            </a:xfrm>
            <a:prstGeom prst="roundRect">
              <a:avLst>
                <a:gd name="adj" fmla="val 11171"/>
              </a:avLst>
            </a:prstGeom>
            <a:solidFill>
              <a:srgbClr val="BBDDD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35" y="2907"/>
              <a:ext cx="1233" cy="1081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 rot="5400000" flipH="1">
              <a:off x="8426" y="3388"/>
              <a:ext cx="159" cy="182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" name="矩形 9"/>
            <p:cNvSpPr/>
            <p:nvPr/>
          </p:nvSpPr>
          <p:spPr>
            <a:xfrm rot="5400000" flipH="1">
              <a:off x="8764" y="3388"/>
              <a:ext cx="159" cy="182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1" name="矩形 10"/>
            <p:cNvSpPr/>
            <p:nvPr/>
          </p:nvSpPr>
          <p:spPr>
            <a:xfrm rot="5400000" flipH="1">
              <a:off x="9119" y="3388"/>
              <a:ext cx="159" cy="182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2" name="矩形: 圆角 29"/>
            <p:cNvSpPr/>
            <p:nvPr/>
          </p:nvSpPr>
          <p:spPr>
            <a:xfrm rot="5400000">
              <a:off x="8656" y="4848"/>
              <a:ext cx="399" cy="802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AP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: 圆角 30"/>
            <p:cNvSpPr/>
            <p:nvPr/>
          </p:nvSpPr>
          <p:spPr>
            <a:xfrm rot="5400000">
              <a:off x="8656" y="5533"/>
              <a:ext cx="399" cy="802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ysClr val="windowText" lastClr="000000"/>
                  </a:solidFill>
                </a:rPr>
                <a:t>Conv</a:t>
              </a:r>
              <a:endParaRPr lang="zh-CN" altLang="en-US" sz="117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矩形: 圆角 31"/>
            <p:cNvSpPr/>
            <p:nvPr/>
          </p:nvSpPr>
          <p:spPr>
            <a:xfrm rot="5400000">
              <a:off x="8657" y="6209"/>
              <a:ext cx="398" cy="80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Tanh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15" name="矩形: 圆角 79"/>
            <p:cNvSpPr/>
            <p:nvPr/>
          </p:nvSpPr>
          <p:spPr>
            <a:xfrm rot="5400000">
              <a:off x="8675" y="6871"/>
              <a:ext cx="394" cy="802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FM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17" name="矩形: 圆角 32"/>
            <p:cNvSpPr/>
            <p:nvPr/>
          </p:nvSpPr>
          <p:spPr>
            <a:xfrm rot="5400000">
              <a:off x="7395" y="5353"/>
              <a:ext cx="1061" cy="454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Dilated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34" name="直接箭头连接符 33"/>
            <p:cNvCxnSpPr>
              <a:stCxn id="5" idx="2"/>
              <a:endCxn id="12" idx="1"/>
            </p:cNvCxnSpPr>
            <p:nvPr/>
          </p:nvCxnSpPr>
          <p:spPr>
            <a:xfrm>
              <a:off x="8852" y="3988"/>
              <a:ext cx="3" cy="10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连接符: 肘形 36"/>
            <p:cNvCxnSpPr>
              <a:endCxn id="17" idx="1"/>
            </p:cNvCxnSpPr>
            <p:nvPr/>
          </p:nvCxnSpPr>
          <p:spPr>
            <a:xfrm rot="10800000" flipV="1">
              <a:off x="7924" y="4426"/>
              <a:ext cx="920" cy="622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2" name="组合 41"/>
            <p:cNvGrpSpPr/>
            <p:nvPr/>
          </p:nvGrpSpPr>
          <p:grpSpPr>
            <a:xfrm rot="5400000">
              <a:off x="7844" y="6306"/>
              <a:ext cx="159" cy="545"/>
              <a:chOff x="8111" y="4551"/>
              <a:chExt cx="168" cy="504"/>
            </a:xfrm>
          </p:grpSpPr>
          <p:sp>
            <p:nvSpPr>
              <p:cNvPr id="38" name="矩形 37"/>
              <p:cNvSpPr/>
              <p:nvPr/>
            </p:nvSpPr>
            <p:spPr>
              <a:xfrm rot="5400000" flipH="1">
                <a:off x="8111" y="4551"/>
                <a:ext cx="168" cy="168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39" name="矩形 38"/>
              <p:cNvSpPr/>
              <p:nvPr/>
            </p:nvSpPr>
            <p:spPr>
              <a:xfrm rot="5400000" flipH="1">
                <a:off x="8111" y="4719"/>
                <a:ext cx="168" cy="168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40" name="矩形 39"/>
              <p:cNvSpPr/>
              <p:nvPr/>
            </p:nvSpPr>
            <p:spPr>
              <a:xfrm rot="5400000" flipH="1">
                <a:off x="8111" y="4887"/>
                <a:ext cx="168" cy="168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 rot="5400000">
              <a:off x="8798" y="7525"/>
              <a:ext cx="159" cy="545"/>
              <a:chOff x="8111" y="4551"/>
              <a:chExt cx="168" cy="504"/>
            </a:xfrm>
            <a:solidFill>
              <a:schemeClr val="accent2">
                <a:lumMod val="75000"/>
              </a:schemeClr>
            </a:solidFill>
          </p:grpSpPr>
          <p:sp>
            <p:nvSpPr>
              <p:cNvPr id="46" name="矩形 45"/>
              <p:cNvSpPr/>
              <p:nvPr/>
            </p:nvSpPr>
            <p:spPr>
              <a:xfrm rot="5400000" flipH="1">
                <a:off x="8111" y="4551"/>
                <a:ext cx="168" cy="168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47" name="矩形 46"/>
              <p:cNvSpPr/>
              <p:nvPr/>
            </p:nvSpPr>
            <p:spPr>
              <a:xfrm rot="5400000" flipH="1">
                <a:off x="8111" y="4719"/>
                <a:ext cx="168" cy="168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48" name="矩形 47"/>
              <p:cNvSpPr/>
              <p:nvPr/>
            </p:nvSpPr>
            <p:spPr>
              <a:xfrm rot="5400000" flipH="1">
                <a:off x="8111" y="4887"/>
                <a:ext cx="168" cy="168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</p:grpSp>
        <p:cxnSp>
          <p:nvCxnSpPr>
            <p:cNvPr id="49" name="直接连接符 48"/>
            <p:cNvCxnSpPr>
              <a:stCxn id="17" idx="3"/>
              <a:endCxn id="39" idx="2"/>
            </p:cNvCxnSpPr>
            <p:nvPr/>
          </p:nvCxnSpPr>
          <p:spPr>
            <a:xfrm flipH="1">
              <a:off x="7924" y="6110"/>
              <a:ext cx="1" cy="3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0" name="直接箭头连接符 49"/>
            <p:cNvCxnSpPr/>
            <p:nvPr/>
          </p:nvCxnSpPr>
          <p:spPr>
            <a:xfrm rot="5400000">
              <a:off x="8702" y="5592"/>
              <a:ext cx="28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箭头连接符 50"/>
            <p:cNvCxnSpPr/>
            <p:nvPr/>
          </p:nvCxnSpPr>
          <p:spPr>
            <a:xfrm rot="5400000">
              <a:off x="8685" y="6276"/>
              <a:ext cx="28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51"/>
            <p:cNvCxnSpPr/>
            <p:nvPr/>
          </p:nvCxnSpPr>
          <p:spPr>
            <a:xfrm rot="5400000">
              <a:off x="8702" y="6951"/>
              <a:ext cx="28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>
              <a:stCxn id="15" idx="3"/>
              <a:endCxn id="47" idx="2"/>
            </p:cNvCxnSpPr>
            <p:nvPr/>
          </p:nvCxnSpPr>
          <p:spPr>
            <a:xfrm>
              <a:off x="8872" y="7469"/>
              <a:ext cx="5" cy="24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>
              <a:stCxn id="47" idx="0"/>
            </p:cNvCxnSpPr>
            <p:nvPr/>
          </p:nvCxnSpPr>
          <p:spPr>
            <a:xfrm>
              <a:off x="8877" y="7877"/>
              <a:ext cx="3" cy="17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6" name="连接符: 肘形 139"/>
            <p:cNvCxnSpPr>
              <a:stCxn id="39" idx="0"/>
            </p:cNvCxnSpPr>
            <p:nvPr/>
          </p:nvCxnSpPr>
          <p:spPr>
            <a:xfrm rot="5400000" flipV="1">
              <a:off x="7574" y="7008"/>
              <a:ext cx="1515" cy="816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流程图: 或者 56"/>
            <p:cNvSpPr/>
            <p:nvPr/>
          </p:nvSpPr>
          <p:spPr>
            <a:xfrm rot="5400000">
              <a:off x="8756" y="8492"/>
              <a:ext cx="246" cy="281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cxnSp>
          <p:nvCxnSpPr>
            <p:cNvPr id="58" name="直接连接符 57"/>
            <p:cNvCxnSpPr>
              <a:endCxn id="57" idx="2"/>
            </p:cNvCxnSpPr>
            <p:nvPr/>
          </p:nvCxnSpPr>
          <p:spPr>
            <a:xfrm flipH="1">
              <a:off x="8879" y="8297"/>
              <a:ext cx="1" cy="21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 flipH="1">
              <a:off x="8854" y="4422"/>
              <a:ext cx="755" cy="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连接符: 肘形 126"/>
            <p:cNvCxnSpPr>
              <a:endCxn id="57" idx="0"/>
            </p:cNvCxnSpPr>
            <p:nvPr/>
          </p:nvCxnSpPr>
          <p:spPr>
            <a:xfrm rot="5400000">
              <a:off x="7207" y="6231"/>
              <a:ext cx="4215" cy="589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2" name="图片 6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81" y="8992"/>
              <a:ext cx="1144" cy="1003"/>
            </a:xfrm>
            <a:prstGeom prst="rect">
              <a:avLst/>
            </a:prstGeom>
          </p:spPr>
        </p:pic>
        <p:grpSp>
          <p:nvGrpSpPr>
            <p:cNvPr id="67" name="组合 66"/>
            <p:cNvGrpSpPr/>
            <p:nvPr/>
          </p:nvGrpSpPr>
          <p:grpSpPr>
            <a:xfrm rot="5400000">
              <a:off x="10040" y="9415"/>
              <a:ext cx="634" cy="150"/>
              <a:chOff x="10185" y="1784"/>
              <a:chExt cx="809" cy="168"/>
            </a:xfrm>
          </p:grpSpPr>
          <p:sp>
            <p:nvSpPr>
              <p:cNvPr id="64" name="矩形 63"/>
              <p:cNvSpPr/>
              <p:nvPr/>
            </p:nvSpPr>
            <p:spPr>
              <a:xfrm rot="5400000" flipH="1">
                <a:off x="10185" y="1784"/>
                <a:ext cx="168" cy="168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65" name="矩形 64"/>
              <p:cNvSpPr/>
              <p:nvPr/>
            </p:nvSpPr>
            <p:spPr>
              <a:xfrm rot="5400000" flipH="1">
                <a:off x="10498" y="1784"/>
                <a:ext cx="168" cy="168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66" name="矩形 65"/>
              <p:cNvSpPr/>
              <p:nvPr/>
            </p:nvSpPr>
            <p:spPr>
              <a:xfrm rot="5400000" flipH="1">
                <a:off x="10826" y="1784"/>
                <a:ext cx="168" cy="168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</p:grpSp>
        <p:cxnSp>
          <p:nvCxnSpPr>
            <p:cNvPr id="74" name="连接符: 肘形 139"/>
            <p:cNvCxnSpPr>
              <a:stCxn id="57" idx="6"/>
              <a:endCxn id="62" idx="1"/>
            </p:cNvCxnSpPr>
            <p:nvPr/>
          </p:nvCxnSpPr>
          <p:spPr>
            <a:xfrm rot="5400000" flipV="1">
              <a:off x="8961" y="8674"/>
              <a:ext cx="738" cy="902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连接符: 肘形 139"/>
            <p:cNvCxnSpPr>
              <a:stCxn id="62" idx="3"/>
              <a:endCxn id="81" idx="3"/>
            </p:cNvCxnSpPr>
            <p:nvPr/>
          </p:nvCxnSpPr>
          <p:spPr>
            <a:xfrm flipV="1">
              <a:off x="10926" y="8631"/>
              <a:ext cx="1037" cy="863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矩形: 圆角 29"/>
            <p:cNvSpPr/>
            <p:nvPr/>
          </p:nvSpPr>
          <p:spPr>
            <a:xfrm rot="5400000">
              <a:off x="11763" y="8030"/>
              <a:ext cx="399" cy="802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AP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82" name="矩形: 圆角 30"/>
            <p:cNvSpPr/>
            <p:nvPr/>
          </p:nvSpPr>
          <p:spPr>
            <a:xfrm rot="5400000">
              <a:off x="11763" y="7336"/>
              <a:ext cx="399" cy="802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ysClr val="windowText" lastClr="000000"/>
                  </a:solidFill>
                </a:rPr>
                <a:t>Conv</a:t>
              </a:r>
              <a:endParaRPr lang="zh-CN" altLang="en-US" sz="1170" dirty="0">
                <a:solidFill>
                  <a:sysClr val="windowText" lastClr="000000"/>
                </a:solidFill>
              </a:endParaRPr>
            </a:p>
          </p:txBody>
        </p:sp>
        <p:cxnSp>
          <p:nvCxnSpPr>
            <p:cNvPr id="83" name="直接箭头连接符 82"/>
            <p:cNvCxnSpPr>
              <a:stCxn id="81" idx="1"/>
              <a:endCxn id="82" idx="3"/>
            </p:cNvCxnSpPr>
            <p:nvPr/>
          </p:nvCxnSpPr>
          <p:spPr>
            <a:xfrm flipV="1">
              <a:off x="11963" y="7937"/>
              <a:ext cx="0" cy="29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矩形: 圆角 31"/>
            <p:cNvSpPr/>
            <p:nvPr/>
          </p:nvSpPr>
          <p:spPr>
            <a:xfrm rot="5400000">
              <a:off x="11764" y="6652"/>
              <a:ext cx="398" cy="80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Tanh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85" name="直接箭头连接符 84"/>
            <p:cNvCxnSpPr>
              <a:endCxn id="84" idx="3"/>
            </p:cNvCxnSpPr>
            <p:nvPr/>
          </p:nvCxnSpPr>
          <p:spPr>
            <a:xfrm flipV="1">
              <a:off x="11963" y="7252"/>
              <a:ext cx="0" cy="28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矩形: 圆角 79"/>
            <p:cNvSpPr/>
            <p:nvPr/>
          </p:nvSpPr>
          <p:spPr>
            <a:xfrm rot="5400000">
              <a:off x="11766" y="5981"/>
              <a:ext cx="394" cy="802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FM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87" name="直接箭头连接符 86"/>
            <p:cNvCxnSpPr/>
            <p:nvPr/>
          </p:nvCxnSpPr>
          <p:spPr>
            <a:xfrm flipV="1">
              <a:off x="11963" y="6567"/>
              <a:ext cx="0" cy="28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8" name="组合 87"/>
            <p:cNvGrpSpPr/>
            <p:nvPr/>
          </p:nvGrpSpPr>
          <p:grpSpPr>
            <a:xfrm rot="0">
              <a:off x="11866" y="5440"/>
              <a:ext cx="182" cy="477"/>
              <a:chOff x="8111" y="4551"/>
              <a:chExt cx="168" cy="504"/>
            </a:xfrm>
            <a:solidFill>
              <a:schemeClr val="accent2">
                <a:lumMod val="75000"/>
              </a:schemeClr>
            </a:solidFill>
          </p:grpSpPr>
          <p:sp>
            <p:nvSpPr>
              <p:cNvPr id="89" name="矩形 88"/>
              <p:cNvSpPr/>
              <p:nvPr/>
            </p:nvSpPr>
            <p:spPr>
              <a:xfrm rot="5400000" flipH="1">
                <a:off x="8111" y="4551"/>
                <a:ext cx="168" cy="168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90" name="矩形 89"/>
              <p:cNvSpPr/>
              <p:nvPr/>
            </p:nvSpPr>
            <p:spPr>
              <a:xfrm rot="5400000" flipH="1">
                <a:off x="8111" y="4719"/>
                <a:ext cx="168" cy="168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91" name="矩形 90"/>
              <p:cNvSpPr/>
              <p:nvPr/>
            </p:nvSpPr>
            <p:spPr>
              <a:xfrm rot="5400000" flipH="1">
                <a:off x="8111" y="4887"/>
                <a:ext cx="168" cy="168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</p:grpSp>
        <p:cxnSp>
          <p:nvCxnSpPr>
            <p:cNvPr id="92" name="直接连接符 91"/>
            <p:cNvCxnSpPr>
              <a:stCxn id="91" idx="1"/>
            </p:cNvCxnSpPr>
            <p:nvPr/>
          </p:nvCxnSpPr>
          <p:spPr>
            <a:xfrm>
              <a:off x="11957" y="5918"/>
              <a:ext cx="1" cy="2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>
              <a:endCxn id="89" idx="3"/>
            </p:cNvCxnSpPr>
            <p:nvPr/>
          </p:nvCxnSpPr>
          <p:spPr>
            <a:xfrm flipH="1">
              <a:off x="11957" y="5205"/>
              <a:ext cx="2" cy="23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5" name="流程图: 或者 94"/>
            <p:cNvSpPr/>
            <p:nvPr/>
          </p:nvSpPr>
          <p:spPr>
            <a:xfrm rot="5400000">
              <a:off x="11836" y="4094"/>
              <a:ext cx="246" cy="281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cxnSp>
          <p:nvCxnSpPr>
            <p:cNvPr id="96" name="直接连接符 95"/>
            <p:cNvCxnSpPr>
              <a:stCxn id="95" idx="6"/>
            </p:cNvCxnSpPr>
            <p:nvPr/>
          </p:nvCxnSpPr>
          <p:spPr>
            <a:xfrm>
              <a:off x="11959" y="4358"/>
              <a:ext cx="0" cy="6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7" name="矩形: 圆角 32"/>
            <p:cNvSpPr/>
            <p:nvPr/>
          </p:nvSpPr>
          <p:spPr>
            <a:xfrm rot="5400000">
              <a:off x="10531" y="7680"/>
              <a:ext cx="1061" cy="454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Dilated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grpSp>
          <p:nvGrpSpPr>
            <p:cNvPr id="109" name="组合 108"/>
            <p:cNvGrpSpPr/>
            <p:nvPr/>
          </p:nvGrpSpPr>
          <p:grpSpPr>
            <a:xfrm rot="0">
              <a:off x="10970" y="6340"/>
              <a:ext cx="182" cy="477"/>
              <a:chOff x="8111" y="4551"/>
              <a:chExt cx="168" cy="504"/>
            </a:xfrm>
          </p:grpSpPr>
          <p:sp>
            <p:nvSpPr>
              <p:cNvPr id="110" name="矩形 109"/>
              <p:cNvSpPr/>
              <p:nvPr/>
            </p:nvSpPr>
            <p:spPr>
              <a:xfrm rot="5400000" flipH="1">
                <a:off x="8111" y="4551"/>
                <a:ext cx="168" cy="168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111" name="矩形 110"/>
              <p:cNvSpPr/>
              <p:nvPr/>
            </p:nvSpPr>
            <p:spPr>
              <a:xfrm rot="5400000" flipH="1">
                <a:off x="8111" y="4719"/>
                <a:ext cx="168" cy="168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113" name="矩形 112"/>
              <p:cNvSpPr/>
              <p:nvPr/>
            </p:nvSpPr>
            <p:spPr>
              <a:xfrm rot="5400000" flipH="1">
                <a:off x="8111" y="4887"/>
                <a:ext cx="168" cy="168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</p:grpSp>
        <p:cxnSp>
          <p:nvCxnSpPr>
            <p:cNvPr id="115" name="直接连接符 114"/>
            <p:cNvCxnSpPr>
              <a:stCxn id="113" idx="1"/>
              <a:endCxn id="97" idx="1"/>
            </p:cNvCxnSpPr>
            <p:nvPr/>
          </p:nvCxnSpPr>
          <p:spPr>
            <a:xfrm>
              <a:off x="11061" y="6817"/>
              <a:ext cx="0" cy="5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7" name="连接符: 肘形 139"/>
            <p:cNvCxnSpPr>
              <a:endCxn id="97" idx="3"/>
            </p:cNvCxnSpPr>
            <p:nvPr/>
          </p:nvCxnSpPr>
          <p:spPr>
            <a:xfrm rot="10800000">
              <a:off x="11060" y="8438"/>
              <a:ext cx="898" cy="752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连接符: 肘形 139"/>
            <p:cNvCxnSpPr>
              <a:stCxn id="110" idx="3"/>
            </p:cNvCxnSpPr>
            <p:nvPr/>
          </p:nvCxnSpPr>
          <p:spPr>
            <a:xfrm rot="16200000">
              <a:off x="10810" y="5333"/>
              <a:ext cx="1258" cy="757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直接连接符 122"/>
            <p:cNvCxnSpPr/>
            <p:nvPr/>
          </p:nvCxnSpPr>
          <p:spPr>
            <a:xfrm flipH="1">
              <a:off x="11957" y="9182"/>
              <a:ext cx="925" cy="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连接符: 肘形 139"/>
            <p:cNvCxnSpPr>
              <a:endCxn id="95" idx="0"/>
            </p:cNvCxnSpPr>
            <p:nvPr/>
          </p:nvCxnSpPr>
          <p:spPr>
            <a:xfrm rot="16200000" flipV="1">
              <a:off x="10016" y="6317"/>
              <a:ext cx="4943" cy="779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直接箭头连接符 124"/>
            <p:cNvCxnSpPr>
              <a:endCxn id="95" idx="4"/>
            </p:cNvCxnSpPr>
            <p:nvPr/>
          </p:nvCxnSpPr>
          <p:spPr>
            <a:xfrm flipV="1">
              <a:off x="8845" y="4235"/>
              <a:ext cx="2974" cy="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>
              <a:stCxn id="129" idx="2"/>
              <a:endCxn id="95" idx="2"/>
            </p:cNvCxnSpPr>
            <p:nvPr/>
          </p:nvCxnSpPr>
          <p:spPr>
            <a:xfrm flipH="1">
              <a:off x="11959" y="3988"/>
              <a:ext cx="2" cy="12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129" name="图片 128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44" y="2907"/>
              <a:ext cx="1233" cy="1081"/>
            </a:xfrm>
            <a:prstGeom prst="rect">
              <a:avLst/>
            </a:prstGeom>
          </p:spPr>
        </p:pic>
        <p:sp>
          <p:nvSpPr>
            <p:cNvPr id="6" name="矩形: 圆角 5"/>
            <p:cNvSpPr/>
            <p:nvPr/>
          </p:nvSpPr>
          <p:spPr>
            <a:xfrm rot="5400000">
              <a:off x="1685" y="5030"/>
              <a:ext cx="7496" cy="2969"/>
            </a:xfrm>
            <a:prstGeom prst="roundRect">
              <a:avLst>
                <a:gd name="adj" fmla="val 13023"/>
              </a:avLst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zh-CN" altLang="en-US" sz="1760" dirty="0"/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32" y="3079"/>
              <a:ext cx="1155" cy="1033"/>
            </a:xfrm>
            <a:prstGeom prst="rect">
              <a:avLst/>
            </a:prstGeom>
          </p:spPr>
        </p:pic>
        <p:grpSp>
          <p:nvGrpSpPr>
            <p:cNvPr id="28" name="组合 27"/>
            <p:cNvGrpSpPr/>
            <p:nvPr/>
          </p:nvGrpSpPr>
          <p:grpSpPr>
            <a:xfrm rot="5400000">
              <a:off x="6255" y="7323"/>
              <a:ext cx="487" cy="545"/>
              <a:chOff x="3797141" y="1416844"/>
              <a:chExt cx="320040" cy="320040"/>
            </a:xfrm>
          </p:grpSpPr>
          <p:sp>
            <p:nvSpPr>
              <p:cNvPr id="16" name="矩形 15"/>
              <p:cNvSpPr/>
              <p:nvPr/>
            </p:nvSpPr>
            <p:spPr>
              <a:xfrm flipH="1">
                <a:off x="3797141" y="1416844"/>
                <a:ext cx="106680" cy="106680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19" name="矩形 18"/>
              <p:cNvSpPr/>
              <p:nvPr/>
            </p:nvSpPr>
            <p:spPr>
              <a:xfrm flipH="1">
                <a:off x="3903821" y="1416844"/>
                <a:ext cx="106680" cy="106680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20" name="矩形 19"/>
              <p:cNvSpPr/>
              <p:nvPr/>
            </p:nvSpPr>
            <p:spPr>
              <a:xfrm flipH="1">
                <a:off x="4010501" y="1416844"/>
                <a:ext cx="106680" cy="106680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22" name="矩形 21"/>
              <p:cNvSpPr/>
              <p:nvPr/>
            </p:nvSpPr>
            <p:spPr>
              <a:xfrm flipH="1">
                <a:off x="3797141" y="1523524"/>
                <a:ext cx="106680" cy="106680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23" name="矩形 22"/>
              <p:cNvSpPr/>
              <p:nvPr/>
            </p:nvSpPr>
            <p:spPr>
              <a:xfrm flipH="1">
                <a:off x="3903821" y="1523524"/>
                <a:ext cx="106680" cy="106680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24" name="矩形 23"/>
              <p:cNvSpPr/>
              <p:nvPr/>
            </p:nvSpPr>
            <p:spPr>
              <a:xfrm flipH="1">
                <a:off x="4010501" y="1523524"/>
                <a:ext cx="106680" cy="106680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25" name="矩形 24"/>
              <p:cNvSpPr/>
              <p:nvPr/>
            </p:nvSpPr>
            <p:spPr>
              <a:xfrm flipH="1">
                <a:off x="3797141" y="1630204"/>
                <a:ext cx="106680" cy="106680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26" name="矩形 25"/>
              <p:cNvSpPr/>
              <p:nvPr/>
            </p:nvSpPr>
            <p:spPr>
              <a:xfrm flipH="1">
                <a:off x="3903821" y="1630204"/>
                <a:ext cx="106680" cy="106680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27" name="矩形 26"/>
              <p:cNvSpPr/>
              <p:nvPr/>
            </p:nvSpPr>
            <p:spPr>
              <a:xfrm flipH="1">
                <a:off x="4010501" y="1630204"/>
                <a:ext cx="106680" cy="106680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</p:grpSp>
        <p:sp>
          <p:nvSpPr>
            <p:cNvPr id="30" name="矩形: 圆角 29"/>
            <p:cNvSpPr/>
            <p:nvPr/>
          </p:nvSpPr>
          <p:spPr>
            <a:xfrm rot="5400000">
              <a:off x="5206" y="4990"/>
              <a:ext cx="407" cy="802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AP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31" name="矩形: 圆角 30"/>
            <p:cNvSpPr/>
            <p:nvPr/>
          </p:nvSpPr>
          <p:spPr>
            <a:xfrm rot="5400000">
              <a:off x="5206" y="5687"/>
              <a:ext cx="407" cy="802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ysClr val="windowText" lastClr="000000"/>
                  </a:solidFill>
                </a:rPr>
                <a:t>Conv</a:t>
              </a:r>
              <a:endParaRPr lang="zh-CN" altLang="en-US" sz="117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矩形: 圆角 31"/>
            <p:cNvSpPr/>
            <p:nvPr/>
          </p:nvSpPr>
          <p:spPr>
            <a:xfrm rot="5400000">
              <a:off x="5207" y="6317"/>
              <a:ext cx="406" cy="802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Tanh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33" name="矩形: 圆角 32"/>
            <p:cNvSpPr/>
            <p:nvPr/>
          </p:nvSpPr>
          <p:spPr>
            <a:xfrm rot="5400000">
              <a:off x="5943" y="5252"/>
              <a:ext cx="1082" cy="454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Dilated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35" name="直接箭头连接符 34"/>
            <p:cNvCxnSpPr>
              <a:stCxn id="8" idx="2"/>
              <a:endCxn id="30" idx="1"/>
            </p:cNvCxnSpPr>
            <p:nvPr/>
          </p:nvCxnSpPr>
          <p:spPr>
            <a:xfrm>
              <a:off x="5409" y="4112"/>
              <a:ext cx="0" cy="107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连接符: 肘形 36"/>
            <p:cNvCxnSpPr>
              <a:endCxn id="33" idx="1"/>
            </p:cNvCxnSpPr>
            <p:nvPr/>
          </p:nvCxnSpPr>
          <p:spPr>
            <a:xfrm rot="10800000" flipH="1" flipV="1">
              <a:off x="4955" y="4363"/>
              <a:ext cx="1528" cy="575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>
              <a:stCxn id="33" idx="3"/>
              <a:endCxn id="22" idx="3"/>
            </p:cNvCxnSpPr>
            <p:nvPr/>
          </p:nvCxnSpPr>
          <p:spPr>
            <a:xfrm>
              <a:off x="6484" y="6019"/>
              <a:ext cx="15" cy="133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>
              <a:stCxn id="30" idx="3"/>
              <a:endCxn id="31" idx="1"/>
            </p:cNvCxnSpPr>
            <p:nvPr/>
          </p:nvCxnSpPr>
          <p:spPr>
            <a:xfrm rot="5400000">
              <a:off x="5265" y="5739"/>
              <a:ext cx="28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>
              <a:stCxn id="31" idx="3"/>
            </p:cNvCxnSpPr>
            <p:nvPr/>
          </p:nvCxnSpPr>
          <p:spPr>
            <a:xfrm rot="5400000">
              <a:off x="5298" y="6403"/>
              <a:ext cx="22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2" name="组合 181"/>
            <p:cNvGrpSpPr/>
            <p:nvPr/>
          </p:nvGrpSpPr>
          <p:grpSpPr>
            <a:xfrm rot="0">
              <a:off x="5107" y="3265"/>
              <a:ext cx="661" cy="640"/>
              <a:chOff x="3123933" y="786085"/>
              <a:chExt cx="458959" cy="497137"/>
            </a:xfrm>
          </p:grpSpPr>
          <p:sp>
            <p:nvSpPr>
              <p:cNvPr id="68" name="矩形 67"/>
              <p:cNvSpPr/>
              <p:nvPr/>
            </p:nvSpPr>
            <p:spPr>
              <a:xfrm rot="5400000" flipH="1">
                <a:off x="3476212" y="786085"/>
                <a:ext cx="106680" cy="106680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69" name="矩形 68"/>
              <p:cNvSpPr/>
              <p:nvPr/>
            </p:nvSpPr>
            <p:spPr>
              <a:xfrm rot="5400000" flipH="1">
                <a:off x="3476212" y="986345"/>
                <a:ext cx="106680" cy="106680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70" name="矩形 69"/>
              <p:cNvSpPr/>
              <p:nvPr/>
            </p:nvSpPr>
            <p:spPr>
              <a:xfrm rot="5400000" flipH="1">
                <a:off x="3476212" y="1176542"/>
                <a:ext cx="106680" cy="106680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71" name="矩形 70"/>
              <p:cNvSpPr/>
              <p:nvPr/>
            </p:nvSpPr>
            <p:spPr>
              <a:xfrm rot="5400000" flipH="1">
                <a:off x="3312470" y="786085"/>
                <a:ext cx="106680" cy="106680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72" name="矩形 71"/>
              <p:cNvSpPr/>
              <p:nvPr/>
            </p:nvSpPr>
            <p:spPr>
              <a:xfrm rot="5400000" flipH="1">
                <a:off x="3312470" y="986345"/>
                <a:ext cx="106680" cy="106680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73" name="矩形 72"/>
              <p:cNvSpPr/>
              <p:nvPr/>
            </p:nvSpPr>
            <p:spPr>
              <a:xfrm rot="5400000" flipH="1">
                <a:off x="3312470" y="1176542"/>
                <a:ext cx="106680" cy="106680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75" name="矩形 74"/>
              <p:cNvSpPr/>
              <p:nvPr/>
            </p:nvSpPr>
            <p:spPr>
              <a:xfrm rot="5400000" flipH="1">
                <a:off x="3123933" y="786085"/>
                <a:ext cx="106680" cy="106680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76" name="矩形 75"/>
              <p:cNvSpPr/>
              <p:nvPr/>
            </p:nvSpPr>
            <p:spPr>
              <a:xfrm rot="5400000" flipH="1">
                <a:off x="3123933" y="986345"/>
                <a:ext cx="106680" cy="106680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77" name="矩形 76"/>
              <p:cNvSpPr/>
              <p:nvPr/>
            </p:nvSpPr>
            <p:spPr>
              <a:xfrm rot="5400000" flipH="1">
                <a:off x="3123933" y="1176542"/>
                <a:ext cx="106680" cy="106680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</p:grpSp>
        <p:sp>
          <p:nvSpPr>
            <p:cNvPr id="80" name="矩形: 圆角 79"/>
            <p:cNvSpPr/>
            <p:nvPr/>
          </p:nvSpPr>
          <p:spPr>
            <a:xfrm rot="5400000">
              <a:off x="5208" y="7061"/>
              <a:ext cx="402" cy="802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FM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grpSp>
          <p:nvGrpSpPr>
            <p:cNvPr id="98" name="组合 97"/>
            <p:cNvGrpSpPr/>
            <p:nvPr/>
          </p:nvGrpSpPr>
          <p:grpSpPr>
            <a:xfrm rot="5400000">
              <a:off x="5166" y="8043"/>
              <a:ext cx="487" cy="545"/>
              <a:chOff x="3797141" y="1416844"/>
              <a:chExt cx="320040" cy="320040"/>
            </a:xfrm>
            <a:solidFill>
              <a:schemeClr val="accent2">
                <a:lumMod val="75000"/>
              </a:schemeClr>
            </a:solidFill>
          </p:grpSpPr>
          <p:sp>
            <p:nvSpPr>
              <p:cNvPr id="99" name="矩形 98"/>
              <p:cNvSpPr/>
              <p:nvPr/>
            </p:nvSpPr>
            <p:spPr>
              <a:xfrm flipH="1">
                <a:off x="3797141" y="1416844"/>
                <a:ext cx="106680" cy="10668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100" name="矩形 99"/>
              <p:cNvSpPr/>
              <p:nvPr/>
            </p:nvSpPr>
            <p:spPr>
              <a:xfrm flipH="1">
                <a:off x="3903821" y="1416844"/>
                <a:ext cx="106680" cy="10668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101" name="矩形 100"/>
              <p:cNvSpPr/>
              <p:nvPr/>
            </p:nvSpPr>
            <p:spPr>
              <a:xfrm flipH="1">
                <a:off x="4010501" y="1416844"/>
                <a:ext cx="106680" cy="10668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102" name="矩形 101"/>
              <p:cNvSpPr/>
              <p:nvPr/>
            </p:nvSpPr>
            <p:spPr>
              <a:xfrm flipH="1">
                <a:off x="3797141" y="1523524"/>
                <a:ext cx="106680" cy="10668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103" name="矩形 102"/>
              <p:cNvSpPr/>
              <p:nvPr/>
            </p:nvSpPr>
            <p:spPr>
              <a:xfrm flipH="1">
                <a:off x="3903821" y="1523524"/>
                <a:ext cx="106680" cy="10668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104" name="矩形 103"/>
              <p:cNvSpPr/>
              <p:nvPr/>
            </p:nvSpPr>
            <p:spPr>
              <a:xfrm flipH="1">
                <a:off x="4010501" y="1523524"/>
                <a:ext cx="106680" cy="10668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105" name="矩形 104"/>
              <p:cNvSpPr/>
              <p:nvPr/>
            </p:nvSpPr>
            <p:spPr>
              <a:xfrm flipH="1">
                <a:off x="3797141" y="1630204"/>
                <a:ext cx="106680" cy="10668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106" name="矩形 105"/>
              <p:cNvSpPr/>
              <p:nvPr/>
            </p:nvSpPr>
            <p:spPr>
              <a:xfrm flipH="1">
                <a:off x="3903821" y="1630204"/>
                <a:ext cx="106680" cy="10668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107" name="矩形 106"/>
              <p:cNvSpPr/>
              <p:nvPr/>
            </p:nvSpPr>
            <p:spPr>
              <a:xfrm flipH="1">
                <a:off x="4010501" y="1630204"/>
                <a:ext cx="106680" cy="106680"/>
              </a:xfrm>
              <a:prstGeom prst="rect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</p:grpSp>
        <p:cxnSp>
          <p:nvCxnSpPr>
            <p:cNvPr id="112" name="直接箭头连接符 111"/>
            <p:cNvCxnSpPr>
              <a:endCxn id="80" idx="1"/>
            </p:cNvCxnSpPr>
            <p:nvPr/>
          </p:nvCxnSpPr>
          <p:spPr>
            <a:xfrm rot="5400000">
              <a:off x="5239" y="7091"/>
              <a:ext cx="341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>
              <a:stCxn id="80" idx="3"/>
              <a:endCxn id="102" idx="3"/>
            </p:cNvCxnSpPr>
            <p:nvPr/>
          </p:nvCxnSpPr>
          <p:spPr>
            <a:xfrm rot="5400000">
              <a:off x="5205" y="7867"/>
              <a:ext cx="40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>
              <a:stCxn id="104" idx="1"/>
            </p:cNvCxnSpPr>
            <p:nvPr/>
          </p:nvCxnSpPr>
          <p:spPr>
            <a:xfrm rot="5400000">
              <a:off x="5248" y="8720"/>
              <a:ext cx="32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连接符: 肘形 126"/>
            <p:cNvCxnSpPr>
              <a:stCxn id="24" idx="1"/>
            </p:cNvCxnSpPr>
            <p:nvPr/>
          </p:nvCxnSpPr>
          <p:spPr>
            <a:xfrm rot="5400000">
              <a:off x="5441" y="7948"/>
              <a:ext cx="1167" cy="949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流程图: 或者 127"/>
            <p:cNvSpPr/>
            <p:nvPr/>
          </p:nvSpPr>
          <p:spPr>
            <a:xfrm rot="5400000">
              <a:off x="5284" y="9556"/>
              <a:ext cx="251" cy="281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cxnSp>
          <p:nvCxnSpPr>
            <p:cNvPr id="130" name="直接连接符 129"/>
            <p:cNvCxnSpPr>
              <a:endCxn id="128" idx="2"/>
            </p:cNvCxnSpPr>
            <p:nvPr/>
          </p:nvCxnSpPr>
          <p:spPr>
            <a:xfrm rot="5400000">
              <a:off x="5190" y="9351"/>
              <a:ext cx="439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/>
          </p:nvCxnSpPr>
          <p:spPr>
            <a:xfrm flipH="1">
              <a:off x="4627" y="4363"/>
              <a:ext cx="78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连接符: 肘形 139"/>
            <p:cNvCxnSpPr>
              <a:endCxn id="128" idx="4"/>
            </p:cNvCxnSpPr>
            <p:nvPr/>
          </p:nvCxnSpPr>
          <p:spPr>
            <a:xfrm rot="16200000" flipH="1">
              <a:off x="2282" y="6709"/>
              <a:ext cx="5333" cy="64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箭头连接符 155"/>
            <p:cNvCxnSpPr/>
            <p:nvPr/>
          </p:nvCxnSpPr>
          <p:spPr>
            <a:xfrm rot="5400000">
              <a:off x="5203" y="10028"/>
              <a:ext cx="41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文本框 132"/>
            <p:cNvSpPr txBox="1"/>
            <p:nvPr/>
          </p:nvSpPr>
          <p:spPr>
            <a:xfrm>
              <a:off x="4782" y="8450"/>
              <a:ext cx="779" cy="322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785" dirty="0">
                  <a:latin typeface="Arial" panose="020B0604020202020204" pitchFamily="34" charset="0"/>
                  <a:ea typeface="微软雅黑" panose="020B0503020204020204" charset="-122"/>
                </a:rPr>
                <a:t>W</a:t>
              </a:r>
              <a:r>
                <a:rPr lang="en-US" altLang="zh-CN" sz="490" dirty="0">
                  <a:latin typeface="Arial" panose="020B0604020202020204" pitchFamily="34" charset="0"/>
                  <a:ea typeface="微软雅黑" panose="020B0503020204020204" charset="-122"/>
                </a:rPr>
                <a:t>A</a:t>
              </a:r>
              <a:endParaRPr lang="en-US" altLang="zh-CN" sz="785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2" name="矩形: 圆角 1"/>
            <p:cNvSpPr/>
            <p:nvPr/>
          </p:nvSpPr>
          <p:spPr>
            <a:xfrm>
              <a:off x="7304" y="729"/>
              <a:ext cx="2334" cy="1220"/>
            </a:xfrm>
            <a:prstGeom prst="roundRect">
              <a:avLst>
                <a:gd name="adj" fmla="val 10161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8" name="矩形: 圆角 17"/>
            <p:cNvSpPr/>
            <p:nvPr/>
          </p:nvSpPr>
          <p:spPr>
            <a:xfrm>
              <a:off x="7484" y="1039"/>
              <a:ext cx="819" cy="39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80" dirty="0">
                  <a:solidFill>
                    <a:schemeClr val="tx1"/>
                  </a:solidFill>
                </a:rPr>
                <a:t>GAB</a:t>
              </a:r>
              <a:endParaRPr lang="zh-CN" altLang="en-US" sz="880" dirty="0">
                <a:solidFill>
                  <a:schemeClr val="tx1"/>
                </a:solidFill>
              </a:endParaRPr>
            </a:p>
          </p:txBody>
        </p:sp>
        <p:sp>
          <p:nvSpPr>
            <p:cNvPr id="136" name="矩形: 圆角 135"/>
            <p:cNvSpPr/>
            <p:nvPr/>
          </p:nvSpPr>
          <p:spPr>
            <a:xfrm>
              <a:off x="8663" y="1030"/>
              <a:ext cx="819" cy="398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80" dirty="0">
                  <a:solidFill>
                    <a:schemeClr val="tx1"/>
                  </a:solidFill>
                </a:rPr>
                <a:t>CAB</a:t>
              </a:r>
              <a:endParaRPr lang="zh-CN" altLang="en-US" sz="88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连接符: 肘形 28"/>
            <p:cNvCxnSpPr>
              <a:stCxn id="2" idx="0"/>
              <a:endCxn id="18" idx="0"/>
            </p:cNvCxnSpPr>
            <p:nvPr/>
          </p:nvCxnSpPr>
          <p:spPr>
            <a:xfrm rot="16200000" flipH="1" flipV="1">
              <a:off x="8027" y="595"/>
              <a:ext cx="310" cy="578"/>
            </a:xfrm>
            <a:prstGeom prst="bentConnector3">
              <a:avLst>
                <a:gd name="adj1" fmla="val 54958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连接符: 肘形 136"/>
            <p:cNvCxnSpPr>
              <a:stCxn id="2" idx="0"/>
              <a:endCxn id="136" idx="0"/>
            </p:cNvCxnSpPr>
            <p:nvPr/>
          </p:nvCxnSpPr>
          <p:spPr>
            <a:xfrm rot="16200000" flipH="1">
              <a:off x="8621" y="579"/>
              <a:ext cx="301" cy="601"/>
            </a:xfrm>
            <a:prstGeom prst="bentConnector3">
              <a:avLst>
                <a:gd name="adj1" fmla="val 56604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流程图: 或者 138"/>
            <p:cNvSpPr/>
            <p:nvPr/>
          </p:nvSpPr>
          <p:spPr>
            <a:xfrm rot="5400000">
              <a:off x="8346" y="1501"/>
              <a:ext cx="246" cy="281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cxnSp>
          <p:nvCxnSpPr>
            <p:cNvPr id="121" name="连接符: 肘形 120"/>
            <p:cNvCxnSpPr>
              <a:stCxn id="18" idx="2"/>
              <a:endCxn id="139" idx="4"/>
            </p:cNvCxnSpPr>
            <p:nvPr/>
          </p:nvCxnSpPr>
          <p:spPr>
            <a:xfrm rot="16200000" flipH="1">
              <a:off x="8008" y="1321"/>
              <a:ext cx="205" cy="436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连接符: 肘形 141"/>
            <p:cNvCxnSpPr>
              <a:stCxn id="136" idx="2"/>
              <a:endCxn id="139" idx="0"/>
            </p:cNvCxnSpPr>
            <p:nvPr/>
          </p:nvCxnSpPr>
          <p:spPr>
            <a:xfrm rot="5400000">
              <a:off x="8734" y="1303"/>
              <a:ext cx="214" cy="463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直接连接符 169"/>
            <p:cNvCxnSpPr>
              <a:stCxn id="2" idx="2"/>
              <a:endCxn id="2" idx="2"/>
            </p:cNvCxnSpPr>
            <p:nvPr/>
          </p:nvCxnSpPr>
          <p:spPr>
            <a:xfrm>
              <a:off x="8471" y="1949"/>
              <a:ext cx="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连接符 171"/>
            <p:cNvCxnSpPr>
              <a:stCxn id="139" idx="6"/>
              <a:endCxn id="2" idx="2"/>
            </p:cNvCxnSpPr>
            <p:nvPr/>
          </p:nvCxnSpPr>
          <p:spPr>
            <a:xfrm>
              <a:off x="8469" y="1765"/>
              <a:ext cx="2" cy="1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4" name="文本框 153"/>
            <p:cNvSpPr txBox="1"/>
            <p:nvPr/>
          </p:nvSpPr>
          <p:spPr>
            <a:xfrm>
              <a:off x="8174" y="7633"/>
              <a:ext cx="779" cy="322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785" dirty="0">
                  <a:latin typeface="Arial" panose="020B0604020202020204" pitchFamily="34" charset="0"/>
                  <a:ea typeface="微软雅黑" panose="020B0503020204020204" charset="-122"/>
                </a:rPr>
                <a:t>W</a:t>
              </a:r>
              <a:r>
                <a:rPr lang="en-US" altLang="zh-CN" sz="490" dirty="0">
                  <a:latin typeface="Arial" panose="020B0604020202020204" pitchFamily="34" charset="0"/>
                  <a:ea typeface="微软雅黑" panose="020B0503020204020204" charset="-122"/>
                </a:rPr>
                <a:t>A</a:t>
              </a:r>
              <a:endParaRPr lang="en-US" altLang="zh-CN" sz="785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55" name="文本框 154"/>
            <p:cNvSpPr txBox="1"/>
            <p:nvPr/>
          </p:nvSpPr>
          <p:spPr>
            <a:xfrm>
              <a:off x="11397" y="5524"/>
              <a:ext cx="779" cy="322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785" dirty="0">
                  <a:latin typeface="Arial" panose="020B0604020202020204" pitchFamily="34" charset="0"/>
                  <a:ea typeface="微软雅黑" panose="020B0503020204020204" charset="-122"/>
                </a:rPr>
                <a:t>W</a:t>
              </a:r>
              <a:r>
                <a:rPr lang="en-US" altLang="zh-CN" sz="490" dirty="0">
                  <a:latin typeface="Arial" panose="020B0604020202020204" pitchFamily="34" charset="0"/>
                  <a:ea typeface="微软雅黑" panose="020B0503020204020204" charset="-122"/>
                </a:rPr>
                <a:t>A</a:t>
              </a:r>
              <a:endParaRPr lang="en-US" altLang="zh-CN" sz="785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cxnSp>
          <p:nvCxnSpPr>
            <p:cNvPr id="59" name="直接连接符 58"/>
            <p:cNvCxnSpPr>
              <a:stCxn id="18" idx="1"/>
            </p:cNvCxnSpPr>
            <p:nvPr/>
          </p:nvCxnSpPr>
          <p:spPr>
            <a:xfrm flipH="1">
              <a:off x="4124" y="1237"/>
              <a:ext cx="3360" cy="157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接连接符 161"/>
            <p:cNvCxnSpPr/>
            <p:nvPr/>
          </p:nvCxnSpPr>
          <p:spPr>
            <a:xfrm flipH="1">
              <a:off x="6904" y="1419"/>
              <a:ext cx="777" cy="154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直接连接符 164"/>
            <p:cNvCxnSpPr>
              <a:stCxn id="136" idx="1"/>
            </p:cNvCxnSpPr>
            <p:nvPr/>
          </p:nvCxnSpPr>
          <p:spPr>
            <a:xfrm flipH="1">
              <a:off x="7681" y="1229"/>
              <a:ext cx="982" cy="1634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连接符 168"/>
            <p:cNvCxnSpPr>
              <a:stCxn id="136" idx="3"/>
            </p:cNvCxnSpPr>
            <p:nvPr/>
          </p:nvCxnSpPr>
          <p:spPr>
            <a:xfrm>
              <a:off x="9481" y="1229"/>
              <a:ext cx="3500" cy="159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/>
          </p:nvSpPr>
          <p:spPr>
            <a:xfrm>
              <a:off x="5009" y="10421"/>
              <a:ext cx="1248" cy="429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170" dirty="0">
                  <a:latin typeface="Arial" panose="020B0604020202020204" pitchFamily="34" charset="0"/>
                  <a:ea typeface="微软雅黑" panose="020B0503020204020204" charset="-122"/>
                </a:rPr>
                <a:t>(b)GAB</a:t>
              </a:r>
              <a:endParaRPr lang="en-US" altLang="zh-CN" sz="117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9881" y="10421"/>
              <a:ext cx="1271" cy="429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170" dirty="0">
                  <a:latin typeface="Arial" panose="020B0604020202020204" pitchFamily="34" charset="0"/>
                  <a:ea typeface="微软雅黑" panose="020B0503020204020204" charset="-122"/>
                </a:rPr>
                <a:t>(c)CAB</a:t>
              </a:r>
              <a:endParaRPr lang="en-US" altLang="zh-CN" sz="117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7850" y="2014"/>
              <a:ext cx="1576" cy="429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170">
                  <a:latin typeface="Arial" panose="020B0604020202020204" pitchFamily="34" charset="0"/>
                  <a:ea typeface="微软雅黑" panose="020B0503020204020204" charset="-122"/>
                </a:rPr>
                <a:t>(a)MAA</a:t>
              </a:r>
              <a:endParaRPr lang="en-US" altLang="zh-CN" sz="117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34" name="流程图: 汇总连接 133"/>
            <p:cNvSpPr/>
            <p:nvPr/>
          </p:nvSpPr>
          <p:spPr>
            <a:xfrm>
              <a:off x="5275" y="8893"/>
              <a:ext cx="269" cy="235"/>
            </a:xfrm>
            <a:prstGeom prst="flowChartSummingJunc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15"/>
            </a:p>
          </p:txBody>
        </p:sp>
        <p:sp>
          <p:nvSpPr>
            <p:cNvPr id="159" name="流程图: 汇总连接 158"/>
            <p:cNvSpPr/>
            <p:nvPr/>
          </p:nvSpPr>
          <p:spPr>
            <a:xfrm>
              <a:off x="5075" y="1748"/>
              <a:ext cx="246" cy="215"/>
            </a:xfrm>
            <a:prstGeom prst="flowChartSummingJunc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15"/>
            </a:p>
          </p:txBody>
        </p:sp>
        <p:sp>
          <p:nvSpPr>
            <p:cNvPr id="160" name="流程图: 汇总连接 159"/>
            <p:cNvSpPr/>
            <p:nvPr/>
          </p:nvSpPr>
          <p:spPr>
            <a:xfrm>
              <a:off x="8740" y="8053"/>
              <a:ext cx="269" cy="235"/>
            </a:xfrm>
            <a:prstGeom prst="flowChartSummingJunc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15"/>
            </a:p>
          </p:txBody>
        </p:sp>
        <p:sp>
          <p:nvSpPr>
            <p:cNvPr id="163" name="流程图: 汇总连接 162"/>
            <p:cNvSpPr/>
            <p:nvPr/>
          </p:nvSpPr>
          <p:spPr>
            <a:xfrm>
              <a:off x="11817" y="4959"/>
              <a:ext cx="269" cy="235"/>
            </a:xfrm>
            <a:prstGeom prst="flowChartSummingJunc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15"/>
            </a:p>
          </p:txBody>
        </p:sp>
      </p:grpSp>
      <p:sp>
        <p:nvSpPr>
          <p:cNvPr id="54" name="文本框 53"/>
          <p:cNvSpPr txBox="1"/>
          <p:nvPr/>
        </p:nvSpPr>
        <p:spPr>
          <a:xfrm>
            <a:off x="9351645" y="2534920"/>
            <a:ext cx="3347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组合 221"/>
          <p:cNvGrpSpPr/>
          <p:nvPr/>
        </p:nvGrpSpPr>
        <p:grpSpPr>
          <a:xfrm>
            <a:off x="1199535" y="590896"/>
            <a:ext cx="7889918" cy="5187125"/>
            <a:chOff x="1199535" y="590896"/>
            <a:chExt cx="7889918" cy="5187125"/>
          </a:xfrm>
        </p:grpSpPr>
        <p:sp>
          <p:nvSpPr>
            <p:cNvPr id="79" name="文本框 78"/>
            <p:cNvSpPr txBox="1"/>
            <p:nvPr/>
          </p:nvSpPr>
          <p:spPr>
            <a:xfrm>
              <a:off x="3934110" y="4209173"/>
              <a:ext cx="904501" cy="272510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170" dirty="0">
                  <a:latin typeface="Arial" panose="020B0604020202020204" pitchFamily="34" charset="0"/>
                  <a:ea typeface="微软雅黑" panose="020B0503020204020204" charset="-122"/>
                </a:rPr>
                <a:t>(a)MAA</a:t>
              </a:r>
              <a:endParaRPr lang="en-US" altLang="zh-CN" sz="117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1199535" y="590896"/>
              <a:ext cx="1704778" cy="5132747"/>
              <a:chOff x="2506783" y="1756969"/>
              <a:chExt cx="1704778" cy="5132747"/>
            </a:xfrm>
          </p:grpSpPr>
          <p:sp>
            <p:nvSpPr>
              <p:cNvPr id="6" name="矩形: 圆角 5"/>
              <p:cNvSpPr/>
              <p:nvPr/>
            </p:nvSpPr>
            <p:spPr>
              <a:xfrm rot="5400000">
                <a:off x="979267" y="3284485"/>
                <a:ext cx="4759809" cy="1704778"/>
              </a:xfrm>
              <a:prstGeom prst="roundRect">
                <a:avLst>
                  <a:gd name="adj" fmla="val 13023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zh-CN" altLang="en-US" sz="1760" dirty="0"/>
              </a:p>
            </p:txBody>
          </p:sp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14253" y="1955193"/>
                <a:ext cx="663305" cy="655754"/>
              </a:xfrm>
              <a:prstGeom prst="rect">
                <a:avLst/>
              </a:prstGeom>
            </p:spPr>
          </p:pic>
          <p:grpSp>
            <p:nvGrpSpPr>
              <p:cNvPr id="28" name="组合 27"/>
              <p:cNvGrpSpPr/>
              <p:nvPr/>
            </p:nvGrpSpPr>
            <p:grpSpPr>
              <a:xfrm rot="5400000">
                <a:off x="3816853" y="4666904"/>
                <a:ext cx="309107" cy="312666"/>
                <a:chOff x="3797141" y="1416844"/>
                <a:chExt cx="320040" cy="320040"/>
              </a:xfrm>
            </p:grpSpPr>
            <p:sp>
              <p:nvSpPr>
                <p:cNvPr id="16" name="矩形 15"/>
                <p:cNvSpPr/>
                <p:nvPr/>
              </p:nvSpPr>
              <p:spPr>
                <a:xfrm flipH="1">
                  <a:off x="3797141" y="141684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9" name="矩形 18"/>
                <p:cNvSpPr/>
                <p:nvPr/>
              </p:nvSpPr>
              <p:spPr>
                <a:xfrm flipH="1">
                  <a:off x="3903821" y="141684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 flipH="1">
                  <a:off x="4010501" y="141684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 flipH="1">
                  <a:off x="3797141" y="152352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 flipH="1">
                  <a:off x="3903821" y="152352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 flipH="1">
                  <a:off x="4010501" y="152352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 flipH="1">
                  <a:off x="3797141" y="163020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 flipH="1">
                  <a:off x="3903821" y="163020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 flipH="1">
                  <a:off x="4010501" y="163020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sp>
            <p:nvSpPr>
              <p:cNvPr id="30" name="矩形: 圆角 29"/>
              <p:cNvSpPr/>
              <p:nvPr/>
            </p:nvSpPr>
            <p:spPr>
              <a:xfrm rot="5400000">
                <a:off x="3216554" y="3193117"/>
                <a:ext cx="258704" cy="460201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AP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矩形: 圆角 30"/>
              <p:cNvSpPr/>
              <p:nvPr/>
            </p:nvSpPr>
            <p:spPr>
              <a:xfrm rot="5400000">
                <a:off x="3216554" y="3635521"/>
                <a:ext cx="258704" cy="460201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" name="矩形: 圆角 31"/>
              <p:cNvSpPr/>
              <p:nvPr/>
            </p:nvSpPr>
            <p:spPr>
              <a:xfrm rot="5400000">
                <a:off x="3217111" y="4035568"/>
                <a:ext cx="257589" cy="46020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Tanh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矩形: 圆角 32"/>
              <p:cNvSpPr/>
              <p:nvPr/>
            </p:nvSpPr>
            <p:spPr>
              <a:xfrm rot="5400000">
                <a:off x="3619270" y="3348596"/>
                <a:ext cx="686904" cy="26055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Dilated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5" name="直接箭头连接符 34"/>
              <p:cNvCxnSpPr>
                <a:stCxn id="8" idx="2"/>
                <a:endCxn id="30" idx="1"/>
              </p:cNvCxnSpPr>
              <p:nvPr/>
            </p:nvCxnSpPr>
            <p:spPr>
              <a:xfrm>
                <a:off x="3345907" y="2610947"/>
                <a:ext cx="0" cy="68291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连接符: 肘形 36"/>
              <p:cNvCxnSpPr>
                <a:endCxn id="33" idx="1"/>
              </p:cNvCxnSpPr>
              <p:nvPr/>
            </p:nvCxnSpPr>
            <p:spPr>
              <a:xfrm rot="10800000" flipH="1" flipV="1">
                <a:off x="3085350" y="2770409"/>
                <a:ext cx="877372" cy="365013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>
                <a:stCxn id="33" idx="3"/>
                <a:endCxn id="22" idx="3"/>
              </p:cNvCxnSpPr>
              <p:nvPr/>
            </p:nvCxnSpPr>
            <p:spPr>
              <a:xfrm>
                <a:off x="3962722" y="3822327"/>
                <a:ext cx="8685" cy="84635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/>
              <p:cNvCxnSpPr>
                <a:stCxn id="30" idx="3"/>
                <a:endCxn id="31" idx="1"/>
              </p:cNvCxnSpPr>
              <p:nvPr/>
            </p:nvCxnSpPr>
            <p:spPr>
              <a:xfrm rot="5400000">
                <a:off x="3254057" y="3644419"/>
                <a:ext cx="1837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/>
              <p:cNvCxnSpPr>
                <a:stCxn id="31" idx="3"/>
              </p:cNvCxnSpPr>
              <p:nvPr/>
            </p:nvCxnSpPr>
            <p:spPr>
              <a:xfrm rot="5400000">
                <a:off x="3274956" y="4065924"/>
                <a:ext cx="141901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2" name="组合 181"/>
              <p:cNvGrpSpPr/>
              <p:nvPr/>
            </p:nvGrpSpPr>
            <p:grpSpPr>
              <a:xfrm>
                <a:off x="3172197" y="2073471"/>
                <a:ext cx="379672" cy="406572"/>
                <a:chOff x="3123933" y="786085"/>
                <a:chExt cx="458959" cy="497137"/>
              </a:xfrm>
            </p:grpSpPr>
            <p:sp>
              <p:nvSpPr>
                <p:cNvPr id="68" name="矩形 67"/>
                <p:cNvSpPr/>
                <p:nvPr/>
              </p:nvSpPr>
              <p:spPr>
                <a:xfrm rot="5400000" flipH="1">
                  <a:off x="3476212" y="786085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9" name="矩形 68"/>
                <p:cNvSpPr/>
                <p:nvPr/>
              </p:nvSpPr>
              <p:spPr>
                <a:xfrm rot="5400000" flipH="1">
                  <a:off x="3476212" y="986345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0" name="矩形 69"/>
                <p:cNvSpPr/>
                <p:nvPr/>
              </p:nvSpPr>
              <p:spPr>
                <a:xfrm rot="5400000" flipH="1">
                  <a:off x="3476212" y="1176542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1" name="矩形 70"/>
                <p:cNvSpPr/>
                <p:nvPr/>
              </p:nvSpPr>
              <p:spPr>
                <a:xfrm rot="5400000" flipH="1">
                  <a:off x="3312470" y="786085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2" name="矩形 71"/>
                <p:cNvSpPr/>
                <p:nvPr/>
              </p:nvSpPr>
              <p:spPr>
                <a:xfrm rot="5400000" flipH="1">
                  <a:off x="3312470" y="986345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3" name="矩形 72"/>
                <p:cNvSpPr/>
                <p:nvPr/>
              </p:nvSpPr>
              <p:spPr>
                <a:xfrm rot="5400000" flipH="1">
                  <a:off x="3312470" y="1176542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5" name="矩形 74"/>
                <p:cNvSpPr/>
                <p:nvPr/>
              </p:nvSpPr>
              <p:spPr>
                <a:xfrm rot="5400000" flipH="1">
                  <a:off x="3123933" y="786085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6" name="矩形 75"/>
                <p:cNvSpPr/>
                <p:nvPr/>
              </p:nvSpPr>
              <p:spPr>
                <a:xfrm rot="5400000" flipH="1">
                  <a:off x="3123933" y="986345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7" name="矩形 76"/>
                <p:cNvSpPr/>
                <p:nvPr/>
              </p:nvSpPr>
              <p:spPr>
                <a:xfrm rot="5400000" flipH="1">
                  <a:off x="3123933" y="1176542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sp>
            <p:nvSpPr>
              <p:cNvPr id="80" name="矩形: 圆角 79"/>
              <p:cNvSpPr/>
              <p:nvPr/>
            </p:nvSpPr>
            <p:spPr>
              <a:xfrm rot="5400000">
                <a:off x="3218365" y="4508146"/>
                <a:ext cx="255082" cy="460201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FM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8" name="组合 97"/>
              <p:cNvGrpSpPr/>
              <p:nvPr/>
            </p:nvGrpSpPr>
            <p:grpSpPr>
              <a:xfrm rot="5400000">
                <a:off x="3191352" y="5123978"/>
                <a:ext cx="309107" cy="312666"/>
                <a:chOff x="3797141" y="1416844"/>
                <a:chExt cx="320040" cy="320040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99" name="矩形 98"/>
                <p:cNvSpPr/>
                <p:nvPr/>
              </p:nvSpPr>
              <p:spPr>
                <a:xfrm flipH="1">
                  <a:off x="3797141" y="141684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0" name="矩形 99"/>
                <p:cNvSpPr/>
                <p:nvPr/>
              </p:nvSpPr>
              <p:spPr>
                <a:xfrm flipH="1">
                  <a:off x="3903821" y="141684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1" name="矩形 100"/>
                <p:cNvSpPr/>
                <p:nvPr/>
              </p:nvSpPr>
              <p:spPr>
                <a:xfrm flipH="1">
                  <a:off x="4010501" y="141684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2" name="矩形 101"/>
                <p:cNvSpPr/>
                <p:nvPr/>
              </p:nvSpPr>
              <p:spPr>
                <a:xfrm flipH="1">
                  <a:off x="3797141" y="152352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3" name="矩形 102"/>
                <p:cNvSpPr/>
                <p:nvPr/>
              </p:nvSpPr>
              <p:spPr>
                <a:xfrm flipH="1">
                  <a:off x="3903821" y="152352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4" name="矩形 103"/>
                <p:cNvSpPr/>
                <p:nvPr/>
              </p:nvSpPr>
              <p:spPr>
                <a:xfrm flipH="1">
                  <a:off x="4010501" y="152352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5" name="矩形 104"/>
                <p:cNvSpPr/>
                <p:nvPr/>
              </p:nvSpPr>
              <p:spPr>
                <a:xfrm flipH="1">
                  <a:off x="3797141" y="163020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6" name="矩形 105"/>
                <p:cNvSpPr/>
                <p:nvPr/>
              </p:nvSpPr>
              <p:spPr>
                <a:xfrm flipH="1">
                  <a:off x="3903821" y="163020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7" name="矩形 106"/>
                <p:cNvSpPr/>
                <p:nvPr/>
              </p:nvSpPr>
              <p:spPr>
                <a:xfrm flipH="1">
                  <a:off x="4010501" y="163020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cxnSp>
            <p:nvCxnSpPr>
              <p:cNvPr id="112" name="直接箭头连接符 111"/>
              <p:cNvCxnSpPr>
                <a:endCxn id="80" idx="1"/>
              </p:cNvCxnSpPr>
              <p:nvPr/>
            </p:nvCxnSpPr>
            <p:spPr>
              <a:xfrm rot="5400000">
                <a:off x="3237785" y="4502585"/>
                <a:ext cx="21624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/>
              <p:cNvCxnSpPr>
                <a:stCxn id="80" idx="3"/>
                <a:endCxn id="102" idx="3"/>
              </p:cNvCxnSpPr>
              <p:nvPr/>
            </p:nvCxnSpPr>
            <p:spPr>
              <a:xfrm rot="5400000">
                <a:off x="3215920" y="4995773"/>
                <a:ext cx="25997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117"/>
              <p:cNvCxnSpPr>
                <a:stCxn id="104" idx="1"/>
              </p:cNvCxnSpPr>
              <p:nvPr/>
            </p:nvCxnSpPr>
            <p:spPr>
              <a:xfrm rot="5400000">
                <a:off x="3243718" y="5537053"/>
                <a:ext cx="2043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连接符: 肘形 126"/>
              <p:cNvCxnSpPr>
                <a:stCxn id="24" idx="1"/>
              </p:cNvCxnSpPr>
              <p:nvPr/>
            </p:nvCxnSpPr>
            <p:spPr>
              <a:xfrm rot="5400000">
                <a:off x="3328391" y="5075954"/>
                <a:ext cx="741180" cy="544853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流程图: 或者 127"/>
              <p:cNvSpPr/>
              <p:nvPr/>
            </p:nvSpPr>
            <p:spPr>
              <a:xfrm rot="5400000">
                <a:off x="3266176" y="6076453"/>
                <a:ext cx="159460" cy="161296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cxnSp>
            <p:nvCxnSpPr>
              <p:cNvPr id="130" name="直接连接符 129"/>
              <p:cNvCxnSpPr>
                <a:endCxn id="128" idx="2"/>
              </p:cNvCxnSpPr>
              <p:nvPr/>
            </p:nvCxnSpPr>
            <p:spPr>
              <a:xfrm rot="5400000">
                <a:off x="3206571" y="5938037"/>
                <a:ext cx="27867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/>
              <p:cNvCxnSpPr/>
              <p:nvPr/>
            </p:nvCxnSpPr>
            <p:spPr>
              <a:xfrm flipH="1">
                <a:off x="2896920" y="2770409"/>
                <a:ext cx="44898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连接符: 肘形 139"/>
              <p:cNvCxnSpPr>
                <a:endCxn id="128" idx="4"/>
              </p:cNvCxnSpPr>
              <p:nvPr/>
            </p:nvCxnSpPr>
            <p:spPr>
              <a:xfrm rot="16200000" flipH="1">
                <a:off x="1388034" y="4279877"/>
                <a:ext cx="3386692" cy="367755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接箭头连接符 155"/>
              <p:cNvCxnSpPr/>
              <p:nvPr/>
            </p:nvCxnSpPr>
            <p:spPr>
              <a:xfrm rot="5400000">
                <a:off x="3214662" y="6368075"/>
                <a:ext cx="26248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文本框 132"/>
              <p:cNvSpPr txBox="1"/>
              <p:nvPr/>
            </p:nvSpPr>
            <p:spPr>
              <a:xfrm>
                <a:off x="2985603" y="5365782"/>
                <a:ext cx="447287" cy="204231"/>
              </a:xfrm>
              <a:prstGeom prst="rect">
                <a:avLst/>
              </a:prstGeom>
            </p:spPr>
            <p:txBody>
              <a:bodyPr wrap="square">
                <a:no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:r>
                  <a:rPr lang="en-US" altLang="zh-CN" sz="785" dirty="0">
                    <a:latin typeface="Arial" panose="020B0604020202020204" pitchFamily="34" charset="0"/>
                    <a:ea typeface="微软雅黑" panose="020B0503020204020204" charset="-122"/>
                  </a:rPr>
                  <a:t>W</a:t>
                </a:r>
                <a:r>
                  <a:rPr lang="en-US" altLang="zh-CN" sz="490" dirty="0">
                    <a:latin typeface="Arial" panose="020B0604020202020204" pitchFamily="34" charset="0"/>
                    <a:ea typeface="微软雅黑" panose="020B0503020204020204" charset="-122"/>
                  </a:rPr>
                  <a:t>A</a:t>
                </a:r>
                <a:endParaRPr lang="en-US" altLang="zh-CN" sz="785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3115985" y="6617206"/>
                <a:ext cx="716528" cy="272510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:r>
                  <a:rPr lang="en-US" altLang="zh-CN" sz="1170" dirty="0">
                    <a:latin typeface="Arial" panose="020B0604020202020204" pitchFamily="34" charset="0"/>
                    <a:ea typeface="微软雅黑" panose="020B0503020204020204" charset="-122"/>
                  </a:rPr>
                  <a:t>(b)GAB</a:t>
                </a:r>
                <a:endParaRPr lang="en-US" altLang="zh-CN" sz="117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34" name="流程图: 汇总连接 133"/>
              <p:cNvSpPr/>
              <p:nvPr/>
            </p:nvSpPr>
            <p:spPr>
              <a:xfrm>
                <a:off x="3268617" y="5647223"/>
                <a:ext cx="154577" cy="149433"/>
              </a:xfrm>
              <a:prstGeom prst="flowChartSummingJunction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115"/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>
              <a:off x="5768609" y="590896"/>
              <a:ext cx="3320844" cy="5187125"/>
              <a:chOff x="4509383" y="1702591"/>
              <a:chExt cx="3320844" cy="5187125"/>
            </a:xfrm>
          </p:grpSpPr>
          <p:sp>
            <p:nvSpPr>
              <p:cNvPr id="4" name="圆角矩形 3"/>
              <p:cNvSpPr/>
              <p:nvPr/>
            </p:nvSpPr>
            <p:spPr>
              <a:xfrm>
                <a:off x="4509383" y="1702591"/>
                <a:ext cx="3320844" cy="4759809"/>
              </a:xfrm>
              <a:prstGeom prst="roundRect">
                <a:avLst>
                  <a:gd name="adj" fmla="val 11171"/>
                </a:avLst>
              </a:prstGeom>
              <a:solidFill>
                <a:srgbClr val="BBDDDF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pic>
            <p:nvPicPr>
              <p:cNvPr id="5" name="图片 4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68245" y="1845968"/>
                <a:ext cx="707792" cy="686148"/>
              </a:xfrm>
              <a:prstGeom prst="rect">
                <a:avLst/>
              </a:prstGeom>
            </p:spPr>
          </p:pic>
          <p:sp>
            <p:nvSpPr>
              <p:cNvPr id="9" name="矩形 8"/>
              <p:cNvSpPr/>
              <p:nvPr/>
            </p:nvSpPr>
            <p:spPr>
              <a:xfrm rot="5400000" flipH="1">
                <a:off x="5072937" y="2157077"/>
                <a:ext cx="101027" cy="104215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10" name="矩形 9"/>
              <p:cNvSpPr/>
              <p:nvPr/>
            </p:nvSpPr>
            <p:spPr>
              <a:xfrm rot="5400000" flipH="1">
                <a:off x="5267099" y="2157077"/>
                <a:ext cx="101027" cy="104215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11" name="矩形 10"/>
              <p:cNvSpPr/>
              <p:nvPr/>
            </p:nvSpPr>
            <p:spPr>
              <a:xfrm rot="5400000" flipH="1">
                <a:off x="5470566" y="2157077"/>
                <a:ext cx="101027" cy="104215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12" name="矩形: 圆角 29"/>
              <p:cNvSpPr/>
              <p:nvPr/>
            </p:nvSpPr>
            <p:spPr>
              <a:xfrm rot="5400000">
                <a:off x="5197519" y="3103201"/>
                <a:ext cx="253664" cy="460168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AP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矩形: 圆角 30"/>
              <p:cNvSpPr/>
              <p:nvPr/>
            </p:nvSpPr>
            <p:spPr>
              <a:xfrm rot="5400000">
                <a:off x="5197519" y="3537586"/>
                <a:ext cx="253664" cy="46016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4" name="矩形: 圆角 31"/>
              <p:cNvSpPr/>
              <p:nvPr/>
            </p:nvSpPr>
            <p:spPr>
              <a:xfrm rot="5400000">
                <a:off x="5198066" y="3967122"/>
                <a:ext cx="252570" cy="460168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Tanh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矩形: 圆角 79"/>
              <p:cNvSpPr/>
              <p:nvPr/>
            </p:nvSpPr>
            <p:spPr>
              <a:xfrm rot="5400000">
                <a:off x="5208600" y="4387794"/>
                <a:ext cx="250111" cy="460168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FM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矩形: 圆角 32"/>
              <p:cNvSpPr/>
              <p:nvPr/>
            </p:nvSpPr>
            <p:spPr>
              <a:xfrm rot="5400000">
                <a:off x="4453659" y="3412739"/>
                <a:ext cx="673519" cy="260537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Dilated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4" name="直接箭头连接符 33"/>
              <p:cNvCxnSpPr>
                <a:stCxn id="5" idx="2"/>
                <a:endCxn id="12" idx="1"/>
              </p:cNvCxnSpPr>
              <p:nvPr/>
            </p:nvCxnSpPr>
            <p:spPr>
              <a:xfrm>
                <a:off x="5322490" y="2532141"/>
                <a:ext cx="1861" cy="67412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连接符: 肘形 36"/>
              <p:cNvCxnSpPr>
                <a:endCxn id="17" idx="1"/>
              </p:cNvCxnSpPr>
              <p:nvPr/>
            </p:nvCxnSpPr>
            <p:spPr>
              <a:xfrm rot="10800000" flipV="1">
                <a:off x="4789591" y="2810543"/>
                <a:ext cx="527898" cy="395091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2" name="组合 41"/>
              <p:cNvGrpSpPr/>
              <p:nvPr/>
            </p:nvGrpSpPr>
            <p:grpSpPr>
              <a:xfrm rot="5400000">
                <a:off x="4739077" y="4021104"/>
                <a:ext cx="101027" cy="312644"/>
                <a:chOff x="8111" y="4551"/>
                <a:chExt cx="168" cy="504"/>
              </a:xfrm>
            </p:grpSpPr>
            <p:sp>
              <p:nvSpPr>
                <p:cNvPr id="38" name="矩形 37"/>
                <p:cNvSpPr/>
                <p:nvPr/>
              </p:nvSpPr>
              <p:spPr>
                <a:xfrm rot="5400000" flipH="1">
                  <a:off x="8111" y="4551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39" name="矩形 38"/>
                <p:cNvSpPr/>
                <p:nvPr/>
              </p:nvSpPr>
              <p:spPr>
                <a:xfrm rot="5400000" flipH="1">
                  <a:off x="8111" y="4719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40" name="矩形 39"/>
                <p:cNvSpPr/>
                <p:nvPr/>
              </p:nvSpPr>
              <p:spPr>
                <a:xfrm rot="5400000" flipH="1">
                  <a:off x="8111" y="4887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 rot="5400000">
                <a:off x="5286205" y="4795051"/>
                <a:ext cx="101027" cy="312644"/>
                <a:chOff x="8111" y="4551"/>
                <a:chExt cx="168" cy="504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46" name="矩形 45"/>
                <p:cNvSpPr/>
                <p:nvPr/>
              </p:nvSpPr>
              <p:spPr>
                <a:xfrm rot="5400000" flipH="1">
                  <a:off x="8111" y="4551"/>
                  <a:ext cx="168" cy="168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47" name="矩形 46"/>
                <p:cNvSpPr/>
                <p:nvPr/>
              </p:nvSpPr>
              <p:spPr>
                <a:xfrm rot="5400000" flipH="1">
                  <a:off x="8111" y="4719"/>
                  <a:ext cx="168" cy="168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48" name="矩形 47"/>
                <p:cNvSpPr/>
                <p:nvPr/>
              </p:nvSpPr>
              <p:spPr>
                <a:xfrm rot="5400000" flipH="1">
                  <a:off x="8111" y="4887"/>
                  <a:ext cx="168" cy="168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cxnSp>
            <p:nvCxnSpPr>
              <p:cNvPr id="49" name="直接连接符 48"/>
              <p:cNvCxnSpPr>
                <a:stCxn id="17" idx="3"/>
                <a:endCxn id="39" idx="2"/>
              </p:cNvCxnSpPr>
              <p:nvPr/>
            </p:nvCxnSpPr>
            <p:spPr>
              <a:xfrm flipH="1">
                <a:off x="4789591" y="3879755"/>
                <a:ext cx="621" cy="2471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0" name="直接箭头连接符 49"/>
              <p:cNvCxnSpPr/>
              <p:nvPr/>
            </p:nvCxnSpPr>
            <p:spPr>
              <a:xfrm rot="5400000">
                <a:off x="5227467" y="3550778"/>
                <a:ext cx="18012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箭头连接符 50"/>
              <p:cNvCxnSpPr/>
              <p:nvPr/>
            </p:nvCxnSpPr>
            <p:spPr>
              <a:xfrm rot="5400000">
                <a:off x="5217542" y="3984957"/>
                <a:ext cx="18012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箭头连接符 51"/>
              <p:cNvCxnSpPr/>
              <p:nvPr/>
            </p:nvCxnSpPr>
            <p:spPr>
              <a:xfrm rot="5400000">
                <a:off x="5227467" y="4413724"/>
                <a:ext cx="18012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>
                <a:stCxn id="15" idx="3"/>
                <a:endCxn id="47" idx="2"/>
              </p:cNvCxnSpPr>
              <p:nvPr/>
            </p:nvCxnSpPr>
            <p:spPr>
              <a:xfrm>
                <a:off x="5333617" y="4742702"/>
                <a:ext cx="3102" cy="1581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>
                <a:stCxn id="47" idx="0"/>
              </p:cNvCxnSpPr>
              <p:nvPr/>
            </p:nvCxnSpPr>
            <p:spPr>
              <a:xfrm>
                <a:off x="5336719" y="5001886"/>
                <a:ext cx="1861" cy="11004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6" name="连接符: 肘形 139"/>
              <p:cNvCxnSpPr>
                <a:stCxn id="39" idx="0"/>
              </p:cNvCxnSpPr>
              <p:nvPr/>
            </p:nvCxnSpPr>
            <p:spPr>
              <a:xfrm rot="5400000" flipV="1">
                <a:off x="4542680" y="4474853"/>
                <a:ext cx="962170" cy="468347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流程图: 或者 56"/>
              <p:cNvSpPr/>
              <p:nvPr/>
            </p:nvSpPr>
            <p:spPr>
              <a:xfrm rot="5400000">
                <a:off x="5259822" y="5401054"/>
                <a:ext cx="156353" cy="161285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cxnSp>
            <p:nvCxnSpPr>
              <p:cNvPr id="58" name="直接连接符 57"/>
              <p:cNvCxnSpPr>
                <a:endCxn id="57" idx="2"/>
              </p:cNvCxnSpPr>
              <p:nvPr/>
            </p:nvCxnSpPr>
            <p:spPr>
              <a:xfrm flipH="1">
                <a:off x="5337959" y="5268288"/>
                <a:ext cx="621" cy="13530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flipH="1">
                <a:off x="5323730" y="2808056"/>
                <a:ext cx="433608" cy="421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连接符: 肘形 126"/>
              <p:cNvCxnSpPr>
                <a:endCxn id="57" idx="0"/>
              </p:cNvCxnSpPr>
              <p:nvPr/>
            </p:nvCxnSpPr>
            <p:spPr>
              <a:xfrm rot="5400000">
                <a:off x="4249321" y="3974411"/>
                <a:ext cx="2676638" cy="338078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2" name="图片 61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55931" y="5709683"/>
                <a:ext cx="656925" cy="636836"/>
              </a:xfrm>
              <a:prstGeom prst="rect">
                <a:avLst/>
              </a:prstGeom>
            </p:spPr>
          </p:pic>
          <p:grpSp>
            <p:nvGrpSpPr>
              <p:cNvPr id="67" name="组合 66"/>
              <p:cNvGrpSpPr/>
              <p:nvPr/>
            </p:nvGrpSpPr>
            <p:grpSpPr>
              <a:xfrm rot="5400000">
                <a:off x="5985101" y="5983185"/>
                <a:ext cx="402307" cy="86225"/>
                <a:chOff x="10185" y="1784"/>
                <a:chExt cx="809" cy="168"/>
              </a:xfrm>
            </p:grpSpPr>
            <p:sp>
              <p:nvSpPr>
                <p:cNvPr id="64" name="矩形 63"/>
                <p:cNvSpPr/>
                <p:nvPr/>
              </p:nvSpPr>
              <p:spPr>
                <a:xfrm rot="5400000" flipH="1">
                  <a:off x="10185" y="1784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5" name="矩形 64"/>
                <p:cNvSpPr/>
                <p:nvPr/>
              </p:nvSpPr>
              <p:spPr>
                <a:xfrm rot="5400000" flipH="1">
                  <a:off x="10498" y="1784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6" name="矩形 65"/>
                <p:cNvSpPr/>
                <p:nvPr/>
              </p:nvSpPr>
              <p:spPr>
                <a:xfrm rot="5400000" flipH="1">
                  <a:off x="10826" y="1784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cxnSp>
            <p:nvCxnSpPr>
              <p:cNvPr id="74" name="连接符: 肘形 139"/>
              <p:cNvCxnSpPr>
                <a:stCxn id="57" idx="6"/>
                <a:endCxn id="62" idx="1"/>
              </p:cNvCxnSpPr>
              <p:nvPr/>
            </p:nvCxnSpPr>
            <p:spPr>
              <a:xfrm rot="5400000" flipV="1">
                <a:off x="5362716" y="5535188"/>
                <a:ext cx="468456" cy="517973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连接符: 肘形 139"/>
              <p:cNvCxnSpPr>
                <a:stCxn id="62" idx="3"/>
                <a:endCxn id="81" idx="3"/>
              </p:cNvCxnSpPr>
              <p:nvPr/>
            </p:nvCxnSpPr>
            <p:spPr>
              <a:xfrm flipV="1">
                <a:off x="6512857" y="5480566"/>
                <a:ext cx="595512" cy="547836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矩形: 圆角 29"/>
              <p:cNvSpPr/>
              <p:nvPr/>
            </p:nvSpPr>
            <p:spPr>
              <a:xfrm rot="5400000">
                <a:off x="6981576" y="5123759"/>
                <a:ext cx="253664" cy="460168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AP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矩形: 圆角 30"/>
              <p:cNvSpPr/>
              <p:nvPr/>
            </p:nvSpPr>
            <p:spPr>
              <a:xfrm rot="5400000">
                <a:off x="6981576" y="4682569"/>
                <a:ext cx="253664" cy="46016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83" name="直接箭头连接符 82"/>
              <p:cNvCxnSpPr>
                <a:stCxn id="81" idx="1"/>
                <a:endCxn id="82" idx="3"/>
              </p:cNvCxnSpPr>
              <p:nvPr/>
            </p:nvCxnSpPr>
            <p:spPr>
              <a:xfrm flipV="1">
                <a:off x="7108408" y="5039880"/>
                <a:ext cx="0" cy="18702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矩形: 圆角 31"/>
              <p:cNvSpPr/>
              <p:nvPr/>
            </p:nvSpPr>
            <p:spPr>
              <a:xfrm rot="5400000">
                <a:off x="6982123" y="4248556"/>
                <a:ext cx="252570" cy="460168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Tanh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5" name="直接箭头连接符 84"/>
              <p:cNvCxnSpPr>
                <a:endCxn id="84" idx="3"/>
              </p:cNvCxnSpPr>
              <p:nvPr/>
            </p:nvCxnSpPr>
            <p:spPr>
              <a:xfrm flipV="1">
                <a:off x="7108408" y="4605099"/>
                <a:ext cx="0" cy="18100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矩形: 圆角 79"/>
              <p:cNvSpPr/>
              <p:nvPr/>
            </p:nvSpPr>
            <p:spPr>
              <a:xfrm rot="5400000">
                <a:off x="6983352" y="3822519"/>
                <a:ext cx="250111" cy="460168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FM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7" name="直接箭头连接符 86"/>
              <p:cNvCxnSpPr/>
              <p:nvPr/>
            </p:nvCxnSpPr>
            <p:spPr>
              <a:xfrm flipV="1">
                <a:off x="7108408" y="4170319"/>
                <a:ext cx="0" cy="18100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8" name="组合 87"/>
              <p:cNvGrpSpPr/>
              <p:nvPr/>
            </p:nvGrpSpPr>
            <p:grpSpPr>
              <a:xfrm>
                <a:off x="7052539" y="3454596"/>
                <a:ext cx="104215" cy="303083"/>
                <a:chOff x="8111" y="4551"/>
                <a:chExt cx="168" cy="504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89" name="矩形 88"/>
                <p:cNvSpPr/>
                <p:nvPr/>
              </p:nvSpPr>
              <p:spPr>
                <a:xfrm rot="5400000" flipH="1">
                  <a:off x="8111" y="4551"/>
                  <a:ext cx="168" cy="168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90" name="矩形 89"/>
                <p:cNvSpPr/>
                <p:nvPr/>
              </p:nvSpPr>
              <p:spPr>
                <a:xfrm rot="5400000" flipH="1">
                  <a:off x="8111" y="4719"/>
                  <a:ext cx="168" cy="168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91" name="矩形 90"/>
                <p:cNvSpPr/>
                <p:nvPr/>
              </p:nvSpPr>
              <p:spPr>
                <a:xfrm rot="5400000" flipH="1">
                  <a:off x="8111" y="4887"/>
                  <a:ext cx="168" cy="168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cxnSp>
            <p:nvCxnSpPr>
              <p:cNvPr id="92" name="直接连接符 91"/>
              <p:cNvCxnSpPr>
                <a:stCxn id="91" idx="1"/>
              </p:cNvCxnSpPr>
              <p:nvPr/>
            </p:nvCxnSpPr>
            <p:spPr>
              <a:xfrm>
                <a:off x="7104648" y="3757680"/>
                <a:ext cx="621" cy="1623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/>
              <p:cNvCxnSpPr>
                <a:endCxn id="89" idx="3"/>
              </p:cNvCxnSpPr>
              <p:nvPr/>
            </p:nvCxnSpPr>
            <p:spPr>
              <a:xfrm flipH="1">
                <a:off x="7104648" y="3305460"/>
                <a:ext cx="1241" cy="14913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95" name="流程图: 或者 94"/>
              <p:cNvSpPr/>
              <p:nvPr/>
            </p:nvSpPr>
            <p:spPr>
              <a:xfrm rot="5400000">
                <a:off x="7027751" y="2608354"/>
                <a:ext cx="156353" cy="161285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cxnSp>
            <p:nvCxnSpPr>
              <p:cNvPr id="96" name="直接连接符 95"/>
              <p:cNvCxnSpPr>
                <a:stCxn id="95" idx="6"/>
              </p:cNvCxnSpPr>
              <p:nvPr/>
            </p:nvCxnSpPr>
            <p:spPr>
              <a:xfrm>
                <a:off x="7105888" y="2767246"/>
                <a:ext cx="0" cy="38186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97" name="矩形: 圆角 32"/>
              <p:cNvSpPr/>
              <p:nvPr/>
            </p:nvSpPr>
            <p:spPr>
              <a:xfrm rot="5400000">
                <a:off x="6253845" y="4890874"/>
                <a:ext cx="673519" cy="260537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Dilated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9" name="组合 108"/>
              <p:cNvGrpSpPr/>
              <p:nvPr/>
            </p:nvGrpSpPr>
            <p:grpSpPr>
              <a:xfrm>
                <a:off x="6538289" y="4025885"/>
                <a:ext cx="104215" cy="303083"/>
                <a:chOff x="8111" y="4551"/>
                <a:chExt cx="168" cy="504"/>
              </a:xfrm>
            </p:grpSpPr>
            <p:sp>
              <p:nvSpPr>
                <p:cNvPr id="110" name="矩形 109"/>
                <p:cNvSpPr/>
                <p:nvPr/>
              </p:nvSpPr>
              <p:spPr>
                <a:xfrm rot="5400000" flipH="1">
                  <a:off x="8111" y="4551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11" name="矩形 110"/>
                <p:cNvSpPr/>
                <p:nvPr/>
              </p:nvSpPr>
              <p:spPr>
                <a:xfrm rot="5400000" flipH="1">
                  <a:off x="8111" y="4719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13" name="矩形 112"/>
                <p:cNvSpPr/>
                <p:nvPr/>
              </p:nvSpPr>
              <p:spPr>
                <a:xfrm rot="5400000" flipH="1">
                  <a:off x="8111" y="4887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cxnSp>
            <p:nvCxnSpPr>
              <p:cNvPr id="115" name="直接连接符 114"/>
              <p:cNvCxnSpPr>
                <a:stCxn id="113" idx="1"/>
                <a:endCxn id="97" idx="1"/>
              </p:cNvCxnSpPr>
              <p:nvPr/>
            </p:nvCxnSpPr>
            <p:spPr>
              <a:xfrm>
                <a:off x="6590396" y="4328969"/>
                <a:ext cx="0" cy="35540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7" name="连接符: 肘形 139"/>
              <p:cNvCxnSpPr>
                <a:endCxn id="97" idx="3"/>
              </p:cNvCxnSpPr>
              <p:nvPr/>
            </p:nvCxnSpPr>
            <p:spPr>
              <a:xfrm rot="10800000">
                <a:off x="6589777" y="5357890"/>
                <a:ext cx="515491" cy="477477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连接符: 肘形 139"/>
              <p:cNvCxnSpPr>
                <a:stCxn id="110" idx="3"/>
              </p:cNvCxnSpPr>
              <p:nvPr/>
            </p:nvCxnSpPr>
            <p:spPr>
              <a:xfrm rot="16200000">
                <a:off x="6408210" y="3409461"/>
                <a:ext cx="798601" cy="434848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122"/>
              <p:cNvCxnSpPr/>
              <p:nvPr/>
            </p:nvCxnSpPr>
            <p:spPr>
              <a:xfrm flipH="1">
                <a:off x="7104686" y="5830474"/>
                <a:ext cx="530998" cy="601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连接符: 肘形 139"/>
              <p:cNvCxnSpPr>
                <a:endCxn id="95" idx="0"/>
              </p:cNvCxnSpPr>
              <p:nvPr/>
            </p:nvCxnSpPr>
            <p:spPr>
              <a:xfrm rot="16200000" flipV="1">
                <a:off x="5840307" y="4035283"/>
                <a:ext cx="3139081" cy="447255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接箭头连接符 124"/>
              <p:cNvCxnSpPr>
                <a:endCxn id="95" idx="4"/>
              </p:cNvCxnSpPr>
              <p:nvPr/>
            </p:nvCxnSpPr>
            <p:spPr>
              <a:xfrm flipV="1">
                <a:off x="5318148" y="2689179"/>
                <a:ext cx="1707137" cy="180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125"/>
              <p:cNvCxnSpPr>
                <a:stCxn id="129" idx="2"/>
                <a:endCxn id="95" idx="2"/>
              </p:cNvCxnSpPr>
              <p:nvPr/>
            </p:nvCxnSpPr>
            <p:spPr>
              <a:xfrm flipH="1">
                <a:off x="7105926" y="2532115"/>
                <a:ext cx="1048" cy="787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129" name="图片 128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53077" y="1845968"/>
                <a:ext cx="707792" cy="686148"/>
              </a:xfrm>
              <a:prstGeom prst="rect">
                <a:avLst/>
              </a:prstGeom>
            </p:spPr>
          </p:pic>
          <p:sp>
            <p:nvSpPr>
              <p:cNvPr id="154" name="文本框 153"/>
              <p:cNvSpPr txBox="1"/>
              <p:nvPr/>
            </p:nvSpPr>
            <p:spPr>
              <a:xfrm>
                <a:off x="4933051" y="4846785"/>
                <a:ext cx="447288" cy="204465"/>
              </a:xfrm>
              <a:prstGeom prst="rect">
                <a:avLst/>
              </a:prstGeom>
            </p:spPr>
            <p:txBody>
              <a:bodyPr wrap="square">
                <a:no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:r>
                  <a:rPr lang="en-US" altLang="zh-CN" sz="785" dirty="0">
                    <a:latin typeface="Arial" panose="020B0604020202020204" pitchFamily="34" charset="0"/>
                    <a:ea typeface="微软雅黑" panose="020B0503020204020204" charset="-122"/>
                  </a:rPr>
                  <a:t>W</a:t>
                </a:r>
                <a:r>
                  <a:rPr lang="en-US" altLang="zh-CN" sz="490" dirty="0">
                    <a:latin typeface="Arial" panose="020B0604020202020204" pitchFamily="34" charset="0"/>
                    <a:ea typeface="微软雅黑" panose="020B0503020204020204" charset="-122"/>
                  </a:rPr>
                  <a:t>A</a:t>
                </a:r>
                <a:endParaRPr lang="en-US" altLang="zh-CN" sz="785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55" name="文本框 154"/>
              <p:cNvSpPr txBox="1"/>
              <p:nvPr/>
            </p:nvSpPr>
            <p:spPr>
              <a:xfrm>
                <a:off x="6783616" y="3507544"/>
                <a:ext cx="447288" cy="204465"/>
              </a:xfrm>
              <a:prstGeom prst="rect">
                <a:avLst/>
              </a:prstGeom>
            </p:spPr>
            <p:txBody>
              <a:bodyPr wrap="square">
                <a:no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:r>
                  <a:rPr lang="en-US" altLang="zh-CN" sz="785" dirty="0">
                    <a:latin typeface="Arial" panose="020B0604020202020204" pitchFamily="34" charset="0"/>
                    <a:ea typeface="微软雅黑" panose="020B0503020204020204" charset="-122"/>
                  </a:rPr>
                  <a:t>W</a:t>
                </a:r>
                <a:r>
                  <a:rPr lang="en-US" altLang="zh-CN" sz="490" dirty="0">
                    <a:latin typeface="Arial" panose="020B0604020202020204" pitchFamily="34" charset="0"/>
                    <a:ea typeface="微软雅黑" panose="020B0503020204020204" charset="-122"/>
                  </a:rPr>
                  <a:t>A</a:t>
                </a:r>
                <a:endParaRPr lang="en-US" altLang="zh-CN" sz="785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5913237" y="6617206"/>
                <a:ext cx="729555" cy="272510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:r>
                  <a:rPr lang="en-US" altLang="zh-CN" sz="1170" dirty="0">
                    <a:latin typeface="Arial" panose="020B0604020202020204" pitchFamily="34" charset="0"/>
                    <a:ea typeface="微软雅黑" panose="020B0503020204020204" charset="-122"/>
                  </a:rPr>
                  <a:t>(c)CAB</a:t>
                </a:r>
                <a:endParaRPr lang="en-US" altLang="zh-CN" sz="117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60" name="流程图: 汇总连接 159"/>
              <p:cNvSpPr/>
              <p:nvPr/>
            </p:nvSpPr>
            <p:spPr>
              <a:xfrm>
                <a:off x="5257879" y="5113745"/>
                <a:ext cx="154577" cy="149433"/>
              </a:xfrm>
              <a:prstGeom prst="flowChartSummingJunction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115"/>
              </a:p>
            </p:txBody>
          </p:sp>
          <p:sp>
            <p:nvSpPr>
              <p:cNvPr id="163" name="流程图: 汇总连接 162"/>
              <p:cNvSpPr/>
              <p:nvPr/>
            </p:nvSpPr>
            <p:spPr>
              <a:xfrm>
                <a:off x="7024780" y="3149107"/>
                <a:ext cx="154577" cy="149433"/>
              </a:xfrm>
              <a:prstGeom prst="flowChartSummingJunction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115"/>
              </a:p>
            </p:txBody>
          </p:sp>
        </p:grpSp>
        <p:grpSp>
          <p:nvGrpSpPr>
            <p:cNvPr id="153" name="组合 152"/>
            <p:cNvGrpSpPr/>
            <p:nvPr/>
          </p:nvGrpSpPr>
          <p:grpSpPr>
            <a:xfrm>
              <a:off x="3761213" y="4602558"/>
              <a:ext cx="1303397" cy="1036131"/>
              <a:chOff x="4045337" y="5159329"/>
              <a:chExt cx="1303397" cy="1036131"/>
            </a:xfrm>
          </p:grpSpPr>
          <p:grpSp>
            <p:nvGrpSpPr>
              <p:cNvPr id="131" name="组合 130"/>
              <p:cNvGrpSpPr/>
              <p:nvPr/>
            </p:nvGrpSpPr>
            <p:grpSpPr>
              <a:xfrm>
                <a:off x="4045337" y="5350062"/>
                <a:ext cx="1303397" cy="845398"/>
                <a:chOff x="3063255" y="461627"/>
                <a:chExt cx="1303397" cy="845398"/>
              </a:xfrm>
            </p:grpSpPr>
            <p:sp>
              <p:nvSpPr>
                <p:cNvPr id="143" name="文本框 142"/>
                <p:cNvSpPr txBox="1"/>
                <p:nvPr/>
              </p:nvSpPr>
              <p:spPr>
                <a:xfrm>
                  <a:off x="3367657" y="461627"/>
                  <a:ext cx="998995" cy="5443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980" dirty="0"/>
                    <a:t>Global A</a:t>
                  </a:r>
                  <a:r>
                    <a:rPr lang="en-US" altLang="zh-CN" sz="980" i="1" dirty="0"/>
                    <a:t>ver</a:t>
                  </a:r>
                  <a:r>
                    <a:rPr lang="en-US" altLang="zh-CN" sz="980" dirty="0"/>
                    <a:t>age Pooling</a:t>
                  </a:r>
                  <a:endParaRPr lang="en-US" altLang="zh-CN" sz="980" dirty="0"/>
                </a:p>
                <a:p>
                  <a:endParaRPr lang="en-US" altLang="zh-CN" sz="980" dirty="0"/>
                </a:p>
              </p:txBody>
            </p:sp>
            <p:grpSp>
              <p:nvGrpSpPr>
                <p:cNvPr id="3" name="组合 2"/>
                <p:cNvGrpSpPr/>
                <p:nvPr/>
              </p:nvGrpSpPr>
              <p:grpSpPr>
                <a:xfrm>
                  <a:off x="3137712" y="810371"/>
                  <a:ext cx="1139932" cy="243016"/>
                  <a:chOff x="9669939" y="1793440"/>
                  <a:chExt cx="1166603" cy="257193"/>
                </a:xfrm>
              </p:grpSpPr>
              <p:sp>
                <p:nvSpPr>
                  <p:cNvPr id="149" name="流程图: 或者 148"/>
                  <p:cNvSpPr/>
                  <p:nvPr/>
                </p:nvSpPr>
                <p:spPr>
                  <a:xfrm>
                    <a:off x="9669939" y="1836958"/>
                    <a:ext cx="144236" cy="144236"/>
                  </a:xfrm>
                  <a:prstGeom prst="flowChartOr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760"/>
                  </a:p>
                </p:txBody>
              </p:sp>
              <p:sp>
                <p:nvSpPr>
                  <p:cNvPr id="150" name="文本框 149"/>
                  <p:cNvSpPr txBox="1"/>
                  <p:nvPr/>
                </p:nvSpPr>
                <p:spPr>
                  <a:xfrm>
                    <a:off x="9905265" y="1793440"/>
                    <a:ext cx="931277" cy="2571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980" dirty="0"/>
                      <a:t>Addition</a:t>
                    </a:r>
                    <a:endParaRPr lang="en-US" altLang="zh-CN" sz="980" dirty="0"/>
                  </a:p>
                </p:txBody>
              </p:sp>
            </p:grpSp>
            <p:sp>
              <p:nvSpPr>
                <p:cNvPr id="157" name="矩形: 圆角 156"/>
                <p:cNvSpPr/>
                <p:nvPr/>
              </p:nvSpPr>
              <p:spPr>
                <a:xfrm rot="5400000">
                  <a:off x="3130916" y="491017"/>
                  <a:ext cx="172778" cy="308100"/>
                </a:xfrm>
                <a:prstGeom prst="round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altLang="zh-CN" sz="785" dirty="0">
                      <a:solidFill>
                        <a:schemeClr val="tx1"/>
                      </a:solidFill>
                    </a:rPr>
                    <a:t>AP</a:t>
                  </a:r>
                  <a:endParaRPr lang="zh-CN" altLang="en-US" sz="785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1" name="文本框 160"/>
                <p:cNvSpPr txBox="1"/>
                <p:nvPr/>
              </p:nvSpPr>
              <p:spPr>
                <a:xfrm>
                  <a:off x="3323154" y="1064009"/>
                  <a:ext cx="998995" cy="2430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980" dirty="0"/>
                    <a:t>Convolution</a:t>
                  </a:r>
                  <a:endParaRPr lang="en-US" altLang="zh-CN" sz="980" dirty="0"/>
                </a:p>
              </p:txBody>
            </p:sp>
            <p:sp>
              <p:nvSpPr>
                <p:cNvPr id="159" name="流程图: 汇总连接 158"/>
                <p:cNvSpPr/>
                <p:nvPr/>
              </p:nvSpPr>
              <p:spPr>
                <a:xfrm>
                  <a:off x="3153747" y="1110215"/>
                  <a:ext cx="140978" cy="136286"/>
                </a:xfrm>
                <a:prstGeom prst="flowChartSummingJunction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115"/>
                </a:p>
              </p:txBody>
            </p:sp>
          </p:grpSp>
          <p:sp>
            <p:nvSpPr>
              <p:cNvPr id="174" name="矩形: 圆角 173"/>
              <p:cNvSpPr/>
              <p:nvPr/>
            </p:nvSpPr>
            <p:spPr>
              <a:xfrm>
                <a:off x="4046507" y="5201044"/>
                <a:ext cx="341677" cy="154868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785" dirty="0">
                    <a:solidFill>
                      <a:schemeClr val="tx1"/>
                    </a:solidFill>
                  </a:rPr>
                  <a:t>UP</a:t>
                </a:r>
                <a:endParaRPr lang="zh-CN" altLang="en-US" sz="785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5" name="文本框 174"/>
              <p:cNvSpPr txBox="1"/>
              <p:nvPr/>
            </p:nvSpPr>
            <p:spPr>
              <a:xfrm>
                <a:off x="4349163" y="5159329"/>
                <a:ext cx="693415" cy="24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80" dirty="0" err="1"/>
                  <a:t>Upsample</a:t>
                </a:r>
                <a:endParaRPr lang="en-US" altLang="zh-CN" sz="980" dirty="0"/>
              </a:p>
            </p:txBody>
          </p:sp>
        </p:grpSp>
        <p:sp>
          <p:nvSpPr>
            <p:cNvPr id="176" name="矩形: 圆角 175"/>
            <p:cNvSpPr/>
            <p:nvPr/>
          </p:nvSpPr>
          <p:spPr>
            <a:xfrm>
              <a:off x="3513306" y="1226724"/>
              <a:ext cx="1583569" cy="2924759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矩形: 圆角 177"/>
            <p:cNvSpPr/>
            <p:nvPr/>
          </p:nvSpPr>
          <p:spPr>
            <a:xfrm>
              <a:off x="3632752" y="2300675"/>
              <a:ext cx="1340000" cy="774559"/>
            </a:xfrm>
            <a:prstGeom prst="roundRect">
              <a:avLst>
                <a:gd name="adj" fmla="val 10161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79" name="矩形: 圆角 178"/>
            <p:cNvSpPr/>
            <p:nvPr/>
          </p:nvSpPr>
          <p:spPr>
            <a:xfrm>
              <a:off x="3735914" y="2497592"/>
              <a:ext cx="469924" cy="252521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80" dirty="0">
                  <a:solidFill>
                    <a:schemeClr val="tx1"/>
                  </a:solidFill>
                </a:rPr>
                <a:t>GAB</a:t>
              </a:r>
              <a:endParaRPr lang="zh-CN" altLang="en-US" sz="880" dirty="0">
                <a:solidFill>
                  <a:schemeClr val="tx1"/>
                </a:solidFill>
              </a:endParaRPr>
            </a:p>
          </p:txBody>
        </p:sp>
        <p:sp>
          <p:nvSpPr>
            <p:cNvPr id="180" name="矩形: 圆角 179"/>
            <p:cNvSpPr/>
            <p:nvPr/>
          </p:nvSpPr>
          <p:spPr>
            <a:xfrm>
              <a:off x="4412912" y="2491868"/>
              <a:ext cx="469924" cy="252521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80" dirty="0">
                  <a:solidFill>
                    <a:schemeClr val="tx1"/>
                  </a:solidFill>
                </a:rPr>
                <a:t>CAB</a:t>
              </a:r>
              <a:endParaRPr lang="zh-CN" altLang="en-US" sz="880" dirty="0">
                <a:solidFill>
                  <a:schemeClr val="tx1"/>
                </a:solidFill>
              </a:endParaRPr>
            </a:p>
          </p:txBody>
        </p:sp>
        <p:cxnSp>
          <p:nvCxnSpPr>
            <p:cNvPr id="181" name="连接符: 肘形 180"/>
            <p:cNvCxnSpPr>
              <a:stCxn id="178" idx="0"/>
              <a:endCxn id="179" idx="0"/>
            </p:cNvCxnSpPr>
            <p:nvPr/>
          </p:nvCxnSpPr>
          <p:spPr>
            <a:xfrm rot="16200000" flipH="1" flipV="1">
              <a:off x="4038356" y="2233196"/>
              <a:ext cx="196917" cy="331875"/>
            </a:xfrm>
            <a:prstGeom prst="bentConnector3">
              <a:avLst>
                <a:gd name="adj1" fmla="val 54958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连接符: 肘形 182"/>
            <p:cNvCxnSpPr>
              <a:stCxn id="178" idx="0"/>
              <a:endCxn id="180" idx="0"/>
            </p:cNvCxnSpPr>
            <p:nvPr/>
          </p:nvCxnSpPr>
          <p:spPr>
            <a:xfrm rot="16200000" flipH="1">
              <a:off x="4379715" y="2223710"/>
              <a:ext cx="191193" cy="345123"/>
            </a:xfrm>
            <a:prstGeom prst="bentConnector3">
              <a:avLst>
                <a:gd name="adj1" fmla="val 56604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流程图: 或者 183"/>
            <p:cNvSpPr/>
            <p:nvPr/>
          </p:nvSpPr>
          <p:spPr>
            <a:xfrm rot="5400000">
              <a:off x="4223531" y="2799587"/>
              <a:ext cx="156323" cy="161308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cxnSp>
          <p:nvCxnSpPr>
            <p:cNvPr id="185" name="连接符: 肘形 184"/>
            <p:cNvCxnSpPr>
              <a:stCxn id="179" idx="2"/>
              <a:endCxn id="184" idx="4"/>
            </p:cNvCxnSpPr>
            <p:nvPr/>
          </p:nvCxnSpPr>
          <p:spPr>
            <a:xfrm rot="16200000" flipH="1">
              <a:off x="4030893" y="2690096"/>
              <a:ext cx="130128" cy="250162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连接符: 肘形 185"/>
            <p:cNvCxnSpPr>
              <a:stCxn id="180" idx="2"/>
              <a:endCxn id="184" idx="0"/>
            </p:cNvCxnSpPr>
            <p:nvPr/>
          </p:nvCxnSpPr>
          <p:spPr>
            <a:xfrm rot="5400000">
              <a:off x="4447186" y="2679551"/>
              <a:ext cx="135852" cy="265529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/>
            <p:cNvCxnSpPr>
              <a:stCxn id="178" idx="2"/>
              <a:endCxn id="178" idx="2"/>
            </p:cNvCxnSpPr>
            <p:nvPr/>
          </p:nvCxnSpPr>
          <p:spPr>
            <a:xfrm>
              <a:off x="4302752" y="3075234"/>
              <a:ext cx="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/>
            <p:cNvCxnSpPr>
              <a:stCxn id="184" idx="6"/>
              <a:endCxn id="178" idx="2"/>
            </p:cNvCxnSpPr>
            <p:nvPr/>
          </p:nvCxnSpPr>
          <p:spPr>
            <a:xfrm>
              <a:off x="4301693" y="2958402"/>
              <a:ext cx="1059" cy="11683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矩形: 圆角 188"/>
            <p:cNvSpPr/>
            <p:nvPr/>
          </p:nvSpPr>
          <p:spPr>
            <a:xfrm>
              <a:off x="3881006" y="1619879"/>
              <a:ext cx="837060" cy="363004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AP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190" name="矩形: 圆角 189"/>
            <p:cNvSpPr/>
            <p:nvPr/>
          </p:nvSpPr>
          <p:spPr>
            <a:xfrm>
              <a:off x="3884819" y="3375999"/>
              <a:ext cx="834637" cy="358003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UP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191" name="直接箭头连接符 190"/>
            <p:cNvCxnSpPr>
              <a:stCxn id="176" idx="0"/>
              <a:endCxn id="189" idx="0"/>
            </p:cNvCxnSpPr>
            <p:nvPr/>
          </p:nvCxnSpPr>
          <p:spPr>
            <a:xfrm flipH="1">
              <a:off x="4299536" y="1226724"/>
              <a:ext cx="5555" cy="39315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箭头连接符 191"/>
            <p:cNvCxnSpPr>
              <a:stCxn id="189" idx="2"/>
              <a:endCxn id="178" idx="0"/>
            </p:cNvCxnSpPr>
            <p:nvPr/>
          </p:nvCxnSpPr>
          <p:spPr>
            <a:xfrm>
              <a:off x="4299536" y="1982883"/>
              <a:ext cx="3216" cy="31779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箭头连接符 194"/>
            <p:cNvCxnSpPr>
              <a:stCxn id="178" idx="2"/>
              <a:endCxn id="190" idx="0"/>
            </p:cNvCxnSpPr>
            <p:nvPr/>
          </p:nvCxnSpPr>
          <p:spPr>
            <a:xfrm flipH="1">
              <a:off x="4302138" y="3075234"/>
              <a:ext cx="614" cy="30076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箭头连接符 197"/>
            <p:cNvCxnSpPr>
              <a:stCxn id="190" idx="2"/>
              <a:endCxn id="176" idx="2"/>
            </p:cNvCxnSpPr>
            <p:nvPr/>
          </p:nvCxnSpPr>
          <p:spPr>
            <a:xfrm>
              <a:off x="4302138" y="3734002"/>
              <a:ext cx="2953" cy="41748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/>
            <p:cNvCxnSpPr/>
            <p:nvPr/>
          </p:nvCxnSpPr>
          <p:spPr>
            <a:xfrm flipH="1" flipV="1">
              <a:off x="2911176" y="733934"/>
              <a:ext cx="849110" cy="1781256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>
            <a:xfrm flipH="1">
              <a:off x="2887868" y="2768060"/>
              <a:ext cx="890538" cy="2495483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/>
          </p:nvCxnSpPr>
          <p:spPr>
            <a:xfrm flipV="1">
              <a:off x="4863044" y="733934"/>
              <a:ext cx="983529" cy="1744412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>
              <a:off x="4882836" y="2725493"/>
              <a:ext cx="931808" cy="247650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4240" y="273685"/>
            <a:ext cx="5272405" cy="68313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矩形: 圆角 5"/>
          <p:cNvSpPr/>
          <p:nvPr/>
        </p:nvSpPr>
        <p:spPr>
          <a:xfrm rot="5400000">
            <a:off x="1820545" y="2254250"/>
            <a:ext cx="4631055" cy="1834515"/>
          </a:xfrm>
          <a:prstGeom prst="roundRect">
            <a:avLst>
              <a:gd name="adj" fmla="val 13023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760" dirty="0"/>
          </a:p>
        </p:txBody>
      </p:sp>
      <p:sp>
        <p:nvSpPr>
          <p:cNvPr id="30" name="矩形: 圆角 29"/>
          <p:cNvSpPr/>
          <p:nvPr/>
        </p:nvSpPr>
        <p:spPr>
          <a:xfrm rot="5400000">
            <a:off x="4069080" y="2034540"/>
            <a:ext cx="258445" cy="56642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Kp*e(</a:t>
            </a:r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t</a:t>
            </a:r>
            <a:r>
              <a:rPr lang="en-US" altLang="zh-CN" sz="1170" dirty="0">
                <a:solidFill>
                  <a:schemeClr val="tx1"/>
                </a:solidFill>
              </a:rPr>
              <a:t>)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31" name="矩形: 圆角 30"/>
          <p:cNvSpPr/>
          <p:nvPr/>
        </p:nvSpPr>
        <p:spPr>
          <a:xfrm rot="5400000">
            <a:off x="4070350" y="2459355"/>
            <a:ext cx="258445" cy="76009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ysClr val="windowText" lastClr="000000"/>
                </a:solidFill>
              </a:rPr>
              <a:t>K</a:t>
            </a:r>
            <a:r>
              <a:rPr lang="en-US" altLang="zh-CN" sz="1170" baseline="-25000" dirty="0">
                <a:solidFill>
                  <a:sysClr val="windowText" lastClr="000000"/>
                </a:solidFill>
              </a:rPr>
              <a:t>i</a:t>
            </a:r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*</a:t>
            </a:r>
            <a:r>
              <a:rPr lang="en-US" altLang="zh-CN" sz="1170" dirty="0">
                <a:solidFill>
                  <a:sysClr val="windowText" lastClr="000000"/>
                </a:solidFill>
              </a:rPr>
              <a:t>∫</a:t>
            </a:r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e(</a:t>
            </a:r>
            <a:r>
              <a:rPr lang="en-US" altLang="zh-CN" sz="117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τ</a:t>
            </a:r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)d</a:t>
            </a:r>
            <a:r>
              <a:rPr lang="en-US" altLang="zh-CN" sz="117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τ</a:t>
            </a:r>
            <a:endParaRPr lang="en-US" altLang="zh-CN" sz="117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" name="矩形: 圆角 31"/>
          <p:cNvSpPr/>
          <p:nvPr/>
        </p:nvSpPr>
        <p:spPr>
          <a:xfrm rot="5400000">
            <a:off x="4069080" y="2879725"/>
            <a:ext cx="257810" cy="83693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Kd*</a:t>
            </a:r>
            <a:r>
              <a:rPr lang="en-US" altLang="zh-CN" sz="1170" dirty="0">
                <a:solidFill>
                  <a:schemeClr val="tx1"/>
                </a:solidFill>
              </a:rPr>
              <a:t>de(t)/dt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cxnSp>
        <p:nvCxnSpPr>
          <p:cNvPr id="35" name="直接箭头连接符 34"/>
          <p:cNvCxnSpPr>
            <a:stCxn id="4" idx="3"/>
            <a:endCxn id="30" idx="1"/>
          </p:cNvCxnSpPr>
          <p:nvPr/>
        </p:nvCxnSpPr>
        <p:spPr>
          <a:xfrm>
            <a:off x="4197985" y="1598295"/>
            <a:ext cx="635" cy="5905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31" idx="3"/>
            <a:endCxn id="32" idx="1"/>
          </p:cNvCxnSpPr>
          <p:nvPr/>
        </p:nvCxnSpPr>
        <p:spPr>
          <a:xfrm flipH="1">
            <a:off x="4197668" y="2968943"/>
            <a:ext cx="1905" cy="2006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矩形: 圆角 79"/>
          <p:cNvSpPr/>
          <p:nvPr/>
        </p:nvSpPr>
        <p:spPr>
          <a:xfrm rot="5400000">
            <a:off x="4070985" y="3413125"/>
            <a:ext cx="255270" cy="75819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Out(PID)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cxnSp>
        <p:nvCxnSpPr>
          <p:cNvPr id="112" name="直接箭头连接符 111"/>
          <p:cNvCxnSpPr>
            <a:stCxn id="32" idx="3"/>
            <a:endCxn id="80" idx="1"/>
          </p:cNvCxnSpPr>
          <p:nvPr/>
        </p:nvCxnSpPr>
        <p:spPr>
          <a:xfrm>
            <a:off x="4197668" y="3427413"/>
            <a:ext cx="635" cy="2374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/>
          <p:cNvCxnSpPr>
            <a:stCxn id="80" idx="3"/>
            <a:endCxn id="134" idx="0"/>
          </p:cNvCxnSpPr>
          <p:nvPr/>
        </p:nvCxnSpPr>
        <p:spPr>
          <a:xfrm>
            <a:off x="4198620" y="3919855"/>
            <a:ext cx="2540" cy="7772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/>
          <p:cNvCxnSpPr/>
          <p:nvPr/>
        </p:nvCxnSpPr>
        <p:spPr>
          <a:xfrm flipH="1" flipV="1">
            <a:off x="3560445" y="1818640"/>
            <a:ext cx="628650" cy="50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>
            <a:stCxn id="134" idx="4"/>
          </p:cNvCxnSpPr>
          <p:nvPr/>
        </p:nvCxnSpPr>
        <p:spPr>
          <a:xfrm>
            <a:off x="4200843" y="4846003"/>
            <a:ext cx="0" cy="4635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3523615" y="5670550"/>
            <a:ext cx="1529715" cy="27051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170" dirty="0">
                <a:latin typeface="Arial" panose="020B0604020202020204" pitchFamily="34" charset="0"/>
                <a:ea typeface="微软雅黑" panose="020B0503020204020204" charset="-122"/>
              </a:rPr>
              <a:t>(b)PID</a:t>
            </a:r>
            <a:r>
              <a:rPr lang="zh-CN" altLang="en-US" sz="1170" dirty="0">
                <a:latin typeface="Arial" panose="020B0604020202020204" pitchFamily="34" charset="0"/>
                <a:ea typeface="微软雅黑" panose="020B0503020204020204" charset="-122"/>
              </a:rPr>
              <a:t>工作</a:t>
            </a:r>
            <a:r>
              <a:rPr lang="zh-CN" altLang="en-US" sz="1170" dirty="0">
                <a:latin typeface="Arial" panose="020B0604020202020204" pitchFamily="34" charset="0"/>
                <a:ea typeface="微软雅黑" panose="020B0503020204020204" charset="-122"/>
              </a:rPr>
              <a:t>流程图</a:t>
            </a:r>
            <a:endParaRPr lang="zh-CN" altLang="en-US" sz="117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34" name="流程图: 汇总连接 133"/>
          <p:cNvSpPr/>
          <p:nvPr/>
        </p:nvSpPr>
        <p:spPr>
          <a:xfrm>
            <a:off x="4115435" y="4697095"/>
            <a:ext cx="170815" cy="149225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5"/>
          </a:p>
        </p:txBody>
      </p:sp>
      <p:sp>
        <p:nvSpPr>
          <p:cNvPr id="4" name="矩形: 圆角 29"/>
          <p:cNvSpPr/>
          <p:nvPr/>
        </p:nvSpPr>
        <p:spPr>
          <a:xfrm rot="5400000">
            <a:off x="3973830" y="805815"/>
            <a:ext cx="448310" cy="1136650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PID</a:t>
            </a:r>
            <a:r>
              <a:rPr lang="zh-CN" altLang="en-US" sz="1170" dirty="0">
                <a:solidFill>
                  <a:schemeClr val="tx1"/>
                </a:solidFill>
              </a:rPr>
              <a:t>控制器</a:t>
            </a:r>
            <a:r>
              <a:rPr lang="zh-CN" altLang="en-US" sz="1170" dirty="0">
                <a:solidFill>
                  <a:schemeClr val="tx1"/>
                </a:solidFill>
              </a:rPr>
              <a:t>输入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5" name="直接箭头连接符 4"/>
          <p:cNvCxnSpPr>
            <a:endCxn id="31" idx="1"/>
          </p:cNvCxnSpPr>
          <p:nvPr/>
        </p:nvCxnSpPr>
        <p:spPr>
          <a:xfrm flipH="1">
            <a:off x="4199573" y="2446973"/>
            <a:ext cx="1905" cy="262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: 圆角 32"/>
          <p:cNvSpPr/>
          <p:nvPr/>
        </p:nvSpPr>
        <p:spPr>
          <a:xfrm rot="5400000">
            <a:off x="3142615" y="2983230"/>
            <a:ext cx="833755" cy="28829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F</a:t>
            </a:r>
            <a:r>
              <a:rPr lang="en-US" altLang="zh-CN" sz="1170" dirty="0">
                <a:solidFill>
                  <a:schemeClr val="tx1"/>
                </a:solidFill>
              </a:rPr>
              <a:t>eedback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cxnSp>
        <p:nvCxnSpPr>
          <p:cNvPr id="3" name="连接符: 肘形 36"/>
          <p:cNvCxnSpPr>
            <a:stCxn id="2" idx="3"/>
            <a:endCxn id="134" idx="2"/>
          </p:cNvCxnSpPr>
          <p:nvPr/>
        </p:nvCxnSpPr>
        <p:spPr>
          <a:xfrm rot="5400000" flipV="1">
            <a:off x="3223895" y="3880485"/>
            <a:ext cx="1227455" cy="55562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3559175" y="1814830"/>
            <a:ext cx="1270" cy="8953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2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3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4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5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6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7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8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9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0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1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2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3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4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5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6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7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800</Words>
  <Application>WPS 演示</Application>
  <PresentationFormat>自定义</PresentationFormat>
  <Paragraphs>285</Paragraphs>
  <Slides>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6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Cambria Math</vt:lpstr>
      <vt:lpstr>Calibri</vt:lpstr>
      <vt:lpstr>Arial Unicode MS</vt:lpstr>
      <vt:lpstr>等线 Light</vt:lpstr>
      <vt:lpstr>Calibri Light</vt:lpstr>
      <vt:lpstr>等线</vt:lpstr>
      <vt:lpstr>Office 主题​​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jikang chen</dc:creator>
  <cp:lastModifiedBy>五五</cp:lastModifiedBy>
  <cp:revision>158</cp:revision>
  <dcterms:created xsi:type="dcterms:W3CDTF">2025-07-30T08:02:00Z</dcterms:created>
  <dcterms:modified xsi:type="dcterms:W3CDTF">2026-01-29T01:16:21Z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B781CF17C9934C179A5BD4377CF15D2D_13</vt:lpwstr>
  </property>
  <property fmtid="{D5CDD505-2E9C-101B-9397-08002B2CF9AE}" pid="3" name="KSOProductBuildVer">
    <vt:lpwstr>2052-12.1.0.24657</vt:lpwstr>
  </property>
</Properties>
</file>