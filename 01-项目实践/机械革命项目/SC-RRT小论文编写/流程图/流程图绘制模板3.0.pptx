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3"/>
    <p:sldId id="262" r:id="rId4"/>
    <p:sldId id="258" r:id="rId5"/>
    <p:sldId id="268" r:id="rId6"/>
    <p:sldId id="271" r:id="rId7"/>
    <p:sldId id="273" r:id="rId8"/>
    <p:sldId id="274" r:id="rId9"/>
    <p:sldId id="275" r:id="rId10"/>
    <p:sldId id="276" r:id="rId11"/>
    <p:sldId id="277" r:id="rId13"/>
  </p:sldIdLst>
  <p:sldSz cx="10043795" cy="7378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  <a:srgbClr val="C66A59"/>
    <a:srgbClr val="8CADDB"/>
    <a:srgbClr val="BCCDE7"/>
    <a:srgbClr val="FFD966"/>
    <a:srgbClr val="A9D18E"/>
    <a:srgbClr val="9AC176"/>
    <a:srgbClr val="E9F0F8"/>
    <a:srgbClr val="DDB5B3"/>
    <a:srgbClr val="E4C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3936" autoAdjust="0"/>
  </p:normalViewPr>
  <p:slideViewPr>
    <p:cSldViewPr snapToGrid="0">
      <p:cViewPr>
        <p:scale>
          <a:sx n="150" d="100"/>
          <a:sy n="150" d="100"/>
        </p:scale>
        <p:origin x="372" y="-2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28619" y="1143000"/>
            <a:ext cx="420076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309" y="1207579"/>
            <a:ext cx="8537496" cy="2568881"/>
          </a:xfrm>
        </p:spPr>
        <p:txBody>
          <a:bodyPr anchor="b"/>
          <a:lstStyle>
            <a:lvl1pPr algn="ctr">
              <a:defRPr sz="64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5514" y="3875526"/>
            <a:ext cx="7533085" cy="1781477"/>
          </a:xfrm>
        </p:spPr>
        <p:txBody>
          <a:bodyPr/>
          <a:lstStyle>
            <a:lvl1pPr marL="0" indent="0" algn="ctr">
              <a:buNone/>
              <a:defRPr sz="2580"/>
            </a:lvl1pPr>
            <a:lvl2pPr marL="492125" indent="0" algn="ctr">
              <a:buNone/>
              <a:defRPr sz="2150"/>
            </a:lvl2pPr>
            <a:lvl3pPr marL="983615" indent="0" algn="ctr">
              <a:buNone/>
              <a:defRPr sz="1935"/>
            </a:lvl3pPr>
            <a:lvl4pPr marL="1475740" indent="0" algn="ctr">
              <a:buNone/>
              <a:defRPr sz="1720"/>
            </a:lvl4pPr>
            <a:lvl5pPr marL="1967865" indent="0" algn="ctr">
              <a:buNone/>
              <a:defRPr sz="1720"/>
            </a:lvl5pPr>
            <a:lvl6pPr marL="2459355" indent="0" algn="ctr">
              <a:buNone/>
              <a:defRPr sz="1720"/>
            </a:lvl6pPr>
            <a:lvl7pPr marL="2951480" indent="0" algn="ctr">
              <a:buNone/>
              <a:defRPr sz="1720"/>
            </a:lvl7pPr>
            <a:lvl8pPr marL="3443605" indent="0" algn="ctr">
              <a:buNone/>
              <a:defRPr sz="1720"/>
            </a:lvl8pPr>
            <a:lvl9pPr marL="3935095" indent="0" algn="ctr">
              <a:buNone/>
              <a:defRPr sz="17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02" y="1839553"/>
            <a:ext cx="8663047" cy="3069334"/>
          </a:xfrm>
        </p:spPr>
        <p:txBody>
          <a:bodyPr anchor="b"/>
          <a:lstStyle>
            <a:lvl1pPr>
              <a:defRPr sz="64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02" y="4937924"/>
            <a:ext cx="8663047" cy="1614090"/>
          </a:xfrm>
        </p:spPr>
        <p:txBody>
          <a:bodyPr/>
          <a:lstStyle>
            <a:lvl1pPr marL="0" indent="0">
              <a:buNone/>
              <a:defRPr sz="2580">
                <a:solidFill>
                  <a:schemeClr val="tx1"/>
                </a:solidFill>
              </a:defRPr>
            </a:lvl1pPr>
            <a:lvl2pPr marL="492125" indent="0">
              <a:buNone/>
              <a:defRPr sz="2150">
                <a:solidFill>
                  <a:schemeClr val="tx1">
                    <a:tint val="75000"/>
                  </a:schemeClr>
                </a:solidFill>
              </a:defRPr>
            </a:lvl2pPr>
            <a:lvl3pPr marL="983615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3pPr>
            <a:lvl4pPr marL="147574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196786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45935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295148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44360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393509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0533" y="1964237"/>
            <a:ext cx="4268748" cy="46817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4832" y="1964237"/>
            <a:ext cx="4268748" cy="46817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392849"/>
            <a:ext cx="8663047" cy="142620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842" y="1808807"/>
            <a:ext cx="4249130" cy="886468"/>
          </a:xfrm>
        </p:spPr>
        <p:txBody>
          <a:bodyPr anchor="b"/>
          <a:lstStyle>
            <a:lvl1pPr marL="0" indent="0">
              <a:buNone/>
              <a:defRPr sz="2580" b="1"/>
            </a:lvl1pPr>
            <a:lvl2pPr marL="492125" indent="0">
              <a:buNone/>
              <a:defRPr sz="2150" b="1"/>
            </a:lvl2pPr>
            <a:lvl3pPr marL="983615" indent="0">
              <a:buNone/>
              <a:defRPr sz="1935" b="1"/>
            </a:lvl3pPr>
            <a:lvl4pPr marL="1475740" indent="0">
              <a:buNone/>
              <a:defRPr sz="1720" b="1"/>
            </a:lvl4pPr>
            <a:lvl5pPr marL="1967865" indent="0">
              <a:buNone/>
              <a:defRPr sz="1720" b="1"/>
            </a:lvl5pPr>
            <a:lvl6pPr marL="2459355" indent="0">
              <a:buNone/>
              <a:defRPr sz="1720" b="1"/>
            </a:lvl6pPr>
            <a:lvl7pPr marL="2951480" indent="0">
              <a:buNone/>
              <a:defRPr sz="1720" b="1"/>
            </a:lvl7pPr>
            <a:lvl8pPr marL="3443605" indent="0">
              <a:buNone/>
              <a:defRPr sz="1720" b="1"/>
            </a:lvl8pPr>
            <a:lvl9pPr marL="3935095" indent="0">
              <a:buNone/>
              <a:defRPr sz="17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1842" y="2695275"/>
            <a:ext cx="4249130" cy="3964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4833" y="1808807"/>
            <a:ext cx="4270056" cy="886468"/>
          </a:xfrm>
        </p:spPr>
        <p:txBody>
          <a:bodyPr anchor="b"/>
          <a:lstStyle>
            <a:lvl1pPr marL="0" indent="0">
              <a:buNone/>
              <a:defRPr sz="2580" b="1"/>
            </a:lvl1pPr>
            <a:lvl2pPr marL="492125" indent="0">
              <a:buNone/>
              <a:defRPr sz="2150" b="1"/>
            </a:lvl2pPr>
            <a:lvl3pPr marL="983615" indent="0">
              <a:buNone/>
              <a:defRPr sz="1935" b="1"/>
            </a:lvl3pPr>
            <a:lvl4pPr marL="1475740" indent="0">
              <a:buNone/>
              <a:defRPr sz="1720" b="1"/>
            </a:lvl4pPr>
            <a:lvl5pPr marL="1967865" indent="0">
              <a:buNone/>
              <a:defRPr sz="1720" b="1"/>
            </a:lvl5pPr>
            <a:lvl6pPr marL="2459355" indent="0">
              <a:buNone/>
              <a:defRPr sz="1720" b="1"/>
            </a:lvl6pPr>
            <a:lvl7pPr marL="2951480" indent="0">
              <a:buNone/>
              <a:defRPr sz="1720" b="1"/>
            </a:lvl7pPr>
            <a:lvl8pPr marL="3443605" indent="0">
              <a:buNone/>
              <a:defRPr sz="1720" b="1"/>
            </a:lvl8pPr>
            <a:lvl9pPr marL="3935095" indent="0">
              <a:buNone/>
              <a:defRPr sz="17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4833" y="2695275"/>
            <a:ext cx="4270056" cy="3964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491913"/>
            <a:ext cx="3239488" cy="1721697"/>
          </a:xfrm>
        </p:spPr>
        <p:txBody>
          <a:bodyPr anchor="b"/>
          <a:lstStyle>
            <a:lvl1pPr>
              <a:defRPr sz="34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0056" y="1062398"/>
            <a:ext cx="5084832" cy="5243659"/>
          </a:xfrm>
        </p:spPr>
        <p:txBody>
          <a:bodyPr/>
          <a:lstStyle>
            <a:lvl1pPr>
              <a:defRPr sz="3445"/>
            </a:lvl1pPr>
            <a:lvl2pPr>
              <a:defRPr sz="3015"/>
            </a:lvl2pPr>
            <a:lvl3pPr>
              <a:defRPr sz="2580"/>
            </a:lvl3pPr>
            <a:lvl4pPr>
              <a:defRPr sz="2150"/>
            </a:lvl4pPr>
            <a:lvl5pPr>
              <a:defRPr sz="2150"/>
            </a:lvl5pPr>
            <a:lvl6pPr>
              <a:defRPr sz="2150"/>
            </a:lvl6pPr>
            <a:lvl7pPr>
              <a:defRPr sz="2150"/>
            </a:lvl7pPr>
            <a:lvl8pPr>
              <a:defRPr sz="2150"/>
            </a:lvl8pPr>
            <a:lvl9pPr>
              <a:defRPr sz="21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1841" y="2213610"/>
            <a:ext cx="3239488" cy="4100986"/>
          </a:xfrm>
        </p:spPr>
        <p:txBody>
          <a:bodyPr/>
          <a:lstStyle>
            <a:lvl1pPr marL="0" indent="0">
              <a:buNone/>
              <a:defRPr sz="1720"/>
            </a:lvl1pPr>
            <a:lvl2pPr marL="492125" indent="0">
              <a:buNone/>
              <a:defRPr sz="1505"/>
            </a:lvl2pPr>
            <a:lvl3pPr marL="983615" indent="0">
              <a:buNone/>
              <a:defRPr sz="1290"/>
            </a:lvl3pPr>
            <a:lvl4pPr marL="1475740" indent="0">
              <a:buNone/>
              <a:defRPr sz="1075"/>
            </a:lvl4pPr>
            <a:lvl5pPr marL="1967865" indent="0">
              <a:buNone/>
              <a:defRPr sz="1075"/>
            </a:lvl5pPr>
            <a:lvl6pPr marL="2459355" indent="0">
              <a:buNone/>
              <a:defRPr sz="1075"/>
            </a:lvl6pPr>
            <a:lvl7pPr marL="2951480" indent="0">
              <a:buNone/>
              <a:defRPr sz="1075"/>
            </a:lvl7pPr>
            <a:lvl8pPr marL="3443605" indent="0">
              <a:buNone/>
              <a:defRPr sz="1075"/>
            </a:lvl8pPr>
            <a:lvl9pPr marL="393509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491913"/>
            <a:ext cx="3239488" cy="1721697"/>
          </a:xfrm>
        </p:spPr>
        <p:txBody>
          <a:bodyPr anchor="b"/>
          <a:lstStyle>
            <a:lvl1pPr>
              <a:defRPr sz="34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0056" y="1062398"/>
            <a:ext cx="5084832" cy="5243659"/>
          </a:xfrm>
        </p:spPr>
        <p:txBody>
          <a:bodyPr anchor="t"/>
          <a:lstStyle>
            <a:lvl1pPr marL="0" indent="0">
              <a:buNone/>
              <a:defRPr sz="3445"/>
            </a:lvl1pPr>
            <a:lvl2pPr marL="492125" indent="0">
              <a:buNone/>
              <a:defRPr sz="3015"/>
            </a:lvl2pPr>
            <a:lvl3pPr marL="983615" indent="0">
              <a:buNone/>
              <a:defRPr sz="2580"/>
            </a:lvl3pPr>
            <a:lvl4pPr marL="1475740" indent="0">
              <a:buNone/>
              <a:defRPr sz="2150"/>
            </a:lvl4pPr>
            <a:lvl5pPr marL="1967865" indent="0">
              <a:buNone/>
              <a:defRPr sz="2150"/>
            </a:lvl5pPr>
            <a:lvl6pPr marL="2459355" indent="0">
              <a:buNone/>
              <a:defRPr sz="2150"/>
            </a:lvl6pPr>
            <a:lvl7pPr marL="2951480" indent="0">
              <a:buNone/>
              <a:defRPr sz="2150"/>
            </a:lvl7pPr>
            <a:lvl8pPr marL="3443605" indent="0">
              <a:buNone/>
              <a:defRPr sz="2150"/>
            </a:lvl8pPr>
            <a:lvl9pPr marL="3935095" indent="0">
              <a:buNone/>
              <a:defRPr sz="2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1841" y="2213610"/>
            <a:ext cx="3239488" cy="4100986"/>
          </a:xfrm>
        </p:spPr>
        <p:txBody>
          <a:bodyPr/>
          <a:lstStyle>
            <a:lvl1pPr marL="0" indent="0">
              <a:buNone/>
              <a:defRPr sz="1720"/>
            </a:lvl1pPr>
            <a:lvl2pPr marL="492125" indent="0">
              <a:buNone/>
              <a:defRPr sz="1505"/>
            </a:lvl2pPr>
            <a:lvl3pPr marL="983615" indent="0">
              <a:buNone/>
              <a:defRPr sz="1290"/>
            </a:lvl3pPr>
            <a:lvl4pPr marL="1475740" indent="0">
              <a:buNone/>
              <a:defRPr sz="1075"/>
            </a:lvl4pPr>
            <a:lvl5pPr marL="1967865" indent="0">
              <a:buNone/>
              <a:defRPr sz="1075"/>
            </a:lvl5pPr>
            <a:lvl6pPr marL="2459355" indent="0">
              <a:buNone/>
              <a:defRPr sz="1075"/>
            </a:lvl6pPr>
            <a:lvl7pPr marL="2951480" indent="0">
              <a:buNone/>
              <a:defRPr sz="1075"/>
            </a:lvl7pPr>
            <a:lvl8pPr marL="3443605" indent="0">
              <a:buNone/>
              <a:defRPr sz="1075"/>
            </a:lvl8pPr>
            <a:lvl9pPr marL="393509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7819" y="392848"/>
            <a:ext cx="2165762" cy="62531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0533" y="392848"/>
            <a:ext cx="6371734" cy="6253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0533" y="392849"/>
            <a:ext cx="8663047" cy="142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0533" y="1964237"/>
            <a:ext cx="8663047" cy="4681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0533" y="6838964"/>
            <a:ext cx="2259925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27113" y="6838964"/>
            <a:ext cx="3389888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3655" y="6838964"/>
            <a:ext cx="2259925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83615" rtl="0" eaLnBrk="1" latinLnBrk="0" hangingPunct="1">
        <a:lnSpc>
          <a:spcPct val="90000"/>
        </a:lnSpc>
        <a:spcBef>
          <a:spcPct val="0"/>
        </a:spcBef>
        <a:buNone/>
        <a:defRPr sz="47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5745" indent="-245745" algn="l" defTabSz="983615" rtl="0" eaLnBrk="1" latinLnBrk="0" hangingPunct="1">
        <a:lnSpc>
          <a:spcPct val="90000"/>
        </a:lnSpc>
        <a:spcBef>
          <a:spcPts val="1075"/>
        </a:spcBef>
        <a:buFont typeface="Arial" panose="020B0604020202020204" pitchFamily="34" charset="0"/>
        <a:buChar char="•"/>
        <a:defRPr sz="3015" kern="1200">
          <a:solidFill>
            <a:schemeClr val="tx1"/>
          </a:solidFill>
          <a:latin typeface="+mn-lt"/>
          <a:ea typeface="+mn-ea"/>
          <a:cs typeface="+mn-cs"/>
        </a:defRPr>
      </a:lvl1pPr>
      <a:lvl2pPr marL="73787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80" kern="1200">
          <a:solidFill>
            <a:schemeClr val="tx1"/>
          </a:solidFill>
          <a:latin typeface="+mn-lt"/>
          <a:ea typeface="+mn-ea"/>
          <a:cs typeface="+mn-cs"/>
        </a:defRPr>
      </a:lvl2pPr>
      <a:lvl3pPr marL="122999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50" kern="1200">
          <a:solidFill>
            <a:schemeClr val="tx1"/>
          </a:solidFill>
          <a:latin typeface="+mn-lt"/>
          <a:ea typeface="+mn-ea"/>
          <a:cs typeface="+mn-cs"/>
        </a:defRPr>
      </a:lvl3pPr>
      <a:lvl4pPr marL="172148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4pPr>
      <a:lvl5pPr marL="221361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5pPr>
      <a:lvl6pPr marL="270573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6pPr>
      <a:lvl7pPr marL="319722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7pPr>
      <a:lvl8pPr marL="368935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8pPr>
      <a:lvl9pPr marL="418147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1pPr>
      <a:lvl2pPr marL="49212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2pPr>
      <a:lvl3pPr marL="98361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3pPr>
      <a:lvl4pPr marL="147574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4pPr>
      <a:lvl5pPr marL="196786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5pPr>
      <a:lvl6pPr marL="245935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6pPr>
      <a:lvl7pPr marL="295148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7pPr>
      <a:lvl8pPr marL="344360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8pPr>
      <a:lvl9pPr marL="393509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7" Type="http://schemas.openxmlformats.org/officeDocument/2006/relationships/vmlDrawing" Target="../drawings/vmlDrawing1.vml"/><Relationship Id="rId36" Type="http://schemas.openxmlformats.org/officeDocument/2006/relationships/slideLayout" Target="../slideLayouts/slideLayout2.xml"/><Relationship Id="rId35" Type="http://schemas.openxmlformats.org/officeDocument/2006/relationships/image" Target="../media/image12.png"/><Relationship Id="rId34" Type="http://schemas.openxmlformats.org/officeDocument/2006/relationships/image" Target="../media/image11.png"/><Relationship Id="rId33" Type="http://schemas.openxmlformats.org/officeDocument/2006/relationships/image" Target="../media/image10.png"/><Relationship Id="rId32" Type="http://schemas.openxmlformats.org/officeDocument/2006/relationships/image" Target="../media/image9.png"/><Relationship Id="rId31" Type="http://schemas.openxmlformats.org/officeDocument/2006/relationships/image" Target="../media/image8.wmf"/><Relationship Id="rId30" Type="http://schemas.openxmlformats.org/officeDocument/2006/relationships/oleObject" Target="../embeddings/oleObject6.bin"/><Relationship Id="rId3" Type="http://schemas.openxmlformats.org/officeDocument/2006/relationships/image" Target="../media/image2.png"/><Relationship Id="rId29" Type="http://schemas.openxmlformats.org/officeDocument/2006/relationships/image" Target="../media/image7.wmf"/><Relationship Id="rId28" Type="http://schemas.openxmlformats.org/officeDocument/2006/relationships/oleObject" Target="../embeddings/oleObject5.bin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image" Target="../media/image6.wmf"/><Relationship Id="rId2" Type="http://schemas.openxmlformats.org/officeDocument/2006/relationships/tags" Target="../tags/tag1.xml"/><Relationship Id="rId19" Type="http://schemas.openxmlformats.org/officeDocument/2006/relationships/oleObject" Target="../embeddings/oleObject4.bin"/><Relationship Id="rId18" Type="http://schemas.openxmlformats.org/officeDocument/2006/relationships/tags" Target="../tags/tag10.xml"/><Relationship Id="rId17" Type="http://schemas.openxmlformats.org/officeDocument/2006/relationships/image" Target="../media/image5.wmf"/><Relationship Id="rId16" Type="http://schemas.openxmlformats.org/officeDocument/2006/relationships/oleObject" Target="../embeddings/oleObject3.bin"/><Relationship Id="rId15" Type="http://schemas.openxmlformats.org/officeDocument/2006/relationships/tags" Target="../tags/tag9.xml"/><Relationship Id="rId14" Type="http://schemas.openxmlformats.org/officeDocument/2006/relationships/image" Target="../media/image4.wmf"/><Relationship Id="rId13" Type="http://schemas.openxmlformats.org/officeDocument/2006/relationships/oleObject" Target="../embeddings/oleObject2.bin"/><Relationship Id="rId12" Type="http://schemas.openxmlformats.org/officeDocument/2006/relationships/tags" Target="../tags/tag8.xml"/><Relationship Id="rId11" Type="http://schemas.openxmlformats.org/officeDocument/2006/relationships/image" Target="../media/image3.wmf"/><Relationship Id="rId10" Type="http://schemas.openxmlformats.org/officeDocument/2006/relationships/oleObject" Target="../embeddings/oleObject1.bin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8600" y="-1905"/>
            <a:ext cx="9956800" cy="7123430"/>
            <a:chOff x="360" y="-3"/>
            <a:chExt cx="15680" cy="11218"/>
          </a:xfrm>
        </p:grpSpPr>
        <p:grpSp>
          <p:nvGrpSpPr>
            <p:cNvPr id="629" name="组合 628"/>
            <p:cNvGrpSpPr/>
            <p:nvPr/>
          </p:nvGrpSpPr>
          <p:grpSpPr>
            <a:xfrm rot="5400000">
              <a:off x="6380" y="7506"/>
              <a:ext cx="3589" cy="1563"/>
              <a:chOff x="4577197" y="422376"/>
              <a:chExt cx="2437300" cy="1016000"/>
            </a:xfrm>
          </p:grpSpPr>
          <p:sp>
            <p:nvSpPr>
              <p:cNvPr id="744" name="矩形: 圆角 743"/>
              <p:cNvSpPr/>
              <p:nvPr/>
            </p:nvSpPr>
            <p:spPr>
              <a:xfrm>
                <a:off x="4577197" y="422376"/>
                <a:ext cx="2437300" cy="1016000"/>
              </a:xfrm>
              <a:prstGeom prst="roundRect">
                <a:avLst>
                  <a:gd name="adj" fmla="val 10446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1587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45" name="矩形: 圆角 744"/>
              <p:cNvSpPr/>
              <p:nvPr/>
            </p:nvSpPr>
            <p:spPr>
              <a:xfrm>
                <a:off x="4972899" y="694849"/>
                <a:ext cx="267855" cy="47105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46" name="矩形: 圆角 745"/>
              <p:cNvSpPr/>
              <p:nvPr/>
            </p:nvSpPr>
            <p:spPr>
              <a:xfrm>
                <a:off x="5331886" y="694849"/>
                <a:ext cx="267855" cy="47105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747" name="直接连接符 746"/>
              <p:cNvCxnSpPr>
                <a:stCxn id="745" idx="3"/>
                <a:endCxn id="746" idx="1"/>
              </p:cNvCxnSpPr>
              <p:nvPr/>
            </p:nvCxnSpPr>
            <p:spPr>
              <a:xfrm>
                <a:off x="5240754" y="930376"/>
                <a:ext cx="911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8" name="流程图: 或者 747"/>
              <p:cNvSpPr/>
              <p:nvPr/>
            </p:nvSpPr>
            <p:spPr>
              <a:xfrm flipH="1">
                <a:off x="5780868" y="859660"/>
                <a:ext cx="141431" cy="141431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 dirty="0"/>
              </a:p>
            </p:txBody>
          </p:sp>
          <p:sp>
            <p:nvSpPr>
              <p:cNvPr id="749" name="矩形: 圆角 748"/>
              <p:cNvSpPr/>
              <p:nvPr/>
            </p:nvSpPr>
            <p:spPr>
              <a:xfrm>
                <a:off x="6174201" y="694849"/>
                <a:ext cx="267855" cy="47105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MBA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0" name="流程图: 或者 749"/>
              <p:cNvSpPr/>
              <p:nvPr/>
            </p:nvSpPr>
            <p:spPr>
              <a:xfrm flipH="1">
                <a:off x="6585585" y="859660"/>
                <a:ext cx="141431" cy="141431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 dirty="0"/>
              </a:p>
            </p:txBody>
          </p:sp>
          <p:cxnSp>
            <p:nvCxnSpPr>
              <p:cNvPr id="751" name="直接连接符 750"/>
              <p:cNvCxnSpPr>
                <a:stCxn id="746" idx="3"/>
                <a:endCxn id="748" idx="6"/>
              </p:cNvCxnSpPr>
              <p:nvPr/>
            </p:nvCxnSpPr>
            <p:spPr>
              <a:xfrm flipV="1">
                <a:off x="5599741" y="930375"/>
                <a:ext cx="175027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2" name="直接箭头连接符 751"/>
              <p:cNvCxnSpPr>
                <a:stCxn id="748" idx="2"/>
                <a:endCxn id="749" idx="1"/>
              </p:cNvCxnSpPr>
              <p:nvPr/>
            </p:nvCxnSpPr>
            <p:spPr>
              <a:xfrm>
                <a:off x="5922299" y="930376"/>
                <a:ext cx="25190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3" name="直接连接符 752"/>
              <p:cNvCxnSpPr>
                <a:stCxn id="749" idx="3"/>
                <a:endCxn id="750" idx="6"/>
              </p:cNvCxnSpPr>
              <p:nvPr/>
            </p:nvCxnSpPr>
            <p:spPr>
              <a:xfrm>
                <a:off x="6442056" y="930376"/>
                <a:ext cx="14352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4" name="直接箭头连接符 753"/>
              <p:cNvCxnSpPr>
                <a:stCxn id="744" idx="1"/>
                <a:endCxn id="745" idx="1"/>
              </p:cNvCxnSpPr>
              <p:nvPr/>
            </p:nvCxnSpPr>
            <p:spPr>
              <a:xfrm>
                <a:off x="4577197" y="930376"/>
                <a:ext cx="39570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5" name="直接箭头连接符 754"/>
              <p:cNvCxnSpPr>
                <a:stCxn id="750" idx="2"/>
                <a:endCxn id="744" idx="3"/>
              </p:cNvCxnSpPr>
              <p:nvPr/>
            </p:nvCxnSpPr>
            <p:spPr>
              <a:xfrm>
                <a:off x="6727016" y="930376"/>
                <a:ext cx="28748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6" name="连接符: 肘形 755"/>
              <p:cNvCxnSpPr>
                <a:endCxn id="748" idx="0"/>
              </p:cNvCxnSpPr>
              <p:nvPr/>
            </p:nvCxnSpPr>
            <p:spPr>
              <a:xfrm flipV="1">
                <a:off x="4788534" y="859660"/>
                <a:ext cx="1063049" cy="70715"/>
              </a:xfrm>
              <a:prstGeom prst="bentConnector4">
                <a:avLst>
                  <a:gd name="adj1" fmla="val -244"/>
                  <a:gd name="adj2" fmla="val 44939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连接符: 肘形 756"/>
              <p:cNvCxnSpPr>
                <a:endCxn id="750" idx="0"/>
              </p:cNvCxnSpPr>
              <p:nvPr/>
            </p:nvCxnSpPr>
            <p:spPr>
              <a:xfrm flipV="1">
                <a:off x="5998497" y="859660"/>
                <a:ext cx="657803" cy="70715"/>
              </a:xfrm>
              <a:prstGeom prst="bentConnector4">
                <a:avLst>
                  <a:gd name="adj1" fmla="val 3905"/>
                  <a:gd name="adj2" fmla="val 46245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8" name="矩形: 圆角 757"/>
              <p:cNvSpPr/>
              <p:nvPr/>
            </p:nvSpPr>
            <p:spPr>
              <a:xfrm>
                <a:off x="4686934" y="519357"/>
                <a:ext cx="1273023" cy="77584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59" name="矩形: 圆角 758"/>
              <p:cNvSpPr/>
              <p:nvPr/>
            </p:nvSpPr>
            <p:spPr>
              <a:xfrm>
                <a:off x="4686934" y="519357"/>
                <a:ext cx="1273023" cy="80211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60" name="文本框 759"/>
              <p:cNvSpPr txBox="1"/>
              <p:nvPr/>
            </p:nvSpPr>
            <p:spPr>
              <a:xfrm rot="16200000">
                <a:off x="5561225" y="969572"/>
                <a:ext cx="467976" cy="291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</p:grpSp>
        <p:pic>
          <p:nvPicPr>
            <p:cNvPr id="697" name="图片 69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60" y="2062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pic>
          <p:nvPicPr>
            <p:cNvPr id="698" name="图片 697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32" y="2062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pic>
          <p:nvPicPr>
            <p:cNvPr id="699" name="图片 69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764" y="2073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sp>
          <p:nvSpPr>
            <p:cNvPr id="700" name="矩形: 圆角 699"/>
            <p:cNvSpPr/>
            <p:nvPr/>
          </p:nvSpPr>
          <p:spPr>
            <a:xfrm>
              <a:off x="564" y="3987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1" name="直接箭头连接符 700"/>
            <p:cNvCxnSpPr>
              <a:endCxn id="700" idx="0"/>
            </p:cNvCxnSpPr>
            <p:nvPr/>
          </p:nvCxnSpPr>
          <p:spPr>
            <a:xfrm>
              <a:off x="1301" y="3495"/>
              <a:ext cx="0" cy="49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2" name="矩形: 圆角 701"/>
            <p:cNvSpPr/>
            <p:nvPr/>
          </p:nvSpPr>
          <p:spPr>
            <a:xfrm>
              <a:off x="564" y="4490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3" name="直接连接符 702"/>
            <p:cNvCxnSpPr>
              <a:stCxn id="700" idx="2"/>
              <a:endCxn id="702" idx="0"/>
            </p:cNvCxnSpPr>
            <p:nvPr/>
          </p:nvCxnSpPr>
          <p:spPr>
            <a:xfrm>
              <a:off x="1301" y="4308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4" name="矩形: 圆角 703"/>
            <p:cNvSpPr/>
            <p:nvPr/>
          </p:nvSpPr>
          <p:spPr>
            <a:xfrm>
              <a:off x="564" y="5479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05" name="矩形: 圆角 704"/>
            <p:cNvSpPr/>
            <p:nvPr/>
          </p:nvSpPr>
          <p:spPr>
            <a:xfrm>
              <a:off x="564" y="598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6" name="直接连接符 705"/>
            <p:cNvCxnSpPr>
              <a:stCxn id="704" idx="2"/>
              <a:endCxn id="705" idx="0"/>
            </p:cNvCxnSpPr>
            <p:nvPr/>
          </p:nvCxnSpPr>
          <p:spPr>
            <a:xfrm>
              <a:off x="1301" y="5800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7" name="矩形: 圆角 706"/>
            <p:cNvSpPr/>
            <p:nvPr/>
          </p:nvSpPr>
          <p:spPr>
            <a:xfrm>
              <a:off x="564" y="6960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08" name="矩形: 圆角 707"/>
            <p:cNvSpPr/>
            <p:nvPr/>
          </p:nvSpPr>
          <p:spPr>
            <a:xfrm>
              <a:off x="564" y="746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9" name="直接连接符 708"/>
            <p:cNvCxnSpPr>
              <a:stCxn id="707" idx="2"/>
              <a:endCxn id="708" idx="0"/>
            </p:cNvCxnSpPr>
            <p:nvPr/>
          </p:nvCxnSpPr>
          <p:spPr>
            <a:xfrm>
              <a:off x="1301" y="7281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0" name="矩形: 圆角 709"/>
            <p:cNvSpPr/>
            <p:nvPr/>
          </p:nvSpPr>
          <p:spPr>
            <a:xfrm>
              <a:off x="564" y="8446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1" name="矩形: 圆角 710"/>
            <p:cNvSpPr/>
            <p:nvPr/>
          </p:nvSpPr>
          <p:spPr>
            <a:xfrm>
              <a:off x="564" y="8948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2" name="直接连接符 711"/>
            <p:cNvCxnSpPr>
              <a:stCxn id="710" idx="2"/>
              <a:endCxn id="711" idx="0"/>
            </p:cNvCxnSpPr>
            <p:nvPr/>
          </p:nvCxnSpPr>
          <p:spPr>
            <a:xfrm>
              <a:off x="1301" y="8767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3" name="矩形: 圆角 712"/>
            <p:cNvSpPr/>
            <p:nvPr/>
          </p:nvSpPr>
          <p:spPr>
            <a:xfrm>
              <a:off x="4863" y="3987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4" name="矩形: 圆角 713"/>
            <p:cNvSpPr/>
            <p:nvPr/>
          </p:nvSpPr>
          <p:spPr>
            <a:xfrm>
              <a:off x="4863" y="4490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5" name="直接连接符 714"/>
            <p:cNvCxnSpPr>
              <a:stCxn id="713" idx="2"/>
              <a:endCxn id="714" idx="0"/>
            </p:cNvCxnSpPr>
            <p:nvPr/>
          </p:nvCxnSpPr>
          <p:spPr>
            <a:xfrm>
              <a:off x="5599" y="4308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6" name="矩形: 圆角 715"/>
            <p:cNvSpPr/>
            <p:nvPr/>
          </p:nvSpPr>
          <p:spPr>
            <a:xfrm>
              <a:off x="4863" y="5479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7" name="矩形: 圆角 716"/>
            <p:cNvSpPr/>
            <p:nvPr/>
          </p:nvSpPr>
          <p:spPr>
            <a:xfrm>
              <a:off x="4863" y="598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8" name="直接连接符 717"/>
            <p:cNvCxnSpPr>
              <a:stCxn id="716" idx="2"/>
              <a:endCxn id="717" idx="0"/>
            </p:cNvCxnSpPr>
            <p:nvPr/>
          </p:nvCxnSpPr>
          <p:spPr>
            <a:xfrm>
              <a:off x="5599" y="5800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9" name="矩形: 圆角 718"/>
            <p:cNvSpPr/>
            <p:nvPr/>
          </p:nvSpPr>
          <p:spPr>
            <a:xfrm>
              <a:off x="4863" y="6960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20" name="矩形: 圆角 719"/>
            <p:cNvSpPr/>
            <p:nvPr/>
          </p:nvSpPr>
          <p:spPr>
            <a:xfrm>
              <a:off x="4863" y="746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21" name="直接连接符 720"/>
            <p:cNvCxnSpPr>
              <a:stCxn id="719" idx="2"/>
              <a:endCxn id="720" idx="0"/>
            </p:cNvCxnSpPr>
            <p:nvPr/>
          </p:nvCxnSpPr>
          <p:spPr>
            <a:xfrm>
              <a:off x="5599" y="7281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2" name="矩形: 圆角 721"/>
            <p:cNvSpPr/>
            <p:nvPr/>
          </p:nvSpPr>
          <p:spPr>
            <a:xfrm>
              <a:off x="4863" y="8446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23" name="矩形: 圆角 722"/>
            <p:cNvSpPr/>
            <p:nvPr/>
          </p:nvSpPr>
          <p:spPr>
            <a:xfrm>
              <a:off x="4863" y="8948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24" name="直接连接符 723"/>
            <p:cNvCxnSpPr>
              <a:stCxn id="722" idx="2"/>
              <a:endCxn id="723" idx="0"/>
            </p:cNvCxnSpPr>
            <p:nvPr/>
          </p:nvCxnSpPr>
          <p:spPr>
            <a:xfrm>
              <a:off x="5599" y="8767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5" name="直接箭头连接符 724"/>
            <p:cNvCxnSpPr>
              <a:stCxn id="702" idx="2"/>
              <a:endCxn id="704" idx="0"/>
            </p:cNvCxnSpPr>
            <p:nvPr/>
          </p:nvCxnSpPr>
          <p:spPr>
            <a:xfrm>
              <a:off x="1301" y="5006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直接箭头连接符 725"/>
            <p:cNvCxnSpPr/>
            <p:nvPr/>
          </p:nvCxnSpPr>
          <p:spPr>
            <a:xfrm>
              <a:off x="1301" y="6499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箭头连接符 726"/>
            <p:cNvCxnSpPr/>
            <p:nvPr/>
          </p:nvCxnSpPr>
          <p:spPr>
            <a:xfrm>
              <a:off x="1301" y="7979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箭头连接符 727"/>
            <p:cNvCxnSpPr>
              <a:stCxn id="722" idx="0"/>
              <a:endCxn id="720" idx="2"/>
            </p:cNvCxnSpPr>
            <p:nvPr/>
          </p:nvCxnSpPr>
          <p:spPr>
            <a:xfrm flipV="1">
              <a:off x="5599" y="7979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29" name="直接箭头连接符 728"/>
            <p:cNvCxnSpPr/>
            <p:nvPr/>
          </p:nvCxnSpPr>
          <p:spPr>
            <a:xfrm flipV="1">
              <a:off x="5599" y="6505"/>
              <a:ext cx="0" cy="46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0" name="直接箭头连接符 729"/>
            <p:cNvCxnSpPr/>
            <p:nvPr/>
          </p:nvCxnSpPr>
          <p:spPr>
            <a:xfrm flipV="1">
              <a:off x="5599" y="5006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1" name="直接箭头连接符 730"/>
            <p:cNvCxnSpPr>
              <a:stCxn id="713" idx="0"/>
            </p:cNvCxnSpPr>
            <p:nvPr/>
          </p:nvCxnSpPr>
          <p:spPr>
            <a:xfrm flipV="1">
              <a:off x="5599" y="3488"/>
              <a:ext cx="0" cy="4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直接箭头连接符 731"/>
            <p:cNvCxnSpPr/>
            <p:nvPr/>
          </p:nvCxnSpPr>
          <p:spPr>
            <a:xfrm flipV="1">
              <a:off x="5599" y="6505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33" name="矩形: 圆角 732"/>
            <p:cNvSpPr/>
            <p:nvPr/>
          </p:nvSpPr>
          <p:spPr>
            <a:xfrm>
              <a:off x="2740" y="9821"/>
              <a:ext cx="1278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35" name="直接连接符 734"/>
            <p:cNvCxnSpPr>
              <a:stCxn id="954" idx="3"/>
              <a:endCxn id="733" idx="1"/>
            </p:cNvCxnSpPr>
            <p:nvPr/>
          </p:nvCxnSpPr>
          <p:spPr>
            <a:xfrm flipV="1">
              <a:off x="2046" y="10079"/>
              <a:ext cx="694" cy="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直接连接符 735"/>
            <p:cNvCxnSpPr>
              <a:stCxn id="733" idx="3"/>
              <a:endCxn id="955" idx="1"/>
            </p:cNvCxnSpPr>
            <p:nvPr/>
          </p:nvCxnSpPr>
          <p:spPr>
            <a:xfrm>
              <a:off x="4018" y="10079"/>
              <a:ext cx="845" cy="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直接箭头连接符 736"/>
            <p:cNvCxnSpPr>
              <a:stCxn id="702" idx="3"/>
              <a:endCxn id="714" idx="1"/>
            </p:cNvCxnSpPr>
            <p:nvPr/>
          </p:nvCxnSpPr>
          <p:spPr>
            <a:xfrm>
              <a:off x="2037" y="4748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直接箭头连接符 737"/>
            <p:cNvCxnSpPr>
              <a:stCxn id="705" idx="3"/>
              <a:endCxn id="717" idx="1"/>
            </p:cNvCxnSpPr>
            <p:nvPr/>
          </p:nvCxnSpPr>
          <p:spPr>
            <a:xfrm>
              <a:off x="2037" y="6240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直接箭头连接符 738"/>
            <p:cNvCxnSpPr>
              <a:stCxn id="708" idx="3"/>
              <a:endCxn id="720" idx="1"/>
            </p:cNvCxnSpPr>
            <p:nvPr/>
          </p:nvCxnSpPr>
          <p:spPr>
            <a:xfrm>
              <a:off x="2037" y="7720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直接箭头连接符 739"/>
            <p:cNvCxnSpPr>
              <a:stCxn id="711" idx="3"/>
              <a:endCxn id="723" idx="1"/>
            </p:cNvCxnSpPr>
            <p:nvPr/>
          </p:nvCxnSpPr>
          <p:spPr>
            <a:xfrm>
              <a:off x="2037" y="9207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1" name="文本框 740"/>
            <p:cNvSpPr txBox="1"/>
            <p:nvPr/>
          </p:nvSpPr>
          <p:spPr>
            <a:xfrm>
              <a:off x="2539" y="4407"/>
              <a:ext cx="1883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Skip Connections</a:t>
              </a:r>
              <a:endParaRPr lang="en-US" altLang="zh-CN" sz="980" dirty="0"/>
            </a:p>
          </p:txBody>
        </p:sp>
        <p:cxnSp>
          <p:nvCxnSpPr>
            <p:cNvPr id="742" name="直接箭头连接符 741"/>
            <p:cNvCxnSpPr>
              <a:stCxn id="711" idx="2"/>
              <a:endCxn id="954" idx="0"/>
            </p:cNvCxnSpPr>
            <p:nvPr/>
          </p:nvCxnSpPr>
          <p:spPr>
            <a:xfrm>
              <a:off x="1301" y="9465"/>
              <a:ext cx="10" cy="45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箭头连接符 742"/>
            <p:cNvCxnSpPr>
              <a:stCxn id="955" idx="0"/>
              <a:endCxn id="723" idx="2"/>
            </p:cNvCxnSpPr>
            <p:nvPr/>
          </p:nvCxnSpPr>
          <p:spPr>
            <a:xfrm flipV="1">
              <a:off x="5599" y="9465"/>
              <a:ext cx="0" cy="4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4" name="文本框 683"/>
            <p:cNvSpPr txBox="1"/>
            <p:nvPr/>
          </p:nvSpPr>
          <p:spPr>
            <a:xfrm>
              <a:off x="11159" y="10595"/>
              <a:ext cx="1590" cy="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Average Pooling</a:t>
              </a:r>
              <a:endParaRPr lang="en-US" altLang="zh-CN" sz="980" dirty="0"/>
            </a:p>
            <a:p>
              <a:endParaRPr lang="en-US" altLang="zh-CN" sz="980" dirty="0"/>
            </a:p>
          </p:txBody>
        </p:sp>
        <p:sp>
          <p:nvSpPr>
            <p:cNvPr id="681" name="文本框 680"/>
            <p:cNvSpPr txBox="1"/>
            <p:nvPr/>
          </p:nvSpPr>
          <p:spPr>
            <a:xfrm>
              <a:off x="7464" y="10164"/>
              <a:ext cx="1601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(b)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charset="-122"/>
                </a:rPr>
                <a:t>MRBlock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2" name="文本框 681"/>
            <p:cNvSpPr txBox="1"/>
            <p:nvPr/>
          </p:nvSpPr>
          <p:spPr>
            <a:xfrm>
              <a:off x="2660" y="10467"/>
              <a:ext cx="1725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(a)MR-Net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3" name="文本框 682"/>
            <p:cNvSpPr txBox="1"/>
            <p:nvPr/>
          </p:nvSpPr>
          <p:spPr>
            <a:xfrm>
              <a:off x="12544" y="9472"/>
              <a:ext cx="1316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(d)MBA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600" name="组合 599"/>
            <p:cNvGrpSpPr/>
            <p:nvPr/>
          </p:nvGrpSpPr>
          <p:grpSpPr>
            <a:xfrm rot="0">
              <a:off x="3030" y="-3"/>
              <a:ext cx="9865" cy="1995"/>
              <a:chOff x="1585695" y="17048"/>
              <a:chExt cx="5636587" cy="1139769"/>
            </a:xfrm>
          </p:grpSpPr>
          <p:pic>
            <p:nvPicPr>
              <p:cNvPr id="601" name="图片 600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5695" y="313863"/>
                <a:ext cx="639808" cy="636900"/>
              </a:xfrm>
              <a:prstGeom prst="rect">
                <a:avLst/>
              </a:prstGeom>
            </p:spPr>
          </p:pic>
          <p:pic>
            <p:nvPicPr>
              <p:cNvPr id="602" name="图片 601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37616" y="314914"/>
                <a:ext cx="639808" cy="636900"/>
              </a:xfrm>
              <a:prstGeom prst="rect">
                <a:avLst/>
              </a:prstGeom>
            </p:spPr>
          </p:pic>
          <p:grpSp>
            <p:nvGrpSpPr>
              <p:cNvPr id="603" name="组合 602"/>
              <p:cNvGrpSpPr/>
              <p:nvPr/>
            </p:nvGrpSpPr>
            <p:grpSpPr>
              <a:xfrm>
                <a:off x="2364567" y="341385"/>
                <a:ext cx="4044077" cy="768076"/>
                <a:chOff x="2372835" y="1050265"/>
                <a:chExt cx="4044077" cy="768076"/>
              </a:xfrm>
            </p:grpSpPr>
            <p:sp>
              <p:nvSpPr>
                <p:cNvPr id="607" name="椭圆 606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372835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08" name="椭圆 60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3459554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09" name="椭圆 608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966270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10" name="椭圆 60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052990" y="1164137"/>
                  <a:ext cx="363922" cy="3622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760"/>
                </a:p>
              </p:txBody>
            </p:sp>
            <p:graphicFrame>
              <p:nvGraphicFramePr>
                <p:cNvPr id="611" name="对象 610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9"/>
                  </p:custDataLst>
                </p:nvPr>
              </p:nvGraphicFramePr>
              <p:xfrm>
                <a:off x="6162335" y="1245075"/>
                <a:ext cx="145793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2" name="" r:id="rId10" imgW="165100" imgH="228600" progId="Equation.KSEE3">
                        <p:embed/>
                      </p:oleObj>
                    </mc:Choice>
                    <mc:Fallback>
                      <p:oleObj name="" r:id="rId10" imgW="165100" imgH="228600" progId="Equation.KSEE3">
                        <p:embed/>
                        <p:pic>
                          <p:nvPicPr>
                            <p:cNvPr id="0" name="对象 323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162335" y="1245075"/>
                              <a:ext cx="145793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2" name="对象 611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2"/>
                  </p:custDataLst>
                </p:nvPr>
              </p:nvGraphicFramePr>
              <p:xfrm>
                <a:off x="5047578" y="1245075"/>
                <a:ext cx="201867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3" name="" r:id="rId13" imgW="228600" imgH="228600" progId="Equation.KSEE3">
                        <p:embed/>
                      </p:oleObj>
                    </mc:Choice>
                    <mc:Fallback>
                      <p:oleObj name="" r:id="rId13" imgW="228600" imgH="228600" progId="Equation.KSEE3">
                        <p:embed/>
                        <p:pic>
                          <p:nvPicPr>
                            <p:cNvPr id="0" name="对象 324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47578" y="1245075"/>
                              <a:ext cx="201867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3" name="对象 612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5"/>
                  </p:custDataLst>
                </p:nvPr>
              </p:nvGraphicFramePr>
              <p:xfrm>
                <a:off x="3574507" y="1245075"/>
                <a:ext cx="134578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4" name="" r:id="rId16" imgW="152400" imgH="228600" progId="Equation.KSEE3">
                        <p:embed/>
                      </p:oleObj>
                    </mc:Choice>
                    <mc:Fallback>
                      <p:oleObj name="" r:id="rId16" imgW="152400" imgH="228600" progId="Equation.KSEE3">
                        <p:embed/>
                        <p:pic>
                          <p:nvPicPr>
                            <p:cNvPr id="0" name="对象 325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74507" y="1245075"/>
                              <a:ext cx="134578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4" name="对象 613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8"/>
                  </p:custDataLst>
                </p:nvPr>
              </p:nvGraphicFramePr>
              <p:xfrm>
                <a:off x="2477133" y="1250657"/>
                <a:ext cx="156447" cy="1897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5" name="" r:id="rId19" imgW="177165" imgH="215900" progId="Equation.KSEE3">
                        <p:embed/>
                      </p:oleObj>
                    </mc:Choice>
                    <mc:Fallback>
                      <p:oleObj name="" r:id="rId19" imgW="177165" imgH="215900" progId="Equation.KSEE3">
                        <p:embed/>
                        <p:pic>
                          <p:nvPicPr>
                            <p:cNvPr id="0" name="对象 326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77133" y="1250657"/>
                              <a:ext cx="156447" cy="189786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615" name="直接箭头连接符 614"/>
                <p:cNvCxnSpPr>
                  <a:stCxn id="608" idx="6"/>
                  <a:endCxn id="609" idx="2"/>
                </p:cNvCxnSpPr>
                <p:nvPr>
                  <p:custDataLst>
                    <p:tags r:id="rId21"/>
                  </p:custDataLst>
                </p:nvPr>
              </p:nvCxnSpPr>
              <p:spPr>
                <a:xfrm>
                  <a:off x="3823477" y="1345550"/>
                  <a:ext cx="114279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直接箭头连接符 615"/>
                <p:cNvCxnSpPr>
                  <a:stCxn id="607" idx="6"/>
                </p:cNvCxnSpPr>
                <p:nvPr>
                  <p:custDataLst>
                    <p:tags r:id="rId22"/>
                  </p:custDataLst>
                </p:nvPr>
              </p:nvCxnSpPr>
              <p:spPr>
                <a:xfrm>
                  <a:off x="2736757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7" name="直接箭头连接符 616"/>
                <p:cNvCxnSpPr/>
                <p:nvPr>
                  <p:custDataLst>
                    <p:tags r:id="rId23"/>
                  </p:custDataLst>
                </p:nvPr>
              </p:nvCxnSpPr>
              <p:spPr>
                <a:xfrm>
                  <a:off x="3265537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8" name="直接箭头连接符 617"/>
                <p:cNvCxnSpPr/>
                <p:nvPr>
                  <p:custDataLst>
                    <p:tags r:id="rId24"/>
                  </p:custDataLst>
                </p:nvPr>
              </p:nvCxnSpPr>
              <p:spPr>
                <a:xfrm>
                  <a:off x="5330753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9" name="直接箭头连接符 618"/>
                <p:cNvCxnSpPr/>
                <p:nvPr>
                  <p:custDataLst>
                    <p:tags r:id="rId25"/>
                  </p:custDataLst>
                </p:nvPr>
              </p:nvCxnSpPr>
              <p:spPr>
                <a:xfrm>
                  <a:off x="5858973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20" name="文本框 619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2916196" y="1116691"/>
                  <a:ext cx="363361" cy="32696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76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lang="zh-CN" altLang="en-US" sz="176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1" name="文本框 620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5494490" y="1116691"/>
                  <a:ext cx="363361" cy="32696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76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lang="zh-CN" altLang="en-US" sz="17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622" name="曲线连接符 42"/>
                <p:cNvCxnSpPr>
                  <a:stCxn id="610" idx="4"/>
                  <a:endCxn id="609" idx="5"/>
                </p:cNvCxnSpPr>
                <p:nvPr/>
              </p:nvCxnSpPr>
              <p:spPr>
                <a:xfrm rot="5400000" flipH="1">
                  <a:off x="5729563" y="1020178"/>
                  <a:ext cx="53028" cy="958310"/>
                </a:xfrm>
                <a:prstGeom prst="curvedConnector3">
                  <a:avLst>
                    <a:gd name="adj1" fmla="val -205263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曲线连接符 44"/>
                <p:cNvCxnSpPr>
                  <a:stCxn id="609" idx="3"/>
                  <a:endCxn id="608" idx="5"/>
                </p:cNvCxnSpPr>
                <p:nvPr/>
              </p:nvCxnSpPr>
              <p:spPr>
                <a:xfrm rot="5400000">
                  <a:off x="4394880" y="848709"/>
                  <a:ext cx="2791" cy="1249335"/>
                </a:xfrm>
                <a:prstGeom prst="curvedConnector3">
                  <a:avLst>
                    <a:gd name="adj1" fmla="val 497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4" name="曲线连接符 45"/>
                <p:cNvCxnSpPr>
                  <a:stCxn id="608" idx="3"/>
                  <a:endCxn id="607" idx="5"/>
                </p:cNvCxnSpPr>
                <p:nvPr/>
              </p:nvCxnSpPr>
              <p:spPr>
                <a:xfrm rot="5400000">
                  <a:off x="3097882" y="1058428"/>
                  <a:ext cx="2791" cy="829339"/>
                </a:xfrm>
                <a:prstGeom prst="curvedConnector3">
                  <a:avLst>
                    <a:gd name="adj1" fmla="val 524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25" name="文本框 624"/>
                <p:cNvSpPr txBox="1"/>
                <p:nvPr/>
              </p:nvSpPr>
              <p:spPr>
                <a:xfrm>
                  <a:off x="2810775" y="1050265"/>
                  <a:ext cx="599434" cy="205974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algn="l"/>
                  <a:r>
                    <a:rPr lang="en-US" altLang="zh-CN" sz="980" dirty="0">
                      <a:latin typeface="Arial" panose="020B0604020202020204" pitchFamily="34" charset="0"/>
                      <a:ea typeface="微软雅黑" panose="020B0503020204020204" charset="-122"/>
                    </a:rPr>
                    <a:t>reverse</a:t>
                  </a:r>
                  <a:endParaRPr lang="en-US" altLang="zh-CN" sz="98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626" name="文本框 625"/>
                <p:cNvSpPr txBox="1"/>
                <p:nvPr/>
              </p:nvSpPr>
              <p:spPr>
                <a:xfrm>
                  <a:off x="5502901" y="1602320"/>
                  <a:ext cx="596070" cy="216021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algn="l"/>
                  <a:r>
                    <a:rPr lang="en-US" altLang="zh-CN" sz="980" dirty="0">
                      <a:solidFill>
                        <a:schemeClr val="accent1">
                          <a:lumMod val="75000"/>
                        </a:schemeClr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forward</a:t>
                  </a:r>
                  <a:endParaRPr lang="en-US" altLang="zh-CN" sz="980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graphicFrame>
              <p:nvGraphicFramePr>
                <p:cNvPr id="627" name="对象 626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173941" y="1150182"/>
                <a:ext cx="426165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6" name="" r:id="rId28" imgW="482600" imgH="228600" progId="Equation.KSEE3">
                        <p:embed/>
                      </p:oleObj>
                    </mc:Choice>
                    <mc:Fallback>
                      <p:oleObj name="" r:id="rId28" imgW="482600" imgH="228600" progId="Equation.KSEE3">
                        <p:embed/>
                        <p:pic>
                          <p:nvPicPr>
                            <p:cNvPr id="0" name="对象 339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73941" y="1150182"/>
                              <a:ext cx="426165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8" name="对象 627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183473" y="1571061"/>
                <a:ext cx="426165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7" name="" r:id="rId30" imgW="482600" imgH="228600" progId="Equation.KSEE3">
                        <p:embed/>
                      </p:oleObj>
                    </mc:Choice>
                    <mc:Fallback>
                      <p:oleObj name="" r:id="rId30" imgW="482600" imgH="228600" progId="Equation.KSEE3">
                        <p:embed/>
                        <p:pic>
                          <p:nvPicPr>
                            <p:cNvPr id="0" name="对象 341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3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83473" y="1571061"/>
                              <a:ext cx="426165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04" name="文本框 603"/>
              <p:cNvSpPr txBox="1"/>
              <p:nvPr/>
            </p:nvSpPr>
            <p:spPr>
              <a:xfrm>
                <a:off x="3924410" y="17048"/>
                <a:ext cx="915693" cy="2451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b="1" dirty="0" err="1">
                    <a:latin typeface="Arial" panose="020B0604020202020204" pitchFamily="34" charset="0"/>
                    <a:ea typeface="微软雅黑" panose="020B0503020204020204" charset="-122"/>
                  </a:rPr>
                  <a:t>MAResDiff</a:t>
                </a:r>
                <a:endParaRPr lang="en-US" altLang="zh-CN" sz="1170" b="1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05" name="文本框 604"/>
              <p:cNvSpPr txBox="1"/>
              <p:nvPr/>
            </p:nvSpPr>
            <p:spPr>
              <a:xfrm>
                <a:off x="6622848" y="940581"/>
                <a:ext cx="599434" cy="20597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980" dirty="0">
                    <a:latin typeface="Arial" panose="020B0604020202020204" pitchFamily="34" charset="0"/>
                    <a:ea typeface="微软雅黑" panose="020B0503020204020204" charset="-122"/>
                  </a:rPr>
                  <a:t>NDCT</a:t>
                </a:r>
                <a:endParaRPr lang="en-US" altLang="zh-CN" sz="98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06" name="文本框 605"/>
              <p:cNvSpPr txBox="1"/>
              <p:nvPr/>
            </p:nvSpPr>
            <p:spPr>
              <a:xfrm>
                <a:off x="1694930" y="950843"/>
                <a:ext cx="599434" cy="20597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980" dirty="0">
                    <a:latin typeface="Arial" panose="020B0604020202020204" pitchFamily="34" charset="0"/>
                    <a:ea typeface="微软雅黑" panose="020B0503020204020204" charset="-122"/>
                  </a:rPr>
                  <a:t>LDCT</a:t>
                </a:r>
                <a:endParaRPr lang="en-US" altLang="zh-CN" sz="98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 rot="0">
              <a:off x="10646" y="10141"/>
              <a:ext cx="5394" cy="828"/>
              <a:chOff x="6618786" y="6569213"/>
              <a:chExt cx="3425327" cy="525599"/>
            </a:xfrm>
          </p:grpSpPr>
          <p:cxnSp>
            <p:nvCxnSpPr>
              <p:cNvPr id="686" name="直接箭头连接符 685"/>
              <p:cNvCxnSpPr/>
              <p:nvPr/>
            </p:nvCxnSpPr>
            <p:spPr>
              <a:xfrm>
                <a:off x="6930547" y="6600015"/>
                <a:ext cx="0" cy="17900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7" name="文本框 686"/>
              <p:cNvSpPr txBox="1"/>
              <p:nvPr/>
            </p:nvSpPr>
            <p:spPr>
              <a:xfrm>
                <a:off x="6929939" y="6569213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Downsample</a:t>
                </a:r>
                <a:endParaRPr lang="en-US" altLang="zh-CN" sz="980" dirty="0"/>
              </a:p>
            </p:txBody>
          </p:sp>
          <p:cxnSp>
            <p:nvCxnSpPr>
              <p:cNvPr id="688" name="直接箭头连接符 687"/>
              <p:cNvCxnSpPr/>
              <p:nvPr/>
            </p:nvCxnSpPr>
            <p:spPr>
              <a:xfrm flipV="1">
                <a:off x="8009611" y="6600015"/>
                <a:ext cx="0" cy="173593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689" name="文本框 688"/>
              <p:cNvSpPr txBox="1"/>
              <p:nvPr/>
            </p:nvSpPr>
            <p:spPr>
              <a:xfrm>
                <a:off x="8023712" y="6569213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  <p:sp>
            <p:nvSpPr>
              <p:cNvPr id="690" name="流程图: 或者 689"/>
              <p:cNvSpPr/>
              <p:nvPr/>
            </p:nvSpPr>
            <p:spPr>
              <a:xfrm>
                <a:off x="8913739" y="6631658"/>
                <a:ext cx="141571" cy="140944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691" name="文本框 690"/>
              <p:cNvSpPr txBox="1"/>
              <p:nvPr/>
            </p:nvSpPr>
            <p:spPr>
              <a:xfrm>
                <a:off x="9021437" y="6590717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/>
                  <a:t>Addition</a:t>
                </a:r>
                <a:endParaRPr lang="en-US" altLang="zh-CN" sz="980" dirty="0"/>
              </a:p>
            </p:txBody>
          </p:sp>
          <p:sp>
            <p:nvSpPr>
              <p:cNvPr id="692" name="矩形: 圆角 691"/>
              <p:cNvSpPr/>
              <p:nvPr/>
            </p:nvSpPr>
            <p:spPr>
              <a:xfrm>
                <a:off x="6618786" y="6898132"/>
                <a:ext cx="367219" cy="166661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AP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3" name="矩形: 圆角 692"/>
              <p:cNvSpPr/>
              <p:nvPr/>
            </p:nvSpPr>
            <p:spPr>
              <a:xfrm>
                <a:off x="7963354" y="6893512"/>
                <a:ext cx="341677" cy="15486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UP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4" name="文本框 693"/>
              <p:cNvSpPr txBox="1"/>
              <p:nvPr/>
            </p:nvSpPr>
            <p:spPr>
              <a:xfrm>
                <a:off x="8266010" y="6851797"/>
                <a:ext cx="693415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  <p:sp>
            <p:nvSpPr>
              <p:cNvPr id="946" name="矩形: 圆角 945"/>
              <p:cNvSpPr/>
              <p:nvPr/>
            </p:nvSpPr>
            <p:spPr>
              <a:xfrm rot="5400000">
                <a:off x="9050251" y="6802471"/>
                <a:ext cx="166661" cy="33695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80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8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47" name="文本框 946"/>
              <p:cNvSpPr txBox="1"/>
              <p:nvPr/>
            </p:nvSpPr>
            <p:spPr>
              <a:xfrm>
                <a:off x="9235054" y="6851436"/>
                <a:ext cx="809059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GroupNorm</a:t>
                </a:r>
                <a:endParaRPr lang="en-US" altLang="zh-CN" sz="980" dirty="0"/>
              </a:p>
            </p:txBody>
          </p:sp>
        </p:grpSp>
        <p:sp>
          <p:nvSpPr>
            <p:cNvPr id="948" name="文本框 947"/>
            <p:cNvSpPr txBox="1"/>
            <p:nvPr/>
          </p:nvSpPr>
          <p:spPr>
            <a:xfrm>
              <a:off x="7389" y="5950"/>
              <a:ext cx="1601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(b)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charset="-122"/>
                </a:rPr>
                <a:t>ResBlock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 flipV="1">
              <a:off x="6249" y="2790"/>
              <a:ext cx="1140" cy="11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直接连接符 948"/>
            <p:cNvCxnSpPr/>
            <p:nvPr/>
          </p:nvCxnSpPr>
          <p:spPr>
            <a:xfrm>
              <a:off x="6230" y="4302"/>
              <a:ext cx="1203" cy="161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直接连接符 949"/>
            <p:cNvCxnSpPr/>
            <p:nvPr/>
          </p:nvCxnSpPr>
          <p:spPr>
            <a:xfrm flipV="1">
              <a:off x="6310" y="6544"/>
              <a:ext cx="1133" cy="9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直接连接符 950"/>
            <p:cNvCxnSpPr/>
            <p:nvPr/>
          </p:nvCxnSpPr>
          <p:spPr>
            <a:xfrm>
              <a:off x="6257" y="7999"/>
              <a:ext cx="1160" cy="20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直接连接符 951"/>
            <p:cNvCxnSpPr/>
            <p:nvPr/>
          </p:nvCxnSpPr>
          <p:spPr>
            <a:xfrm flipV="1">
              <a:off x="8513" y="2868"/>
              <a:ext cx="2086" cy="598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直接连接符 952"/>
            <p:cNvCxnSpPr/>
            <p:nvPr/>
          </p:nvCxnSpPr>
          <p:spPr>
            <a:xfrm>
              <a:off x="8550" y="9224"/>
              <a:ext cx="2365" cy="28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4" name="矩形: 圆角 953"/>
            <p:cNvSpPr/>
            <p:nvPr/>
          </p:nvSpPr>
          <p:spPr>
            <a:xfrm>
              <a:off x="574" y="9924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955" name="矩形: 圆角 954"/>
            <p:cNvSpPr/>
            <p:nvPr/>
          </p:nvSpPr>
          <p:spPr>
            <a:xfrm>
              <a:off x="4863" y="9921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grpSp>
          <p:nvGrpSpPr>
            <p:cNvPr id="974" name="组合 973"/>
            <p:cNvGrpSpPr/>
            <p:nvPr/>
          </p:nvGrpSpPr>
          <p:grpSpPr>
            <a:xfrm rot="0">
              <a:off x="7364" y="2661"/>
              <a:ext cx="1563" cy="3316"/>
              <a:chOff x="1859300" y="2478832"/>
              <a:chExt cx="992762" cy="2105867"/>
            </a:xfrm>
          </p:grpSpPr>
          <p:sp>
            <p:nvSpPr>
              <p:cNvPr id="975" name="矩形: 圆角 974"/>
              <p:cNvSpPr/>
              <p:nvPr/>
            </p:nvSpPr>
            <p:spPr>
              <a:xfrm>
                <a:off x="1859300" y="2478832"/>
                <a:ext cx="992762" cy="21058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6" name="矩形: 圆角 975"/>
              <p:cNvSpPr/>
              <p:nvPr/>
            </p:nvSpPr>
            <p:spPr>
              <a:xfrm rot="5400000">
                <a:off x="2233761" y="2749731"/>
                <a:ext cx="250428" cy="46028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7" name="矩形: 圆角 976"/>
              <p:cNvSpPr/>
              <p:nvPr/>
            </p:nvSpPr>
            <p:spPr>
              <a:xfrm rot="5400000">
                <a:off x="2234800" y="3102756"/>
                <a:ext cx="250428" cy="46028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8" name="矩形: 圆角 977"/>
              <p:cNvSpPr/>
              <p:nvPr/>
            </p:nvSpPr>
            <p:spPr>
              <a:xfrm rot="5400000">
                <a:off x="2231625" y="3714874"/>
                <a:ext cx="250428" cy="4602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 err="1">
                    <a:solidFill>
                      <a:sysClr val="windowText" lastClr="000000"/>
                    </a:solidFill>
                  </a:rPr>
                  <a:t>SiLU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9" name="立方体 978"/>
              <p:cNvSpPr/>
              <p:nvPr/>
            </p:nvSpPr>
            <p:spPr>
              <a:xfrm>
                <a:off x="2032000" y="3559242"/>
                <a:ext cx="615950" cy="166824"/>
              </a:xfrm>
              <a:prstGeom prst="cube">
                <a:avLst>
                  <a:gd name="adj" fmla="val 2312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" dirty="0">
                    <a:solidFill>
                      <a:schemeClr val="tx1"/>
                    </a:solidFill>
                  </a:rPr>
                  <a:t>Timestep embedding</a:t>
                </a:r>
                <a:endParaRPr lang="zh-CN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0" name="矩形: 圆角 979"/>
              <p:cNvSpPr/>
              <p:nvPr/>
            </p:nvSpPr>
            <p:spPr>
              <a:xfrm>
                <a:off x="1987550" y="2711450"/>
                <a:ext cx="755650" cy="150915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81" name="直接箭头连接符 980"/>
              <p:cNvCxnSpPr>
                <a:stCxn id="975" idx="0"/>
                <a:endCxn id="976" idx="1"/>
              </p:cNvCxnSpPr>
              <p:nvPr/>
            </p:nvCxnSpPr>
            <p:spPr>
              <a:xfrm>
                <a:off x="2355681" y="2478832"/>
                <a:ext cx="3294" cy="3758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2" name="流程图: 或者 981"/>
              <p:cNvSpPr/>
              <p:nvPr/>
            </p:nvSpPr>
            <p:spPr>
              <a:xfrm>
                <a:off x="2275497" y="4269747"/>
                <a:ext cx="162684" cy="162000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983" name="直接连接符 982"/>
              <p:cNvCxnSpPr>
                <a:stCxn id="976" idx="3"/>
                <a:endCxn id="977" idx="1"/>
              </p:cNvCxnSpPr>
              <p:nvPr/>
            </p:nvCxnSpPr>
            <p:spPr>
              <a:xfrm>
                <a:off x="2358975" y="3105085"/>
                <a:ext cx="1039" cy="1025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直接连接符 983"/>
              <p:cNvCxnSpPr>
                <a:stCxn id="978" idx="3"/>
                <a:endCxn id="982" idx="0"/>
              </p:cNvCxnSpPr>
              <p:nvPr/>
            </p:nvCxnSpPr>
            <p:spPr>
              <a:xfrm>
                <a:off x="2356839" y="4070228"/>
                <a:ext cx="0" cy="1995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5" name="直接箭头连接符 984"/>
              <p:cNvCxnSpPr>
                <a:stCxn id="982" idx="4"/>
                <a:endCxn id="975" idx="2"/>
              </p:cNvCxnSpPr>
              <p:nvPr/>
            </p:nvCxnSpPr>
            <p:spPr>
              <a:xfrm flipH="1">
                <a:off x="2355681" y="4431747"/>
                <a:ext cx="1158" cy="1529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6" name="文本框 985"/>
              <p:cNvSpPr txBox="1"/>
              <p:nvPr/>
            </p:nvSpPr>
            <p:spPr>
              <a:xfrm>
                <a:off x="1977287" y="4007266"/>
                <a:ext cx="457272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  <p:cxnSp>
            <p:nvCxnSpPr>
              <p:cNvPr id="987" name="直接连接符 986"/>
              <p:cNvCxnSpPr>
                <a:stCxn id="977" idx="3"/>
                <a:endCxn id="979" idx="0"/>
              </p:cNvCxnSpPr>
              <p:nvPr/>
            </p:nvCxnSpPr>
            <p:spPr>
              <a:xfrm flipH="1">
                <a:off x="2359267" y="3458110"/>
                <a:ext cx="747" cy="10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8" name="直接连接符 987"/>
              <p:cNvCxnSpPr>
                <a:endCxn id="978" idx="1"/>
              </p:cNvCxnSpPr>
              <p:nvPr/>
            </p:nvCxnSpPr>
            <p:spPr>
              <a:xfrm>
                <a:off x="2356839" y="3739310"/>
                <a:ext cx="0" cy="804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连接符: 肘形 988"/>
              <p:cNvCxnSpPr>
                <a:endCxn id="982" idx="2"/>
              </p:cNvCxnSpPr>
              <p:nvPr/>
            </p:nvCxnSpPr>
            <p:spPr>
              <a:xfrm rot="5400000">
                <a:off x="1457048" y="3452111"/>
                <a:ext cx="1717086" cy="80187"/>
              </a:xfrm>
              <a:prstGeom prst="bentConnector4">
                <a:avLst>
                  <a:gd name="adj1" fmla="val -2561"/>
                  <a:gd name="adj2" fmla="val 5395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组合 1"/>
            <p:cNvGrpSpPr/>
            <p:nvPr/>
          </p:nvGrpSpPr>
          <p:grpSpPr>
            <a:xfrm rot="0">
              <a:off x="10514" y="2755"/>
              <a:ext cx="5010" cy="6777"/>
              <a:chOff x="6534766" y="1878979"/>
              <a:chExt cx="3181189" cy="4303531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6534766" y="1878979"/>
                <a:ext cx="3181189" cy="4303531"/>
                <a:chOff x="6498113" y="1672308"/>
                <a:chExt cx="3470273" cy="4694606"/>
              </a:xfrm>
            </p:grpSpPr>
            <p:sp>
              <p:nvSpPr>
                <p:cNvPr id="630" name="矩形: 圆角 629"/>
                <p:cNvSpPr/>
                <p:nvPr/>
              </p:nvSpPr>
              <p:spPr>
                <a:xfrm>
                  <a:off x="6531759" y="1672308"/>
                  <a:ext cx="3436627" cy="4694606"/>
                </a:xfrm>
                <a:prstGeom prst="roundRect">
                  <a:avLst>
                    <a:gd name="adj" fmla="val 7615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 dirty="0"/>
                </a:p>
              </p:txBody>
            </p:sp>
            <p:cxnSp>
              <p:nvCxnSpPr>
                <p:cNvPr id="631" name="直接箭头连接符 630"/>
                <p:cNvCxnSpPr>
                  <a:stCxn id="630" idx="0"/>
                  <a:endCxn id="632" idx="1"/>
                </p:cNvCxnSpPr>
                <p:nvPr/>
              </p:nvCxnSpPr>
              <p:spPr>
                <a:xfrm flipH="1">
                  <a:off x="8240270" y="1672308"/>
                  <a:ext cx="9803" cy="33337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2" name="矩形: 圆角 631"/>
                <p:cNvSpPr/>
                <p:nvPr/>
              </p:nvSpPr>
              <p:spPr>
                <a:xfrm rot="5400000">
                  <a:off x="8079665" y="1882651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633" name="直接连接符 632"/>
                <p:cNvCxnSpPr>
                  <a:stCxn id="632" idx="3"/>
                </p:cNvCxnSpPr>
                <p:nvPr/>
              </p:nvCxnSpPr>
              <p:spPr>
                <a:xfrm>
                  <a:off x="8240270" y="2326891"/>
                  <a:ext cx="0" cy="247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4" name="直接连接符 633"/>
                <p:cNvCxnSpPr/>
                <p:nvPr/>
              </p:nvCxnSpPr>
              <p:spPr>
                <a:xfrm>
                  <a:off x="7202483" y="2574851"/>
                  <a:ext cx="213807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6" name="矩形: 圆角 635"/>
                <p:cNvSpPr/>
                <p:nvPr/>
              </p:nvSpPr>
              <p:spPr>
                <a:xfrm>
                  <a:off x="8024322" y="2885502"/>
                  <a:ext cx="429557" cy="24224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7" name="矩形: 圆角 636"/>
                <p:cNvSpPr/>
                <p:nvPr/>
              </p:nvSpPr>
              <p:spPr>
                <a:xfrm>
                  <a:off x="9134545" y="2885502"/>
                  <a:ext cx="429557" cy="24224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38" name="直接箭头连接符 637"/>
                <p:cNvCxnSpPr/>
                <p:nvPr/>
              </p:nvCxnSpPr>
              <p:spPr>
                <a:xfrm>
                  <a:off x="7202483" y="2564683"/>
                  <a:ext cx="0" cy="32081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9" name="直接箭头连接符 638"/>
                <p:cNvCxnSpPr/>
                <p:nvPr/>
              </p:nvCxnSpPr>
              <p:spPr>
                <a:xfrm>
                  <a:off x="8238574" y="2574851"/>
                  <a:ext cx="528" cy="31065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0" name="直接箭头连接符 639"/>
                <p:cNvCxnSpPr>
                  <a:endCxn id="637" idx="0"/>
                </p:cNvCxnSpPr>
                <p:nvPr/>
              </p:nvCxnSpPr>
              <p:spPr>
                <a:xfrm>
                  <a:off x="9349324" y="2564683"/>
                  <a:ext cx="0" cy="32081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1" name="矩形: 圆角 640"/>
                <p:cNvSpPr/>
                <p:nvPr/>
              </p:nvSpPr>
              <p:spPr>
                <a:xfrm>
                  <a:off x="6896435" y="3741528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2" name="矩形: 圆角 641"/>
                <p:cNvSpPr/>
                <p:nvPr/>
              </p:nvSpPr>
              <p:spPr>
                <a:xfrm>
                  <a:off x="7933731" y="3744120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/>
                </a:p>
              </p:txBody>
            </p:sp>
            <p:sp>
              <p:nvSpPr>
                <p:cNvPr id="643" name="矩形: 圆角 642"/>
                <p:cNvSpPr/>
                <p:nvPr/>
              </p:nvSpPr>
              <p:spPr>
                <a:xfrm>
                  <a:off x="9041197" y="3741528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/>
                </a:p>
              </p:txBody>
            </p:sp>
            <p:cxnSp>
              <p:nvCxnSpPr>
                <p:cNvPr id="644" name="直接箭头连接符 643"/>
                <p:cNvCxnSpPr>
                  <a:endCxn id="641" idx="0"/>
                </p:cNvCxnSpPr>
                <p:nvPr/>
              </p:nvCxnSpPr>
              <p:spPr>
                <a:xfrm>
                  <a:off x="7202483" y="3127744"/>
                  <a:ext cx="491" cy="6137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5" name="流程图: 或者 644"/>
                <p:cNvSpPr/>
                <p:nvPr/>
              </p:nvSpPr>
              <p:spPr>
                <a:xfrm>
                  <a:off x="8151536" y="3340335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46" name="流程图: 或者 645"/>
                <p:cNvSpPr/>
                <p:nvPr/>
              </p:nvSpPr>
              <p:spPr>
                <a:xfrm>
                  <a:off x="9259002" y="3322565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cxnSp>
              <p:nvCxnSpPr>
                <p:cNvPr id="647" name="直接箭头连接符 646"/>
                <p:cNvCxnSpPr>
                  <a:endCxn id="642" idx="0"/>
                </p:cNvCxnSpPr>
                <p:nvPr/>
              </p:nvCxnSpPr>
              <p:spPr>
                <a:xfrm>
                  <a:off x="8240269" y="3127744"/>
                  <a:ext cx="0" cy="6163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8" name="直接箭头连接符 647"/>
                <p:cNvCxnSpPr>
                  <a:stCxn id="637" idx="2"/>
                  <a:endCxn id="643" idx="0"/>
                </p:cNvCxnSpPr>
                <p:nvPr/>
              </p:nvCxnSpPr>
              <p:spPr>
                <a:xfrm flipH="1">
                  <a:off x="9347735" y="3127744"/>
                  <a:ext cx="1589" cy="6137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9" name="连接符: 肘形 648"/>
                <p:cNvCxnSpPr>
                  <a:stCxn id="641" idx="3"/>
                  <a:endCxn id="645" idx="2"/>
                </p:cNvCxnSpPr>
                <p:nvPr/>
              </p:nvCxnSpPr>
              <p:spPr>
                <a:xfrm flipV="1">
                  <a:off x="7509512" y="3428696"/>
                  <a:ext cx="642025" cy="433953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0" name="连接符: 肘形 649"/>
                <p:cNvCxnSpPr>
                  <a:stCxn id="642" idx="3"/>
                  <a:endCxn id="646" idx="2"/>
                </p:cNvCxnSpPr>
                <p:nvPr/>
              </p:nvCxnSpPr>
              <p:spPr>
                <a:xfrm flipV="1">
                  <a:off x="8546808" y="3410927"/>
                  <a:ext cx="712193" cy="454315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1" name="矩形: 圆角 650"/>
                <p:cNvSpPr/>
                <p:nvPr/>
              </p:nvSpPr>
              <p:spPr>
                <a:xfrm>
                  <a:off x="6967019" y="4340937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2" name="矩形: 圆角 651"/>
                <p:cNvSpPr/>
                <p:nvPr/>
              </p:nvSpPr>
              <p:spPr>
                <a:xfrm>
                  <a:off x="8004316" y="4340937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3" name="矩形: 圆角 652"/>
                <p:cNvSpPr/>
                <p:nvPr/>
              </p:nvSpPr>
              <p:spPr>
                <a:xfrm>
                  <a:off x="9111780" y="4347295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54" name="直接箭头连接符 653"/>
                <p:cNvCxnSpPr>
                  <a:stCxn id="641" idx="2"/>
                  <a:endCxn id="651" idx="0"/>
                </p:cNvCxnSpPr>
                <p:nvPr/>
              </p:nvCxnSpPr>
              <p:spPr>
                <a:xfrm flipH="1">
                  <a:off x="7202973" y="3983768"/>
                  <a:ext cx="1" cy="35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5" name="直接箭头连接符 654"/>
                <p:cNvCxnSpPr>
                  <a:stCxn id="642" idx="2"/>
                </p:cNvCxnSpPr>
                <p:nvPr/>
              </p:nvCxnSpPr>
              <p:spPr>
                <a:xfrm>
                  <a:off x="8240269" y="3986362"/>
                  <a:ext cx="0" cy="3545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6" name="直接箭头连接符 655"/>
                <p:cNvCxnSpPr>
                  <a:stCxn id="643" idx="2"/>
                  <a:endCxn id="653" idx="0"/>
                </p:cNvCxnSpPr>
                <p:nvPr/>
              </p:nvCxnSpPr>
              <p:spPr>
                <a:xfrm flipH="1">
                  <a:off x="9347734" y="3983768"/>
                  <a:ext cx="1" cy="36352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7" name="流程图: 或者 656"/>
                <p:cNvSpPr/>
                <p:nvPr/>
              </p:nvSpPr>
              <p:spPr>
                <a:xfrm>
                  <a:off x="8153621" y="4785131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 dirty="0"/>
                </a:p>
              </p:txBody>
            </p:sp>
            <p:cxnSp>
              <p:nvCxnSpPr>
                <p:cNvPr id="658" name="连接符: 肘形 657"/>
                <p:cNvCxnSpPr>
                  <a:stCxn id="651" idx="2"/>
                  <a:endCxn id="657" idx="2"/>
                </p:cNvCxnSpPr>
                <p:nvPr/>
              </p:nvCxnSpPr>
              <p:spPr>
                <a:xfrm rot="16200000" flipH="1">
                  <a:off x="7533141" y="4253010"/>
                  <a:ext cx="290313" cy="950650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9" name="直接箭头连接符 658"/>
                <p:cNvCxnSpPr>
                  <a:stCxn id="652" idx="2"/>
                  <a:endCxn id="657" idx="0"/>
                </p:cNvCxnSpPr>
                <p:nvPr/>
              </p:nvCxnSpPr>
              <p:spPr>
                <a:xfrm>
                  <a:off x="8240269" y="4583179"/>
                  <a:ext cx="2087" cy="20195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连接符: 肘形 659"/>
                <p:cNvCxnSpPr>
                  <a:stCxn id="653" idx="2"/>
                  <a:endCxn id="657" idx="6"/>
                </p:cNvCxnSpPr>
                <p:nvPr/>
              </p:nvCxnSpPr>
              <p:spPr>
                <a:xfrm rot="5400000">
                  <a:off x="8697435" y="4223192"/>
                  <a:ext cx="283955" cy="101664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1" name="矩形: 圆角 660"/>
                <p:cNvSpPr/>
                <p:nvPr/>
              </p:nvSpPr>
              <p:spPr>
                <a:xfrm rot="5400000">
                  <a:off x="8084777" y="5020074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62" name="矩形: 圆角 661"/>
                <p:cNvSpPr/>
                <p:nvPr/>
              </p:nvSpPr>
              <p:spPr>
                <a:xfrm rot="5400000">
                  <a:off x="8081820" y="5747456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663" name="直接箭头连接符 662"/>
                <p:cNvCxnSpPr>
                  <a:endCxn id="661" idx="1"/>
                </p:cNvCxnSpPr>
                <p:nvPr/>
              </p:nvCxnSpPr>
              <p:spPr>
                <a:xfrm>
                  <a:off x="8242354" y="4961852"/>
                  <a:ext cx="3026" cy="18125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4" name="直接箭头连接符 663"/>
                <p:cNvCxnSpPr>
                  <a:stCxn id="661" idx="3"/>
                  <a:endCxn id="662" idx="1"/>
                </p:cNvCxnSpPr>
                <p:nvPr/>
              </p:nvCxnSpPr>
              <p:spPr>
                <a:xfrm flipH="1">
                  <a:off x="8242426" y="5464316"/>
                  <a:ext cx="2957" cy="4061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5" name="流程图: 或者 664"/>
                <p:cNvSpPr/>
                <p:nvPr/>
              </p:nvSpPr>
              <p:spPr>
                <a:xfrm>
                  <a:off x="8159673" y="5562993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cxnSp>
              <p:nvCxnSpPr>
                <p:cNvPr id="666" name="直接连接符 665"/>
                <p:cNvCxnSpPr/>
                <p:nvPr/>
              </p:nvCxnSpPr>
              <p:spPr>
                <a:xfrm>
                  <a:off x="8240269" y="2450871"/>
                  <a:ext cx="153015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7" name="连接符: 肘形 666"/>
                <p:cNvCxnSpPr>
                  <a:endCxn id="665" idx="6"/>
                </p:cNvCxnSpPr>
                <p:nvPr/>
              </p:nvCxnSpPr>
              <p:spPr>
                <a:xfrm rot="5400000">
                  <a:off x="7447208" y="3340801"/>
                  <a:ext cx="3200482" cy="1420622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8" name="直接箭头连接符 667"/>
                <p:cNvCxnSpPr>
                  <a:stCxn id="662" idx="3"/>
                  <a:endCxn id="630" idx="2"/>
                </p:cNvCxnSpPr>
                <p:nvPr/>
              </p:nvCxnSpPr>
              <p:spPr>
                <a:xfrm>
                  <a:off x="8242425" y="6191697"/>
                  <a:ext cx="7648" cy="17521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69" name="文本框 668"/>
                    <p:cNvSpPr txBox="1"/>
                    <p:nvPr/>
                  </p:nvSpPr>
                  <p:spPr>
                    <a:xfrm>
                      <a:off x="6498113" y="2887701"/>
                      <a:ext cx="640985" cy="22595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zh-CN" altLang="en-US" sz="785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zh-CN" altLang="en-US" sz="785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69" name="文本框 66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98113" y="2887701"/>
                      <a:ext cx="640985" cy="225959"/>
                    </a:xfrm>
                    <a:prstGeom prst="rect">
                      <a:avLst/>
                    </a:prstGeom>
                    <a:blipFill rotWithShape="1">
                      <a:blip r:embed="rId32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0" name="文本框 669"/>
                    <p:cNvSpPr txBox="1"/>
                    <p:nvPr/>
                  </p:nvSpPr>
                  <p:spPr>
                    <a:xfrm>
                      <a:off x="7531236" y="2885501"/>
                      <a:ext cx="640985" cy="22519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0" name="文本框 6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31236" y="2885501"/>
                      <a:ext cx="640985" cy="225190"/>
                    </a:xfrm>
                    <a:prstGeom prst="rect">
                      <a:avLst/>
                    </a:prstGeom>
                    <a:blipFill rotWithShape="1">
                      <a:blip r:embed="rId33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1" name="文本框 670"/>
                    <p:cNvSpPr txBox="1"/>
                    <p:nvPr/>
                  </p:nvSpPr>
                  <p:spPr>
                    <a:xfrm>
                      <a:off x="8637298" y="2900933"/>
                      <a:ext cx="640985" cy="22519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1" name="文本框 67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37298" y="2900933"/>
                      <a:ext cx="640985" cy="225190"/>
                    </a:xfrm>
                    <a:prstGeom prst="rect">
                      <a:avLst/>
                    </a:prstGeom>
                    <a:blipFill rotWithShape="1">
                      <a:blip r:embed="rId3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2" name="文本框 671"/>
                    <p:cNvSpPr txBox="1"/>
                    <p:nvPr/>
                  </p:nvSpPr>
                  <p:spPr>
                    <a:xfrm>
                      <a:off x="6639000" y="4444065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2" name="文本框 6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39000" y="4444065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3" name="文本框 672"/>
                    <p:cNvSpPr txBox="1"/>
                    <p:nvPr/>
                  </p:nvSpPr>
                  <p:spPr>
                    <a:xfrm>
                      <a:off x="7693913" y="4426990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3" name="文本框 6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3913" y="4426990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4" name="文本框 673"/>
                    <p:cNvSpPr txBox="1"/>
                    <p:nvPr/>
                  </p:nvSpPr>
                  <p:spPr>
                    <a:xfrm>
                      <a:off x="8799475" y="4419841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4" name="文本框 6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99475" y="4419841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82" name="矩形: 圆角 181"/>
              <p:cNvSpPr/>
              <p:nvPr/>
            </p:nvSpPr>
            <p:spPr>
              <a:xfrm>
                <a:off x="7009579" y="2996350"/>
                <a:ext cx="393774" cy="2220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859280" y="2479040"/>
            <a:ext cx="2966085" cy="2105660"/>
            <a:chOff x="2928" y="3904"/>
            <a:chExt cx="4671" cy="3316"/>
          </a:xfrm>
        </p:grpSpPr>
        <p:grpSp>
          <p:nvGrpSpPr>
            <p:cNvPr id="144" name="组合 143"/>
            <p:cNvGrpSpPr/>
            <p:nvPr/>
          </p:nvGrpSpPr>
          <p:grpSpPr>
            <a:xfrm>
              <a:off x="2928" y="3904"/>
              <a:ext cx="1563" cy="3316"/>
              <a:chOff x="1859300" y="2478832"/>
              <a:chExt cx="992762" cy="2105867"/>
            </a:xfrm>
          </p:grpSpPr>
          <p:sp>
            <p:nvSpPr>
              <p:cNvPr id="2" name="矩形: 圆角 1"/>
              <p:cNvSpPr/>
              <p:nvPr/>
            </p:nvSpPr>
            <p:spPr>
              <a:xfrm>
                <a:off x="1859300" y="2478832"/>
                <a:ext cx="992762" cy="21058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" name="矩形: 圆角 2"/>
              <p:cNvSpPr/>
              <p:nvPr/>
            </p:nvSpPr>
            <p:spPr>
              <a:xfrm rot="5400000">
                <a:off x="2233761" y="2749731"/>
                <a:ext cx="250428" cy="46028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" name="矩形: 圆角 3"/>
              <p:cNvSpPr/>
              <p:nvPr/>
            </p:nvSpPr>
            <p:spPr>
              <a:xfrm rot="5400000">
                <a:off x="2234800" y="3102756"/>
                <a:ext cx="250428" cy="46028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" name="矩形: 圆角 4"/>
              <p:cNvSpPr/>
              <p:nvPr/>
            </p:nvSpPr>
            <p:spPr>
              <a:xfrm rot="5400000">
                <a:off x="2231625" y="3714874"/>
                <a:ext cx="250428" cy="4602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 err="1">
                    <a:solidFill>
                      <a:sysClr val="windowText" lastClr="000000"/>
                    </a:solidFill>
                  </a:rPr>
                  <a:t>SiLU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" name="立方体 6"/>
              <p:cNvSpPr/>
              <p:nvPr/>
            </p:nvSpPr>
            <p:spPr>
              <a:xfrm>
                <a:off x="2032000" y="3559242"/>
                <a:ext cx="615950" cy="166824"/>
              </a:xfrm>
              <a:prstGeom prst="cube">
                <a:avLst>
                  <a:gd name="adj" fmla="val 2312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" dirty="0">
                    <a:solidFill>
                      <a:schemeClr val="tx1"/>
                    </a:solidFill>
                  </a:rPr>
                  <a:t>Timestep embedding</a:t>
                </a:r>
                <a:endParaRPr lang="zh-CN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1987550" y="2711450"/>
                <a:ext cx="755650" cy="150915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" name="直接箭头连接符 15"/>
              <p:cNvCxnSpPr>
                <a:stCxn id="2" idx="0"/>
                <a:endCxn id="3" idx="1"/>
              </p:cNvCxnSpPr>
              <p:nvPr/>
            </p:nvCxnSpPr>
            <p:spPr>
              <a:xfrm>
                <a:off x="2355681" y="2478832"/>
                <a:ext cx="3294" cy="3758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流程图: 或者 18"/>
              <p:cNvSpPr/>
              <p:nvPr/>
            </p:nvSpPr>
            <p:spPr>
              <a:xfrm>
                <a:off x="2275497" y="4269747"/>
                <a:ext cx="162684" cy="162000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22" name="直接连接符 21"/>
              <p:cNvCxnSpPr>
                <a:stCxn id="3" idx="3"/>
                <a:endCxn id="4" idx="1"/>
              </p:cNvCxnSpPr>
              <p:nvPr/>
            </p:nvCxnSpPr>
            <p:spPr>
              <a:xfrm>
                <a:off x="2358975" y="3105085"/>
                <a:ext cx="1039" cy="1025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stCxn id="5" idx="3"/>
                <a:endCxn id="19" idx="0"/>
              </p:cNvCxnSpPr>
              <p:nvPr/>
            </p:nvCxnSpPr>
            <p:spPr>
              <a:xfrm>
                <a:off x="2356839" y="4070228"/>
                <a:ext cx="0" cy="1995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19" idx="4"/>
                <a:endCxn id="2" idx="2"/>
              </p:cNvCxnSpPr>
              <p:nvPr/>
            </p:nvCxnSpPr>
            <p:spPr>
              <a:xfrm flipH="1">
                <a:off x="2355681" y="4431747"/>
                <a:ext cx="1158" cy="1529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/>
              <p:cNvSpPr txBox="1"/>
              <p:nvPr/>
            </p:nvSpPr>
            <p:spPr>
              <a:xfrm>
                <a:off x="1977287" y="4007266"/>
                <a:ext cx="457272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  <p:cxnSp>
            <p:nvCxnSpPr>
              <p:cNvPr id="42" name="直接连接符 41"/>
              <p:cNvCxnSpPr>
                <a:stCxn id="4" idx="3"/>
                <a:endCxn id="7" idx="0"/>
              </p:cNvCxnSpPr>
              <p:nvPr/>
            </p:nvCxnSpPr>
            <p:spPr>
              <a:xfrm flipH="1">
                <a:off x="2359267" y="3458110"/>
                <a:ext cx="747" cy="10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>
                <a:endCxn id="5" idx="1"/>
              </p:cNvCxnSpPr>
              <p:nvPr/>
            </p:nvCxnSpPr>
            <p:spPr>
              <a:xfrm>
                <a:off x="2356839" y="3739310"/>
                <a:ext cx="0" cy="804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连接符: 肘形 53"/>
              <p:cNvCxnSpPr>
                <a:endCxn id="19" idx="2"/>
              </p:cNvCxnSpPr>
              <p:nvPr/>
            </p:nvCxnSpPr>
            <p:spPr>
              <a:xfrm rot="5400000">
                <a:off x="1457048" y="3452111"/>
                <a:ext cx="1717086" cy="80187"/>
              </a:xfrm>
              <a:prstGeom prst="bentConnector4">
                <a:avLst>
                  <a:gd name="adj1" fmla="val -2561"/>
                  <a:gd name="adj2" fmla="val 5395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矩形: 圆角 64"/>
            <p:cNvSpPr/>
            <p:nvPr/>
          </p:nvSpPr>
          <p:spPr>
            <a:xfrm>
              <a:off x="5147" y="4890"/>
              <a:ext cx="2452" cy="16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立方体 65"/>
            <p:cNvSpPr/>
            <p:nvPr/>
          </p:nvSpPr>
          <p:spPr>
            <a:xfrm>
              <a:off x="7338" y="5571"/>
              <a:ext cx="203" cy="178"/>
            </a:xfrm>
            <a:prstGeom prst="cub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7" name="立方体 66"/>
            <p:cNvSpPr/>
            <p:nvPr/>
          </p:nvSpPr>
          <p:spPr>
            <a:xfrm>
              <a:off x="6007" y="5189"/>
              <a:ext cx="648" cy="237"/>
            </a:xfrm>
            <a:prstGeom prst="cube">
              <a:avLst>
                <a:gd name="adj" fmla="val 23129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Scale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8" name="立方体 67"/>
            <p:cNvSpPr/>
            <p:nvPr/>
          </p:nvSpPr>
          <p:spPr>
            <a:xfrm>
              <a:off x="6007" y="5950"/>
              <a:ext cx="648" cy="237"/>
            </a:xfrm>
            <a:prstGeom prst="cube">
              <a:avLst>
                <a:gd name="adj" fmla="val 23129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Shift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6725" y="5509"/>
              <a:ext cx="341" cy="34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6636" y="5517"/>
              <a:ext cx="572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00" dirty="0"/>
                <a:t>MLP</a:t>
              </a:r>
              <a:endParaRPr lang="zh-CN" altLang="en-US" sz="700" dirty="0"/>
            </a:p>
          </p:txBody>
        </p:sp>
        <p:cxnSp>
          <p:nvCxnSpPr>
            <p:cNvPr id="80" name="直接箭头连接符 79"/>
            <p:cNvCxnSpPr>
              <a:stCxn id="66" idx="2"/>
              <a:endCxn id="72" idx="6"/>
            </p:cNvCxnSpPr>
            <p:nvPr/>
          </p:nvCxnSpPr>
          <p:spPr>
            <a:xfrm flipH="1" flipV="1">
              <a:off x="7067" y="5680"/>
              <a:ext cx="271" cy="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连接符: 肘形 93"/>
            <p:cNvCxnSpPr>
              <a:stCxn id="72" idx="0"/>
              <a:endCxn id="67" idx="5"/>
            </p:cNvCxnSpPr>
            <p:nvPr/>
          </p:nvCxnSpPr>
          <p:spPr>
            <a:xfrm rot="16200000" flipV="1">
              <a:off x="6661" y="5274"/>
              <a:ext cx="229" cy="2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连接符: 肘形 94"/>
            <p:cNvCxnSpPr>
              <a:stCxn id="72" idx="4"/>
              <a:endCxn id="68" idx="5"/>
            </p:cNvCxnSpPr>
            <p:nvPr/>
          </p:nvCxnSpPr>
          <p:spPr>
            <a:xfrm rot="5400000">
              <a:off x="6680" y="5825"/>
              <a:ext cx="191" cy="2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流程图: 或者 100"/>
            <p:cNvSpPr/>
            <p:nvPr/>
          </p:nvSpPr>
          <p:spPr>
            <a:xfrm>
              <a:off x="5484" y="5968"/>
              <a:ext cx="256" cy="255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2" name="流程图: 汇总连接 101"/>
            <p:cNvSpPr/>
            <p:nvPr/>
          </p:nvSpPr>
          <p:spPr>
            <a:xfrm>
              <a:off x="5490" y="5219"/>
              <a:ext cx="243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cxnSp>
          <p:nvCxnSpPr>
            <p:cNvPr id="114" name="连接符: 肘形 113"/>
            <p:cNvCxnSpPr>
              <a:stCxn id="65" idx="0"/>
              <a:endCxn id="102" idx="0"/>
            </p:cNvCxnSpPr>
            <p:nvPr/>
          </p:nvCxnSpPr>
          <p:spPr>
            <a:xfrm rot="16200000" flipH="1" flipV="1">
              <a:off x="5828" y="4674"/>
              <a:ext cx="329" cy="761"/>
            </a:xfrm>
            <a:prstGeom prst="bentConnector3">
              <a:avLst>
                <a:gd name="adj1" fmla="val 4554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连接符: 肘形 118"/>
            <p:cNvCxnSpPr>
              <a:stCxn id="101" idx="4"/>
              <a:endCxn id="65" idx="2"/>
            </p:cNvCxnSpPr>
            <p:nvPr/>
          </p:nvCxnSpPr>
          <p:spPr>
            <a:xfrm rot="16200000" flipH="1">
              <a:off x="5837" y="5998"/>
              <a:ext cx="310" cy="761"/>
            </a:xfrm>
            <a:prstGeom prst="bentConnector3">
              <a:avLst>
                <a:gd name="adj1" fmla="val 2269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/>
            <p:cNvCxnSpPr>
              <a:stCxn id="67" idx="2"/>
              <a:endCxn id="102" idx="6"/>
            </p:cNvCxnSpPr>
            <p:nvPr/>
          </p:nvCxnSpPr>
          <p:spPr>
            <a:xfrm flipH="1">
              <a:off x="5734" y="5335"/>
              <a:ext cx="273" cy="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/>
            <p:cNvCxnSpPr>
              <a:stCxn id="68" idx="2"/>
              <a:endCxn id="101" idx="6"/>
            </p:cNvCxnSpPr>
            <p:nvPr/>
          </p:nvCxnSpPr>
          <p:spPr>
            <a:xfrm flipH="1" flipV="1">
              <a:off x="5740" y="6096"/>
              <a:ext cx="26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>
              <a:stCxn id="102" idx="4"/>
              <a:endCxn id="101" idx="0"/>
            </p:cNvCxnSpPr>
            <p:nvPr/>
          </p:nvCxnSpPr>
          <p:spPr>
            <a:xfrm flipH="1">
              <a:off x="5612" y="5455"/>
              <a:ext cx="0" cy="514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文本框 142"/>
          <p:cNvSpPr txBox="1"/>
          <p:nvPr/>
        </p:nvSpPr>
        <p:spPr>
          <a:xfrm>
            <a:off x="3458845" y="461645"/>
            <a:ext cx="1104900" cy="54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80" dirty="0"/>
              <a:t>Global A</a:t>
            </a:r>
            <a:r>
              <a:rPr lang="en-US" altLang="zh-CN" sz="980" i="1" dirty="0"/>
              <a:t>ver</a:t>
            </a:r>
            <a:r>
              <a:rPr lang="en-US" altLang="zh-CN" sz="980" dirty="0"/>
              <a:t>age Pooling</a:t>
            </a:r>
            <a:endParaRPr lang="en-US" altLang="zh-CN" sz="980" dirty="0"/>
          </a:p>
          <a:p>
            <a:endParaRPr lang="en-US" altLang="zh-CN" sz="980" dirty="0"/>
          </a:p>
        </p:txBody>
      </p:sp>
      <p:grpSp>
        <p:nvGrpSpPr>
          <p:cNvPr id="3" name="组合 2"/>
          <p:cNvGrpSpPr/>
          <p:nvPr/>
        </p:nvGrpSpPr>
        <p:grpSpPr>
          <a:xfrm rot="0">
            <a:off x="3204845" y="810260"/>
            <a:ext cx="1261110" cy="243205"/>
            <a:chOff x="9669939" y="1793440"/>
            <a:chExt cx="1166603" cy="257193"/>
          </a:xfrm>
        </p:grpSpPr>
        <p:sp>
          <p:nvSpPr>
            <p:cNvPr id="149" name="流程图: 或者 148"/>
            <p:cNvSpPr/>
            <p:nvPr/>
          </p:nvSpPr>
          <p:spPr>
            <a:xfrm>
              <a:off x="9669939" y="1836958"/>
              <a:ext cx="144236" cy="144236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9905265" y="1793440"/>
              <a:ext cx="931277" cy="257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Addition</a:t>
              </a:r>
              <a:endParaRPr lang="en-US" altLang="zh-CN" sz="980" dirty="0"/>
            </a:p>
          </p:txBody>
        </p:sp>
      </p:grpSp>
      <p:sp>
        <p:nvSpPr>
          <p:cNvPr id="157" name="矩形: 圆角 156"/>
          <p:cNvSpPr/>
          <p:nvPr/>
        </p:nvSpPr>
        <p:spPr>
          <a:xfrm rot="5400000">
            <a:off x="3206115" y="474980"/>
            <a:ext cx="172720" cy="3409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AP</a:t>
            </a:r>
            <a:endParaRPr lang="zh-CN" altLang="en-US" sz="785" dirty="0">
              <a:solidFill>
                <a:schemeClr val="tx1"/>
              </a:solidFill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3409950" y="1064260"/>
            <a:ext cx="1104900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80" dirty="0"/>
              <a:t>Convolution</a:t>
            </a:r>
            <a:endParaRPr lang="en-US" altLang="zh-CN" sz="980" dirty="0"/>
          </a:p>
        </p:txBody>
      </p:sp>
      <p:sp>
        <p:nvSpPr>
          <p:cNvPr id="4" name="圆角矩形 3"/>
          <p:cNvSpPr/>
          <p:nvPr/>
        </p:nvSpPr>
        <p:spPr>
          <a:xfrm>
            <a:off x="4721860" y="1702435"/>
            <a:ext cx="3672840" cy="475996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5" y="1845945"/>
            <a:ext cx="782955" cy="6864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 rot="5400000" flipH="1">
            <a:off x="5350510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0" name="矩形 9"/>
          <p:cNvSpPr/>
          <p:nvPr/>
        </p:nvSpPr>
        <p:spPr>
          <a:xfrm rot="5400000" flipH="1">
            <a:off x="5565140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1" name="矩形 10"/>
          <p:cNvSpPr/>
          <p:nvPr/>
        </p:nvSpPr>
        <p:spPr>
          <a:xfrm rot="5400000" flipH="1">
            <a:off x="5790565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2" name="矩形: 圆角 29"/>
          <p:cNvSpPr/>
          <p:nvPr/>
        </p:nvSpPr>
        <p:spPr>
          <a:xfrm rot="5400000">
            <a:off x="5496560" y="307848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3" name="矩形: 圆角 30"/>
          <p:cNvSpPr/>
          <p:nvPr/>
        </p:nvSpPr>
        <p:spPr>
          <a:xfrm rot="5400000">
            <a:off x="5496560" y="3513455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sp>
        <p:nvSpPr>
          <p:cNvPr id="14" name="矩形: 圆角 31"/>
          <p:cNvSpPr/>
          <p:nvPr/>
        </p:nvSpPr>
        <p:spPr>
          <a:xfrm rot="5400000">
            <a:off x="5497195" y="3942715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5" name="矩形: 圆角 79"/>
          <p:cNvSpPr/>
          <p:nvPr/>
        </p:nvSpPr>
        <p:spPr>
          <a:xfrm rot="5400000">
            <a:off x="5508625" y="436308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7" name="矩形: 圆角 32"/>
          <p:cNvSpPr/>
          <p:nvPr/>
        </p:nvSpPr>
        <p:spPr>
          <a:xfrm rot="5400000">
            <a:off x="4695825" y="3399155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34" name="直接箭头连接符 33"/>
          <p:cNvCxnSpPr>
            <a:stCxn id="5" idx="2"/>
            <a:endCxn id="12" idx="1"/>
          </p:cNvCxnSpPr>
          <p:nvPr/>
        </p:nvCxnSpPr>
        <p:spPr>
          <a:xfrm>
            <a:off x="5621020" y="2532380"/>
            <a:ext cx="1905" cy="674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6"/>
          <p:cNvCxnSpPr>
            <a:endCxn id="17" idx="1"/>
          </p:cNvCxnSpPr>
          <p:nvPr/>
        </p:nvCxnSpPr>
        <p:spPr>
          <a:xfrm rot="10800000" flipV="1">
            <a:off x="5031740" y="2810510"/>
            <a:ext cx="584200" cy="3949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 rot="5400000">
            <a:off x="4980940" y="4004310"/>
            <a:ext cx="100965" cy="346075"/>
            <a:chOff x="8111" y="4551"/>
            <a:chExt cx="168" cy="504"/>
          </a:xfrm>
        </p:grpSpPr>
        <p:sp>
          <p:nvSpPr>
            <p:cNvPr id="38" name="矩形 37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39" name="矩形 38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0" name="矩形 39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grpSp>
        <p:nvGrpSpPr>
          <p:cNvPr id="44" name="组合 43"/>
          <p:cNvGrpSpPr/>
          <p:nvPr/>
        </p:nvGrpSpPr>
        <p:grpSpPr>
          <a:xfrm rot="5400000">
            <a:off x="5586730" y="4778375"/>
            <a:ext cx="100965" cy="346075"/>
            <a:chOff x="8111" y="4551"/>
            <a:chExt cx="168" cy="504"/>
          </a:xfrm>
          <a:solidFill>
            <a:schemeClr val="accent2">
              <a:lumMod val="75000"/>
            </a:schemeClr>
          </a:solidFill>
        </p:grpSpPr>
        <p:sp>
          <p:nvSpPr>
            <p:cNvPr id="46" name="矩形 45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7" name="矩形 46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8" name="矩形 47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49" name="直接连接符 48"/>
          <p:cNvCxnSpPr>
            <a:stCxn id="17" idx="3"/>
            <a:endCxn id="39" idx="2"/>
          </p:cNvCxnSpPr>
          <p:nvPr/>
        </p:nvCxnSpPr>
        <p:spPr>
          <a:xfrm flipH="1">
            <a:off x="5031740" y="3879850"/>
            <a:ext cx="635" cy="247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rot="5400000">
            <a:off x="5525770" y="3550920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rot="5400000">
            <a:off x="5514975" y="3985260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rot="5400000">
            <a:off x="5525770" y="4413885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15" idx="3"/>
            <a:endCxn id="47" idx="2"/>
          </p:cNvCxnSpPr>
          <p:nvPr/>
        </p:nvCxnSpPr>
        <p:spPr>
          <a:xfrm>
            <a:off x="5633720" y="4742815"/>
            <a:ext cx="3175" cy="158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47" idx="0"/>
          </p:cNvCxnSpPr>
          <p:nvPr/>
        </p:nvCxnSpPr>
        <p:spPr>
          <a:xfrm>
            <a:off x="5636895" y="5001895"/>
            <a:ext cx="1905" cy="1098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连接符: 肘形 139"/>
          <p:cNvCxnSpPr>
            <a:stCxn id="39" idx="0"/>
          </p:cNvCxnSpPr>
          <p:nvPr/>
        </p:nvCxnSpPr>
        <p:spPr>
          <a:xfrm rot="5400000" flipV="1">
            <a:off x="4809490" y="4450080"/>
            <a:ext cx="962025" cy="5181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或者 56"/>
          <p:cNvSpPr/>
          <p:nvPr/>
        </p:nvSpPr>
        <p:spPr>
          <a:xfrm rot="5400000">
            <a:off x="5560060" y="539242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58" name="直接连接符 57"/>
          <p:cNvCxnSpPr>
            <a:endCxn id="57" idx="2"/>
          </p:cNvCxnSpPr>
          <p:nvPr/>
        </p:nvCxnSpPr>
        <p:spPr>
          <a:xfrm flipH="1">
            <a:off x="5638165" y="5268595"/>
            <a:ext cx="635" cy="135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5622290" y="2807970"/>
            <a:ext cx="479425" cy="444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126"/>
          <p:cNvCxnSpPr>
            <a:endCxn id="57" idx="0"/>
          </p:cNvCxnSpPr>
          <p:nvPr/>
        </p:nvCxnSpPr>
        <p:spPr>
          <a:xfrm rot="5400000">
            <a:off x="4576445" y="3956685"/>
            <a:ext cx="2676525" cy="3740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935" y="5709920"/>
            <a:ext cx="726440" cy="636905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 rot="5400000">
            <a:off x="6375400" y="5978525"/>
            <a:ext cx="402590" cy="95250"/>
            <a:chOff x="10185" y="1784"/>
            <a:chExt cx="809" cy="168"/>
          </a:xfrm>
        </p:grpSpPr>
        <p:sp>
          <p:nvSpPr>
            <p:cNvPr id="64" name="矩形 63"/>
            <p:cNvSpPr/>
            <p:nvPr/>
          </p:nvSpPr>
          <p:spPr>
            <a:xfrm rot="5400000" flipH="1">
              <a:off x="10185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5" name="矩形 64"/>
            <p:cNvSpPr/>
            <p:nvPr/>
          </p:nvSpPr>
          <p:spPr>
            <a:xfrm rot="5400000" flipH="1">
              <a:off x="10498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6" name="矩形 65"/>
            <p:cNvSpPr/>
            <p:nvPr/>
          </p:nvSpPr>
          <p:spPr>
            <a:xfrm rot="5400000" flipH="1">
              <a:off x="10826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74" name="连接符: 肘形 139"/>
          <p:cNvCxnSpPr>
            <a:stCxn id="57" idx="6"/>
            <a:endCxn id="62" idx="1"/>
          </p:cNvCxnSpPr>
          <p:nvPr/>
        </p:nvCxnSpPr>
        <p:spPr>
          <a:xfrm rot="5400000" flipV="1">
            <a:off x="5690235" y="5507990"/>
            <a:ext cx="468630" cy="5727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139"/>
          <p:cNvCxnSpPr>
            <a:stCxn id="62" idx="3"/>
            <a:endCxn id="81" idx="3"/>
          </p:cNvCxnSpPr>
          <p:nvPr/>
        </p:nvCxnSpPr>
        <p:spPr>
          <a:xfrm flipV="1">
            <a:off x="6938010" y="5480685"/>
            <a:ext cx="658495" cy="54800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: 圆角 29"/>
          <p:cNvSpPr/>
          <p:nvPr/>
        </p:nvSpPr>
        <p:spPr>
          <a:xfrm rot="5400000">
            <a:off x="7469505" y="509905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82" name="矩形: 圆角 30"/>
          <p:cNvSpPr/>
          <p:nvPr/>
        </p:nvSpPr>
        <p:spPr>
          <a:xfrm rot="5400000">
            <a:off x="7469505" y="4658360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83" name="直接箭头连接符 82"/>
          <p:cNvCxnSpPr>
            <a:stCxn id="81" idx="1"/>
            <a:endCxn id="82" idx="3"/>
          </p:cNvCxnSpPr>
          <p:nvPr/>
        </p:nvCxnSpPr>
        <p:spPr>
          <a:xfrm flipV="1">
            <a:off x="7596505" y="5039995"/>
            <a:ext cx="0" cy="187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: 圆角 31"/>
          <p:cNvSpPr/>
          <p:nvPr/>
        </p:nvSpPr>
        <p:spPr>
          <a:xfrm rot="5400000">
            <a:off x="7470140" y="4224020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/>
          <p:cNvCxnSpPr>
            <a:endCxn id="84" idx="3"/>
          </p:cNvCxnSpPr>
          <p:nvPr/>
        </p:nvCxnSpPr>
        <p:spPr>
          <a:xfrm flipV="1">
            <a:off x="7596505" y="4605020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79"/>
          <p:cNvSpPr/>
          <p:nvPr/>
        </p:nvSpPr>
        <p:spPr>
          <a:xfrm rot="5400000">
            <a:off x="7471410" y="379793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V="1">
            <a:off x="7596505" y="4170045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 rot="0">
            <a:off x="7534910" y="3454400"/>
            <a:ext cx="115570" cy="302895"/>
            <a:chOff x="8111" y="4551"/>
            <a:chExt cx="168" cy="504"/>
          </a:xfrm>
          <a:solidFill>
            <a:schemeClr val="accent2">
              <a:lumMod val="75000"/>
            </a:schemeClr>
          </a:solidFill>
        </p:grpSpPr>
        <p:sp>
          <p:nvSpPr>
            <p:cNvPr id="89" name="矩形 88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90" name="矩形 89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91" name="矩形 90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92" name="直接连接符 91"/>
          <p:cNvCxnSpPr>
            <a:stCxn id="91" idx="1"/>
          </p:cNvCxnSpPr>
          <p:nvPr/>
        </p:nvCxnSpPr>
        <p:spPr>
          <a:xfrm>
            <a:off x="7592695" y="3757930"/>
            <a:ext cx="635" cy="162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endCxn id="89" idx="3"/>
          </p:cNvCxnSpPr>
          <p:nvPr/>
        </p:nvCxnSpPr>
        <p:spPr>
          <a:xfrm flipH="1">
            <a:off x="7592695" y="3305175"/>
            <a:ext cx="1270" cy="149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流程图: 或者 94"/>
          <p:cNvSpPr/>
          <p:nvPr/>
        </p:nvSpPr>
        <p:spPr>
          <a:xfrm rot="5400000">
            <a:off x="7515860" y="259969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96" name="直接连接符 95"/>
          <p:cNvCxnSpPr>
            <a:stCxn id="95" idx="6"/>
          </p:cNvCxnSpPr>
          <p:nvPr/>
        </p:nvCxnSpPr>
        <p:spPr>
          <a:xfrm>
            <a:off x="7593965" y="2767330"/>
            <a:ext cx="0" cy="381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矩形: 圆角 32"/>
          <p:cNvSpPr/>
          <p:nvPr/>
        </p:nvSpPr>
        <p:spPr>
          <a:xfrm rot="5400000">
            <a:off x="6687185" y="4876800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109" name="组合 108"/>
          <p:cNvGrpSpPr/>
          <p:nvPr/>
        </p:nvGrpSpPr>
        <p:grpSpPr>
          <a:xfrm rot="0">
            <a:off x="6965950" y="4025900"/>
            <a:ext cx="115570" cy="302895"/>
            <a:chOff x="8111" y="4551"/>
            <a:chExt cx="168" cy="504"/>
          </a:xfrm>
        </p:grpSpPr>
        <p:sp>
          <p:nvSpPr>
            <p:cNvPr id="110" name="矩形 109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11" name="矩形 110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13" name="矩形 112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115" name="直接连接符 114"/>
          <p:cNvCxnSpPr>
            <a:stCxn id="113" idx="1"/>
            <a:endCxn id="97" idx="1"/>
          </p:cNvCxnSpPr>
          <p:nvPr/>
        </p:nvCxnSpPr>
        <p:spPr>
          <a:xfrm>
            <a:off x="7023735" y="4328795"/>
            <a:ext cx="0" cy="355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连接符: 肘形 139"/>
          <p:cNvCxnSpPr>
            <a:endCxn id="97" idx="3"/>
          </p:cNvCxnSpPr>
          <p:nvPr/>
        </p:nvCxnSpPr>
        <p:spPr>
          <a:xfrm rot="10800000">
            <a:off x="7023100" y="5358130"/>
            <a:ext cx="570230" cy="4775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肘形 139"/>
          <p:cNvCxnSpPr>
            <a:stCxn id="110" idx="3"/>
          </p:cNvCxnSpPr>
          <p:nvPr/>
        </p:nvCxnSpPr>
        <p:spPr>
          <a:xfrm rot="16200000">
            <a:off x="6864350" y="3386455"/>
            <a:ext cx="798830" cy="48069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 flipH="1">
            <a:off x="7592695" y="5830570"/>
            <a:ext cx="587375" cy="57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39"/>
          <p:cNvCxnSpPr>
            <a:endCxn id="95" idx="0"/>
          </p:cNvCxnSpPr>
          <p:nvPr/>
        </p:nvCxnSpPr>
        <p:spPr>
          <a:xfrm rot="16200000" flipV="1">
            <a:off x="6360160" y="4011295"/>
            <a:ext cx="3138805" cy="49466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>
            <a:endCxn id="95" idx="4"/>
          </p:cNvCxnSpPr>
          <p:nvPr/>
        </p:nvCxnSpPr>
        <p:spPr>
          <a:xfrm flipV="1">
            <a:off x="5616575" y="2689225"/>
            <a:ext cx="1888490" cy="19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129" idx="2"/>
            <a:endCxn id="95" idx="2"/>
          </p:cNvCxnSpPr>
          <p:nvPr/>
        </p:nvCxnSpPr>
        <p:spPr>
          <a:xfrm flipH="1">
            <a:off x="7593965" y="2532380"/>
            <a:ext cx="1270" cy="78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9" name="图片 1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40" y="1845945"/>
            <a:ext cx="782955" cy="686435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 rot="5400000">
            <a:off x="1069975" y="3194050"/>
            <a:ext cx="4759960" cy="1885315"/>
          </a:xfrm>
          <a:prstGeom prst="roundRect">
            <a:avLst>
              <a:gd name="adj" fmla="val 1302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76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320" y="1955165"/>
            <a:ext cx="733425" cy="65595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 rot="5400000">
            <a:off x="3971925" y="4650105"/>
            <a:ext cx="309245" cy="346075"/>
            <a:chOff x="3797141" y="1416844"/>
            <a:chExt cx="320040" cy="320040"/>
          </a:xfrm>
        </p:grpSpPr>
        <p:sp>
          <p:nvSpPr>
            <p:cNvPr id="16" name="矩形 15"/>
            <p:cNvSpPr/>
            <p:nvPr/>
          </p:nvSpPr>
          <p:spPr>
            <a:xfrm flipH="1">
              <a:off x="379714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9" name="矩形 18"/>
            <p:cNvSpPr/>
            <p:nvPr/>
          </p:nvSpPr>
          <p:spPr>
            <a:xfrm flipH="1">
              <a:off x="390382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0" name="矩形 19"/>
            <p:cNvSpPr/>
            <p:nvPr/>
          </p:nvSpPr>
          <p:spPr>
            <a:xfrm flipH="1">
              <a:off x="401050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2" name="矩形 21"/>
            <p:cNvSpPr/>
            <p:nvPr/>
          </p:nvSpPr>
          <p:spPr>
            <a:xfrm flipH="1">
              <a:off x="379714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3" name="矩形 22"/>
            <p:cNvSpPr/>
            <p:nvPr/>
          </p:nvSpPr>
          <p:spPr>
            <a:xfrm flipH="1">
              <a:off x="390382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4" name="矩形 23"/>
            <p:cNvSpPr/>
            <p:nvPr/>
          </p:nvSpPr>
          <p:spPr>
            <a:xfrm flipH="1">
              <a:off x="401050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5" name="矩形 24"/>
            <p:cNvSpPr/>
            <p:nvPr/>
          </p:nvSpPr>
          <p:spPr>
            <a:xfrm flipH="1">
              <a:off x="379714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6" name="矩形 25"/>
            <p:cNvSpPr/>
            <p:nvPr/>
          </p:nvSpPr>
          <p:spPr>
            <a:xfrm flipH="1">
              <a:off x="390382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7" name="矩形 26"/>
            <p:cNvSpPr/>
            <p:nvPr/>
          </p:nvSpPr>
          <p:spPr>
            <a:xfrm flipH="1">
              <a:off x="401050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sp>
        <p:nvSpPr>
          <p:cNvPr id="30" name="矩形: 圆角 29"/>
          <p:cNvSpPr/>
          <p:nvPr/>
        </p:nvSpPr>
        <p:spPr>
          <a:xfrm rot="5400000">
            <a:off x="3305810" y="3168650"/>
            <a:ext cx="25844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31" name="矩形: 圆角 30"/>
          <p:cNvSpPr/>
          <p:nvPr/>
        </p:nvSpPr>
        <p:spPr>
          <a:xfrm rot="5400000">
            <a:off x="3305810" y="3611245"/>
            <a:ext cx="25844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sp>
        <p:nvSpPr>
          <p:cNvPr id="32" name="矩形: 圆角 31"/>
          <p:cNvSpPr/>
          <p:nvPr/>
        </p:nvSpPr>
        <p:spPr>
          <a:xfrm rot="5400000">
            <a:off x="3306445" y="4011295"/>
            <a:ext cx="25781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33" name="矩形: 圆角 32"/>
          <p:cNvSpPr/>
          <p:nvPr/>
        </p:nvSpPr>
        <p:spPr>
          <a:xfrm rot="5400000">
            <a:off x="3773805" y="3335020"/>
            <a:ext cx="687070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35" name="直接箭头连接符 34"/>
          <p:cNvCxnSpPr>
            <a:stCxn id="8" idx="2"/>
            <a:endCxn id="30" idx="1"/>
          </p:cNvCxnSpPr>
          <p:nvPr/>
        </p:nvCxnSpPr>
        <p:spPr>
          <a:xfrm>
            <a:off x="3434715" y="2611120"/>
            <a:ext cx="0" cy="6826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/>
          <p:cNvCxnSpPr>
            <a:endCxn id="33" idx="1"/>
          </p:cNvCxnSpPr>
          <p:nvPr/>
        </p:nvCxnSpPr>
        <p:spPr>
          <a:xfrm rot="10800000" flipH="1" flipV="1">
            <a:off x="3146425" y="2770505"/>
            <a:ext cx="970280" cy="3651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3" idx="3"/>
            <a:endCxn id="22" idx="3"/>
          </p:cNvCxnSpPr>
          <p:nvPr/>
        </p:nvCxnSpPr>
        <p:spPr>
          <a:xfrm>
            <a:off x="4117340" y="3822065"/>
            <a:ext cx="9525" cy="8464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30" idx="3"/>
            <a:endCxn id="31" idx="1"/>
          </p:cNvCxnSpPr>
          <p:nvPr/>
        </p:nvCxnSpPr>
        <p:spPr>
          <a:xfrm rot="5400000">
            <a:off x="3343275" y="3644265"/>
            <a:ext cx="1835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1" idx="3"/>
          </p:cNvCxnSpPr>
          <p:nvPr/>
        </p:nvCxnSpPr>
        <p:spPr>
          <a:xfrm rot="5400000">
            <a:off x="3364230" y="4065905"/>
            <a:ext cx="1416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2" name="组合 181"/>
          <p:cNvGrpSpPr/>
          <p:nvPr/>
        </p:nvGrpSpPr>
        <p:grpSpPr>
          <a:xfrm rot="0">
            <a:off x="3242945" y="2073275"/>
            <a:ext cx="419735" cy="406400"/>
            <a:chOff x="3123933" y="786085"/>
            <a:chExt cx="458959" cy="497137"/>
          </a:xfrm>
        </p:grpSpPr>
        <p:sp>
          <p:nvSpPr>
            <p:cNvPr id="68" name="矩形 67"/>
            <p:cNvSpPr/>
            <p:nvPr/>
          </p:nvSpPr>
          <p:spPr>
            <a:xfrm rot="5400000" flipH="1">
              <a:off x="3476212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9" name="矩形 68"/>
            <p:cNvSpPr/>
            <p:nvPr/>
          </p:nvSpPr>
          <p:spPr>
            <a:xfrm rot="5400000" flipH="1">
              <a:off x="3476212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0" name="矩形 69"/>
            <p:cNvSpPr/>
            <p:nvPr/>
          </p:nvSpPr>
          <p:spPr>
            <a:xfrm rot="5400000" flipH="1">
              <a:off x="3476212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1" name="矩形 70"/>
            <p:cNvSpPr/>
            <p:nvPr/>
          </p:nvSpPr>
          <p:spPr>
            <a:xfrm rot="5400000" flipH="1">
              <a:off x="3312470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2" name="矩形 71"/>
            <p:cNvSpPr/>
            <p:nvPr/>
          </p:nvSpPr>
          <p:spPr>
            <a:xfrm rot="5400000" flipH="1">
              <a:off x="3312470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3" name="矩形 72"/>
            <p:cNvSpPr/>
            <p:nvPr/>
          </p:nvSpPr>
          <p:spPr>
            <a:xfrm rot="5400000" flipH="1">
              <a:off x="3312470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5" name="矩形 74"/>
            <p:cNvSpPr/>
            <p:nvPr/>
          </p:nvSpPr>
          <p:spPr>
            <a:xfrm rot="5400000" flipH="1">
              <a:off x="3123933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6" name="矩形 75"/>
            <p:cNvSpPr/>
            <p:nvPr/>
          </p:nvSpPr>
          <p:spPr>
            <a:xfrm rot="5400000" flipH="1">
              <a:off x="3123933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7" name="矩形 76"/>
            <p:cNvSpPr/>
            <p:nvPr/>
          </p:nvSpPr>
          <p:spPr>
            <a:xfrm rot="5400000" flipH="1">
              <a:off x="3123933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sp>
        <p:nvSpPr>
          <p:cNvPr id="80" name="矩形: 圆角 79"/>
          <p:cNvSpPr/>
          <p:nvPr/>
        </p:nvSpPr>
        <p:spPr>
          <a:xfrm rot="5400000">
            <a:off x="3307080" y="4483735"/>
            <a:ext cx="25527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98" name="组合 97"/>
          <p:cNvGrpSpPr/>
          <p:nvPr/>
        </p:nvGrpSpPr>
        <p:grpSpPr>
          <a:xfrm rot="5400000">
            <a:off x="3280410" y="5107305"/>
            <a:ext cx="309245" cy="346075"/>
            <a:chOff x="3797141" y="1416844"/>
            <a:chExt cx="320040" cy="320040"/>
          </a:xfrm>
          <a:solidFill>
            <a:schemeClr val="accent2">
              <a:lumMod val="75000"/>
            </a:schemeClr>
          </a:solidFill>
        </p:grpSpPr>
        <p:sp>
          <p:nvSpPr>
            <p:cNvPr id="99" name="矩形 98"/>
            <p:cNvSpPr/>
            <p:nvPr/>
          </p:nvSpPr>
          <p:spPr>
            <a:xfrm flipH="1">
              <a:off x="379714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0" name="矩形 99"/>
            <p:cNvSpPr/>
            <p:nvPr/>
          </p:nvSpPr>
          <p:spPr>
            <a:xfrm flipH="1">
              <a:off x="390382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1" name="矩形 100"/>
            <p:cNvSpPr/>
            <p:nvPr/>
          </p:nvSpPr>
          <p:spPr>
            <a:xfrm flipH="1">
              <a:off x="401050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2" name="矩形 101"/>
            <p:cNvSpPr/>
            <p:nvPr/>
          </p:nvSpPr>
          <p:spPr>
            <a:xfrm flipH="1">
              <a:off x="379714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3" name="矩形 102"/>
            <p:cNvSpPr/>
            <p:nvPr/>
          </p:nvSpPr>
          <p:spPr>
            <a:xfrm flipH="1">
              <a:off x="390382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4" name="矩形 103"/>
            <p:cNvSpPr/>
            <p:nvPr/>
          </p:nvSpPr>
          <p:spPr>
            <a:xfrm flipH="1">
              <a:off x="401050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5" name="矩形 104"/>
            <p:cNvSpPr/>
            <p:nvPr/>
          </p:nvSpPr>
          <p:spPr>
            <a:xfrm flipH="1">
              <a:off x="379714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6" name="矩形 105"/>
            <p:cNvSpPr/>
            <p:nvPr/>
          </p:nvSpPr>
          <p:spPr>
            <a:xfrm flipH="1">
              <a:off x="390382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7" name="矩形 106"/>
            <p:cNvSpPr/>
            <p:nvPr/>
          </p:nvSpPr>
          <p:spPr>
            <a:xfrm flipH="1">
              <a:off x="401050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112" name="直接箭头连接符 111"/>
          <p:cNvCxnSpPr>
            <a:endCxn id="80" idx="1"/>
          </p:cNvCxnSpPr>
          <p:nvPr/>
        </p:nvCxnSpPr>
        <p:spPr>
          <a:xfrm rot="5400000">
            <a:off x="3326765" y="4502785"/>
            <a:ext cx="21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80" idx="3"/>
            <a:endCxn id="102" idx="3"/>
          </p:cNvCxnSpPr>
          <p:nvPr/>
        </p:nvCxnSpPr>
        <p:spPr>
          <a:xfrm rot="5400000">
            <a:off x="3305175" y="4995545"/>
            <a:ext cx="25971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104" idx="1"/>
          </p:cNvCxnSpPr>
          <p:nvPr/>
        </p:nvCxnSpPr>
        <p:spPr>
          <a:xfrm rot="5400000">
            <a:off x="3332480" y="5537200"/>
            <a:ext cx="2044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连接符: 肘形 126"/>
          <p:cNvCxnSpPr>
            <a:stCxn id="24" idx="1"/>
          </p:cNvCxnSpPr>
          <p:nvPr/>
        </p:nvCxnSpPr>
        <p:spPr>
          <a:xfrm rot="5400000">
            <a:off x="3455035" y="5046980"/>
            <a:ext cx="741045" cy="6026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流程图: 或者 127"/>
          <p:cNvSpPr/>
          <p:nvPr/>
        </p:nvSpPr>
        <p:spPr>
          <a:xfrm rot="5400000">
            <a:off x="3355340" y="6068060"/>
            <a:ext cx="159385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130" name="直接连接符 129"/>
          <p:cNvCxnSpPr>
            <a:endCxn id="128" idx="2"/>
          </p:cNvCxnSpPr>
          <p:nvPr/>
        </p:nvCxnSpPr>
        <p:spPr>
          <a:xfrm rot="5400000">
            <a:off x="3295650" y="5937885"/>
            <a:ext cx="2787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 flipH="1">
            <a:off x="2938145" y="2770505"/>
            <a:ext cx="4965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/>
          <p:cNvCxnSpPr>
            <a:endCxn id="128" idx="4"/>
          </p:cNvCxnSpPr>
          <p:nvPr/>
        </p:nvCxnSpPr>
        <p:spPr>
          <a:xfrm rot="16200000" flipH="1">
            <a:off x="1449070" y="4260215"/>
            <a:ext cx="3386455" cy="40703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/>
        </p:nvCxnSpPr>
        <p:spPr>
          <a:xfrm rot="5400000">
            <a:off x="3303905" y="6367780"/>
            <a:ext cx="2622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3036570" y="5365750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4638040" y="462915"/>
            <a:ext cx="1482090" cy="774700"/>
          </a:xfrm>
          <a:prstGeom prst="roundRect">
            <a:avLst>
              <a:gd name="adj" fmla="val 101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8" name="矩形: 圆角 17"/>
          <p:cNvSpPr/>
          <p:nvPr/>
        </p:nvSpPr>
        <p:spPr>
          <a:xfrm>
            <a:off x="4752340" y="659765"/>
            <a:ext cx="520065" cy="2527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GAB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sp>
        <p:nvSpPr>
          <p:cNvPr id="136" name="矩形: 圆角 135"/>
          <p:cNvSpPr/>
          <p:nvPr/>
        </p:nvSpPr>
        <p:spPr>
          <a:xfrm>
            <a:off x="5501005" y="654050"/>
            <a:ext cx="520065" cy="2527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CAB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/>
          <p:cNvCxnSpPr>
            <a:stCxn id="2" idx="0"/>
            <a:endCxn id="18" idx="0"/>
          </p:cNvCxnSpPr>
          <p:nvPr/>
        </p:nvCxnSpPr>
        <p:spPr>
          <a:xfrm rot="16200000" flipH="1" flipV="1">
            <a:off x="5097145" y="377825"/>
            <a:ext cx="196850" cy="367030"/>
          </a:xfrm>
          <a:prstGeom prst="bentConnector3">
            <a:avLst>
              <a:gd name="adj1" fmla="val 5495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连接符: 肘形 136"/>
          <p:cNvCxnSpPr>
            <a:stCxn id="2" idx="0"/>
            <a:endCxn id="136" idx="0"/>
          </p:cNvCxnSpPr>
          <p:nvPr/>
        </p:nvCxnSpPr>
        <p:spPr>
          <a:xfrm rot="16200000" flipH="1">
            <a:off x="5474335" y="367665"/>
            <a:ext cx="191135" cy="381635"/>
          </a:xfrm>
          <a:prstGeom prst="bentConnector3">
            <a:avLst>
              <a:gd name="adj1" fmla="val 5660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流程图: 或者 138"/>
          <p:cNvSpPr/>
          <p:nvPr/>
        </p:nvSpPr>
        <p:spPr>
          <a:xfrm rot="5400000">
            <a:off x="5299710" y="953135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121" name="连接符: 肘形 120"/>
          <p:cNvCxnSpPr>
            <a:stCxn id="18" idx="2"/>
            <a:endCxn id="139" idx="4"/>
          </p:cNvCxnSpPr>
          <p:nvPr/>
        </p:nvCxnSpPr>
        <p:spPr>
          <a:xfrm rot="16200000" flipH="1">
            <a:off x="5085080" y="838835"/>
            <a:ext cx="130175" cy="2768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连接符: 肘形 141"/>
          <p:cNvCxnSpPr>
            <a:stCxn id="136" idx="2"/>
            <a:endCxn id="139" idx="0"/>
          </p:cNvCxnSpPr>
          <p:nvPr/>
        </p:nvCxnSpPr>
        <p:spPr>
          <a:xfrm rot="5400000">
            <a:off x="5546090" y="827405"/>
            <a:ext cx="135890" cy="29400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>
            <a:stCxn id="2" idx="2"/>
            <a:endCxn id="2" idx="2"/>
          </p:cNvCxnSpPr>
          <p:nvPr/>
        </p:nvCxnSpPr>
        <p:spPr>
          <a:xfrm>
            <a:off x="5379085" y="123761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>
            <a:stCxn id="139" idx="6"/>
            <a:endCxn id="2" idx="2"/>
          </p:cNvCxnSpPr>
          <p:nvPr/>
        </p:nvCxnSpPr>
        <p:spPr>
          <a:xfrm>
            <a:off x="5377815" y="1120775"/>
            <a:ext cx="127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文本框 153"/>
          <p:cNvSpPr txBox="1"/>
          <p:nvPr/>
        </p:nvSpPr>
        <p:spPr>
          <a:xfrm>
            <a:off x="5190490" y="4846955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7237095" y="3507740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59" name="直接连接符 58"/>
          <p:cNvCxnSpPr>
            <a:stCxn id="18" idx="1"/>
          </p:cNvCxnSpPr>
          <p:nvPr/>
        </p:nvCxnSpPr>
        <p:spPr>
          <a:xfrm flipH="1">
            <a:off x="2618740" y="785495"/>
            <a:ext cx="2133600" cy="9982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 flipH="1">
            <a:off x="4384040" y="901065"/>
            <a:ext cx="493395" cy="9836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/>
          <p:cNvCxnSpPr>
            <a:stCxn id="136" idx="1"/>
          </p:cNvCxnSpPr>
          <p:nvPr/>
        </p:nvCxnSpPr>
        <p:spPr>
          <a:xfrm flipH="1">
            <a:off x="4877435" y="780415"/>
            <a:ext cx="623570" cy="10375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>
            <a:stCxn id="136" idx="3"/>
          </p:cNvCxnSpPr>
          <p:nvPr/>
        </p:nvCxnSpPr>
        <p:spPr>
          <a:xfrm>
            <a:off x="6020435" y="780415"/>
            <a:ext cx="2222500" cy="10102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180715" y="6617335"/>
            <a:ext cx="79248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(b)GAB</a:t>
            </a:r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274435" y="6617335"/>
            <a:ext cx="807085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(c)CAB</a:t>
            </a:r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984750" y="1278890"/>
            <a:ext cx="100076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>
                <a:latin typeface="Arial" panose="020B0604020202020204" pitchFamily="34" charset="0"/>
                <a:ea typeface="微软雅黑" panose="020B0503020204020204" charset="-122"/>
              </a:rPr>
              <a:t>(a)MAA</a:t>
            </a:r>
            <a:endParaRPr lang="en-US" altLang="zh-CN" sz="117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4" name="流程图: 汇总连接 133"/>
          <p:cNvSpPr/>
          <p:nvPr/>
        </p:nvSpPr>
        <p:spPr>
          <a:xfrm>
            <a:off x="3349625" y="564705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59" name="流程图: 汇总连接 158"/>
          <p:cNvSpPr/>
          <p:nvPr/>
        </p:nvSpPr>
        <p:spPr>
          <a:xfrm>
            <a:off x="3222625" y="1109980"/>
            <a:ext cx="156210" cy="1365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60" name="流程图: 汇总连接 159"/>
          <p:cNvSpPr/>
          <p:nvPr/>
        </p:nvSpPr>
        <p:spPr>
          <a:xfrm>
            <a:off x="5549900" y="511365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63" name="流程图: 汇总连接 162"/>
          <p:cNvSpPr/>
          <p:nvPr/>
        </p:nvSpPr>
        <p:spPr>
          <a:xfrm>
            <a:off x="7503795" y="314896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54" name="文本框 53"/>
          <p:cNvSpPr txBox="1"/>
          <p:nvPr/>
        </p:nvSpPr>
        <p:spPr>
          <a:xfrm>
            <a:off x="9351645" y="2534920"/>
            <a:ext cx="3347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99515" y="591185"/>
            <a:ext cx="7889875" cy="5186680"/>
            <a:chOff x="1889" y="931"/>
            <a:chExt cx="12425" cy="8168"/>
          </a:xfrm>
        </p:grpSpPr>
        <p:sp>
          <p:nvSpPr>
            <p:cNvPr id="79" name="文本框 78"/>
            <p:cNvSpPr txBox="1"/>
            <p:nvPr/>
          </p:nvSpPr>
          <p:spPr>
            <a:xfrm>
              <a:off x="6195" y="6629"/>
              <a:ext cx="1424" cy="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170" dirty="0">
                  <a:latin typeface="Arial" panose="020B0604020202020204" pitchFamily="34" charset="0"/>
                  <a:ea typeface="微软雅黑" panose="020B0503020204020204" charset="-122"/>
                </a:rPr>
                <a:t>(a)MAA</a:t>
              </a:r>
              <a:endParaRPr lang="en-US" altLang="zh-CN" sz="117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 rot="0">
              <a:off x="1889" y="931"/>
              <a:ext cx="2685" cy="8083"/>
              <a:chOff x="2506783" y="1756969"/>
              <a:chExt cx="1704778" cy="5132747"/>
            </a:xfrm>
          </p:grpSpPr>
          <p:sp>
            <p:nvSpPr>
              <p:cNvPr id="6" name="矩形: 圆角 5"/>
              <p:cNvSpPr/>
              <p:nvPr/>
            </p:nvSpPr>
            <p:spPr>
              <a:xfrm rot="5400000">
                <a:off x="979267" y="3284485"/>
                <a:ext cx="4759809" cy="1704778"/>
              </a:xfrm>
              <a:prstGeom prst="roundRect">
                <a:avLst>
                  <a:gd name="adj" fmla="val 13023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zh-CN" altLang="en-US" sz="1760" dirty="0"/>
              </a:p>
            </p:txBody>
          </p:sp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14253" y="1955193"/>
                <a:ext cx="663305" cy="655754"/>
              </a:xfrm>
              <a:prstGeom prst="rect">
                <a:avLst/>
              </a:prstGeom>
            </p:spPr>
          </p:pic>
          <p:grpSp>
            <p:nvGrpSpPr>
              <p:cNvPr id="28" name="组合 27"/>
              <p:cNvGrpSpPr/>
              <p:nvPr/>
            </p:nvGrpSpPr>
            <p:grpSpPr>
              <a:xfrm rot="5400000">
                <a:off x="3816853" y="4666904"/>
                <a:ext cx="309107" cy="312666"/>
                <a:chOff x="3797141" y="1416844"/>
                <a:chExt cx="320040" cy="320040"/>
              </a:xfrm>
            </p:grpSpPr>
            <p:sp>
              <p:nvSpPr>
                <p:cNvPr id="16" name="矩形 15"/>
                <p:cNvSpPr/>
                <p:nvPr/>
              </p:nvSpPr>
              <p:spPr>
                <a:xfrm flipH="1">
                  <a:off x="379714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 flipH="1">
                  <a:off x="390382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 flipH="1">
                  <a:off x="401050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 flipH="1">
                  <a:off x="379714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 flipH="1">
                  <a:off x="390382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 flipH="1">
                  <a:off x="401050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 flipH="1">
                  <a:off x="379714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 flipH="1">
                  <a:off x="390382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 flipH="1">
                  <a:off x="401050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sp>
            <p:nvSpPr>
              <p:cNvPr id="30" name="矩形: 圆角 29"/>
              <p:cNvSpPr/>
              <p:nvPr/>
            </p:nvSpPr>
            <p:spPr>
              <a:xfrm rot="5400000">
                <a:off x="3216554" y="3193117"/>
                <a:ext cx="258704" cy="46020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 rot="5400000">
                <a:off x="3216554" y="3635521"/>
                <a:ext cx="258704" cy="460201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 rot="5400000">
                <a:off x="3217111" y="4035568"/>
                <a:ext cx="257589" cy="46020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 rot="5400000">
                <a:off x="3619270" y="3348596"/>
                <a:ext cx="686904" cy="26055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直接箭头连接符 34"/>
              <p:cNvCxnSpPr>
                <a:stCxn id="8" idx="2"/>
                <a:endCxn id="30" idx="1"/>
              </p:cNvCxnSpPr>
              <p:nvPr/>
            </p:nvCxnSpPr>
            <p:spPr>
              <a:xfrm>
                <a:off x="3345907" y="2610947"/>
                <a:ext cx="0" cy="6829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连接符: 肘形 36"/>
              <p:cNvCxnSpPr>
                <a:endCxn id="33" idx="1"/>
              </p:cNvCxnSpPr>
              <p:nvPr/>
            </p:nvCxnSpPr>
            <p:spPr>
              <a:xfrm rot="10800000" flipH="1" flipV="1">
                <a:off x="3085350" y="2770409"/>
                <a:ext cx="877372" cy="3650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>
                <a:stCxn id="33" idx="3"/>
                <a:endCxn id="22" idx="3"/>
              </p:cNvCxnSpPr>
              <p:nvPr/>
            </p:nvCxnSpPr>
            <p:spPr>
              <a:xfrm>
                <a:off x="3962722" y="3822327"/>
                <a:ext cx="8685" cy="84635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30" idx="3"/>
                <a:endCxn id="31" idx="1"/>
              </p:cNvCxnSpPr>
              <p:nvPr/>
            </p:nvCxnSpPr>
            <p:spPr>
              <a:xfrm rot="5400000">
                <a:off x="3254057" y="3644419"/>
                <a:ext cx="1837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31" idx="3"/>
              </p:cNvCxnSpPr>
              <p:nvPr/>
            </p:nvCxnSpPr>
            <p:spPr>
              <a:xfrm rot="5400000">
                <a:off x="3274956" y="4065924"/>
                <a:ext cx="14190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2" name="组合 181"/>
              <p:cNvGrpSpPr/>
              <p:nvPr/>
            </p:nvGrpSpPr>
            <p:grpSpPr>
              <a:xfrm>
                <a:off x="3172197" y="2073471"/>
                <a:ext cx="379672" cy="406572"/>
                <a:chOff x="3123933" y="786085"/>
                <a:chExt cx="458959" cy="497137"/>
              </a:xfrm>
            </p:grpSpPr>
            <p:sp>
              <p:nvSpPr>
                <p:cNvPr id="68" name="矩形 67"/>
                <p:cNvSpPr/>
                <p:nvPr/>
              </p:nvSpPr>
              <p:spPr>
                <a:xfrm rot="5400000" flipH="1">
                  <a:off x="3476212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 rot="5400000" flipH="1">
                  <a:off x="3476212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 rot="5400000" flipH="1">
                  <a:off x="3476212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 rot="5400000" flipH="1">
                  <a:off x="3312470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 rot="5400000" flipH="1">
                  <a:off x="3312470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 rot="5400000" flipH="1">
                  <a:off x="3312470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 rot="5400000" flipH="1">
                  <a:off x="3123933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 rot="5400000" flipH="1">
                  <a:off x="3123933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 rot="5400000" flipH="1">
                  <a:off x="3123933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sp>
            <p:nvSpPr>
              <p:cNvPr id="80" name="矩形: 圆角 79"/>
              <p:cNvSpPr/>
              <p:nvPr/>
            </p:nvSpPr>
            <p:spPr>
              <a:xfrm rot="5400000">
                <a:off x="3218365" y="4508146"/>
                <a:ext cx="255082" cy="460201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8" name="组合 97"/>
              <p:cNvGrpSpPr/>
              <p:nvPr/>
            </p:nvGrpSpPr>
            <p:grpSpPr>
              <a:xfrm rot="5400000">
                <a:off x="3191352" y="5123978"/>
                <a:ext cx="309107" cy="312666"/>
                <a:chOff x="3797141" y="1416844"/>
                <a:chExt cx="320040" cy="320040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99" name="矩形 98"/>
                <p:cNvSpPr/>
                <p:nvPr/>
              </p:nvSpPr>
              <p:spPr>
                <a:xfrm flipH="1">
                  <a:off x="379714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0" name="矩形 99"/>
                <p:cNvSpPr/>
                <p:nvPr/>
              </p:nvSpPr>
              <p:spPr>
                <a:xfrm flipH="1">
                  <a:off x="390382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1" name="矩形 100"/>
                <p:cNvSpPr/>
                <p:nvPr/>
              </p:nvSpPr>
              <p:spPr>
                <a:xfrm flipH="1">
                  <a:off x="401050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2" name="矩形 101"/>
                <p:cNvSpPr/>
                <p:nvPr/>
              </p:nvSpPr>
              <p:spPr>
                <a:xfrm flipH="1">
                  <a:off x="379714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 flipH="1">
                  <a:off x="390382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4" name="矩形 103"/>
                <p:cNvSpPr/>
                <p:nvPr/>
              </p:nvSpPr>
              <p:spPr>
                <a:xfrm flipH="1">
                  <a:off x="401050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5" name="矩形 104"/>
                <p:cNvSpPr/>
                <p:nvPr/>
              </p:nvSpPr>
              <p:spPr>
                <a:xfrm flipH="1">
                  <a:off x="379714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6" name="矩形 105"/>
                <p:cNvSpPr/>
                <p:nvPr/>
              </p:nvSpPr>
              <p:spPr>
                <a:xfrm flipH="1">
                  <a:off x="390382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7" name="矩形 106"/>
                <p:cNvSpPr/>
                <p:nvPr/>
              </p:nvSpPr>
              <p:spPr>
                <a:xfrm flipH="1">
                  <a:off x="401050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112" name="直接箭头连接符 111"/>
              <p:cNvCxnSpPr>
                <a:endCxn id="80" idx="1"/>
              </p:cNvCxnSpPr>
              <p:nvPr/>
            </p:nvCxnSpPr>
            <p:spPr>
              <a:xfrm rot="5400000">
                <a:off x="3237785" y="4502585"/>
                <a:ext cx="21624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>
                <a:stCxn id="80" idx="3"/>
                <a:endCxn id="102" idx="3"/>
              </p:cNvCxnSpPr>
              <p:nvPr/>
            </p:nvCxnSpPr>
            <p:spPr>
              <a:xfrm rot="5400000">
                <a:off x="3215920" y="4995773"/>
                <a:ext cx="25997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>
                <a:stCxn id="104" idx="1"/>
              </p:cNvCxnSpPr>
              <p:nvPr/>
            </p:nvCxnSpPr>
            <p:spPr>
              <a:xfrm rot="5400000">
                <a:off x="3243718" y="5537053"/>
                <a:ext cx="2043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连接符: 肘形 126"/>
              <p:cNvCxnSpPr>
                <a:stCxn id="24" idx="1"/>
              </p:cNvCxnSpPr>
              <p:nvPr/>
            </p:nvCxnSpPr>
            <p:spPr>
              <a:xfrm rot="5400000">
                <a:off x="3328391" y="5075954"/>
                <a:ext cx="741180" cy="54485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流程图: 或者 127"/>
              <p:cNvSpPr/>
              <p:nvPr/>
            </p:nvSpPr>
            <p:spPr>
              <a:xfrm rot="5400000">
                <a:off x="3266176" y="6076453"/>
                <a:ext cx="159460" cy="161296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130" name="直接连接符 129"/>
              <p:cNvCxnSpPr>
                <a:endCxn id="128" idx="2"/>
              </p:cNvCxnSpPr>
              <p:nvPr/>
            </p:nvCxnSpPr>
            <p:spPr>
              <a:xfrm rot="5400000">
                <a:off x="3206571" y="5938037"/>
                <a:ext cx="2786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flipH="1">
                <a:off x="2896920" y="2770409"/>
                <a:ext cx="44898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连接符: 肘形 139"/>
              <p:cNvCxnSpPr>
                <a:endCxn id="128" idx="4"/>
              </p:cNvCxnSpPr>
              <p:nvPr/>
            </p:nvCxnSpPr>
            <p:spPr>
              <a:xfrm rot="16200000" flipH="1">
                <a:off x="1388034" y="4279877"/>
                <a:ext cx="3386692" cy="36775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箭头连接符 155"/>
              <p:cNvCxnSpPr/>
              <p:nvPr/>
            </p:nvCxnSpPr>
            <p:spPr>
              <a:xfrm rot="5400000">
                <a:off x="3214662" y="6368075"/>
                <a:ext cx="26248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文本框 132"/>
              <p:cNvSpPr txBox="1"/>
              <p:nvPr/>
            </p:nvSpPr>
            <p:spPr>
              <a:xfrm>
                <a:off x="2985603" y="5365782"/>
                <a:ext cx="447287" cy="204231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3115985" y="6617206"/>
                <a:ext cx="716528" cy="272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dirty="0">
                    <a:latin typeface="Arial" panose="020B0604020202020204" pitchFamily="34" charset="0"/>
                    <a:ea typeface="微软雅黑" panose="020B0503020204020204" charset="-122"/>
                  </a:rPr>
                  <a:t>(b)GAB</a:t>
                </a:r>
                <a:endParaRPr lang="en-US" altLang="zh-CN" sz="117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34" name="流程图: 汇总连接 133"/>
              <p:cNvSpPr/>
              <p:nvPr/>
            </p:nvSpPr>
            <p:spPr>
              <a:xfrm>
                <a:off x="3268617" y="5647223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 rot="0">
              <a:off x="9084" y="931"/>
              <a:ext cx="5230" cy="8169"/>
              <a:chOff x="4509383" y="1702591"/>
              <a:chExt cx="3320844" cy="5187125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4509383" y="1702591"/>
                <a:ext cx="3320844" cy="475980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8245" y="1845968"/>
                <a:ext cx="707792" cy="686148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 rot="5400000" flipH="1">
                <a:off x="5072937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" name="矩形 9"/>
              <p:cNvSpPr/>
              <p:nvPr/>
            </p:nvSpPr>
            <p:spPr>
              <a:xfrm rot="5400000" flipH="1">
                <a:off x="5267099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1" name="矩形 10"/>
              <p:cNvSpPr/>
              <p:nvPr/>
            </p:nvSpPr>
            <p:spPr>
              <a:xfrm rot="5400000" flipH="1">
                <a:off x="5470566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2" name="矩形: 圆角 29"/>
              <p:cNvSpPr/>
              <p:nvPr/>
            </p:nvSpPr>
            <p:spPr>
              <a:xfrm rot="5400000">
                <a:off x="5197519" y="3103201"/>
                <a:ext cx="253664" cy="460168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: 圆角 30"/>
              <p:cNvSpPr/>
              <p:nvPr/>
            </p:nvSpPr>
            <p:spPr>
              <a:xfrm rot="5400000">
                <a:off x="5197519" y="3537586"/>
                <a:ext cx="253664" cy="46016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矩形: 圆角 31"/>
              <p:cNvSpPr/>
              <p:nvPr/>
            </p:nvSpPr>
            <p:spPr>
              <a:xfrm rot="5400000">
                <a:off x="5198066" y="3967122"/>
                <a:ext cx="252570" cy="46016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矩形: 圆角 79"/>
              <p:cNvSpPr/>
              <p:nvPr/>
            </p:nvSpPr>
            <p:spPr>
              <a:xfrm rot="5400000">
                <a:off x="5208600" y="4387794"/>
                <a:ext cx="250111" cy="460168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矩形: 圆角 32"/>
              <p:cNvSpPr/>
              <p:nvPr/>
            </p:nvSpPr>
            <p:spPr>
              <a:xfrm rot="5400000">
                <a:off x="4453659" y="3412739"/>
                <a:ext cx="673519" cy="26053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4" name="直接箭头连接符 33"/>
              <p:cNvCxnSpPr>
                <a:stCxn id="5" idx="2"/>
                <a:endCxn id="12" idx="1"/>
              </p:cNvCxnSpPr>
              <p:nvPr/>
            </p:nvCxnSpPr>
            <p:spPr>
              <a:xfrm>
                <a:off x="5322490" y="2532141"/>
                <a:ext cx="1861" cy="6741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连接符: 肘形 36"/>
              <p:cNvCxnSpPr>
                <a:endCxn id="17" idx="1"/>
              </p:cNvCxnSpPr>
              <p:nvPr/>
            </p:nvCxnSpPr>
            <p:spPr>
              <a:xfrm rot="10800000" flipV="1">
                <a:off x="4789591" y="2810543"/>
                <a:ext cx="527898" cy="395091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" name="组合 41"/>
              <p:cNvGrpSpPr/>
              <p:nvPr/>
            </p:nvGrpSpPr>
            <p:grpSpPr>
              <a:xfrm rot="5400000">
                <a:off x="4739077" y="4021104"/>
                <a:ext cx="101027" cy="312644"/>
                <a:chOff x="8111" y="4551"/>
                <a:chExt cx="168" cy="504"/>
              </a:xfrm>
            </p:grpSpPr>
            <p:sp>
              <p:nvSpPr>
                <p:cNvPr id="38" name="矩形 37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 rot="5400000">
                <a:off x="5286205" y="4795051"/>
                <a:ext cx="101027" cy="312644"/>
                <a:chOff x="8111" y="4551"/>
                <a:chExt cx="168" cy="50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46" name="矩形 45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49" name="直接连接符 48"/>
              <p:cNvCxnSpPr>
                <a:stCxn id="17" idx="3"/>
                <a:endCxn id="39" idx="2"/>
              </p:cNvCxnSpPr>
              <p:nvPr/>
            </p:nvCxnSpPr>
            <p:spPr>
              <a:xfrm flipH="1">
                <a:off x="4789591" y="3879755"/>
                <a:ext cx="621" cy="2471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/>
              <p:nvPr/>
            </p:nvCxnSpPr>
            <p:spPr>
              <a:xfrm rot="5400000">
                <a:off x="5227467" y="3550778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/>
              <p:nvPr/>
            </p:nvCxnSpPr>
            <p:spPr>
              <a:xfrm rot="5400000">
                <a:off x="5217542" y="3984957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/>
              <p:nvPr/>
            </p:nvCxnSpPr>
            <p:spPr>
              <a:xfrm rot="5400000">
                <a:off x="5227467" y="4413724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>
                <a:stCxn id="15" idx="3"/>
                <a:endCxn id="47" idx="2"/>
              </p:cNvCxnSpPr>
              <p:nvPr/>
            </p:nvCxnSpPr>
            <p:spPr>
              <a:xfrm>
                <a:off x="5333617" y="4742702"/>
                <a:ext cx="3102" cy="1581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>
                <a:stCxn id="47" idx="0"/>
              </p:cNvCxnSpPr>
              <p:nvPr/>
            </p:nvCxnSpPr>
            <p:spPr>
              <a:xfrm>
                <a:off x="5336719" y="5001886"/>
                <a:ext cx="1861" cy="110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连接符: 肘形 139"/>
              <p:cNvCxnSpPr>
                <a:stCxn id="39" idx="0"/>
              </p:cNvCxnSpPr>
              <p:nvPr/>
            </p:nvCxnSpPr>
            <p:spPr>
              <a:xfrm rot="5400000" flipV="1">
                <a:off x="4542680" y="4474853"/>
                <a:ext cx="962170" cy="46834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流程图: 或者 56"/>
              <p:cNvSpPr/>
              <p:nvPr/>
            </p:nvSpPr>
            <p:spPr>
              <a:xfrm rot="5400000">
                <a:off x="5259822" y="5401054"/>
                <a:ext cx="156353" cy="161285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58" name="直接连接符 57"/>
              <p:cNvCxnSpPr>
                <a:endCxn id="57" idx="2"/>
              </p:cNvCxnSpPr>
              <p:nvPr/>
            </p:nvCxnSpPr>
            <p:spPr>
              <a:xfrm flipH="1">
                <a:off x="5337959" y="5268288"/>
                <a:ext cx="621" cy="13530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flipH="1">
                <a:off x="5323730" y="2808056"/>
                <a:ext cx="433608" cy="421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连接符: 肘形 126"/>
              <p:cNvCxnSpPr>
                <a:endCxn id="57" idx="0"/>
              </p:cNvCxnSpPr>
              <p:nvPr/>
            </p:nvCxnSpPr>
            <p:spPr>
              <a:xfrm rot="5400000">
                <a:off x="4249321" y="3974411"/>
                <a:ext cx="2676638" cy="33807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图片 6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55931" y="5709683"/>
                <a:ext cx="656925" cy="636836"/>
              </a:xfrm>
              <a:prstGeom prst="rect">
                <a:avLst/>
              </a:prstGeom>
            </p:spPr>
          </p:pic>
          <p:grpSp>
            <p:nvGrpSpPr>
              <p:cNvPr id="67" name="组合 66"/>
              <p:cNvGrpSpPr/>
              <p:nvPr/>
            </p:nvGrpSpPr>
            <p:grpSpPr>
              <a:xfrm rot="5400000">
                <a:off x="5985101" y="5983185"/>
                <a:ext cx="402307" cy="86225"/>
                <a:chOff x="10185" y="1784"/>
                <a:chExt cx="809" cy="168"/>
              </a:xfrm>
            </p:grpSpPr>
            <p:sp>
              <p:nvSpPr>
                <p:cNvPr id="64" name="矩形 63"/>
                <p:cNvSpPr/>
                <p:nvPr/>
              </p:nvSpPr>
              <p:spPr>
                <a:xfrm rot="5400000" flipH="1">
                  <a:off x="10185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 rot="5400000" flipH="1">
                  <a:off x="10498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 rot="5400000" flipH="1">
                  <a:off x="10826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74" name="连接符: 肘形 139"/>
              <p:cNvCxnSpPr>
                <a:stCxn id="57" idx="6"/>
                <a:endCxn id="62" idx="1"/>
              </p:cNvCxnSpPr>
              <p:nvPr/>
            </p:nvCxnSpPr>
            <p:spPr>
              <a:xfrm rot="5400000" flipV="1">
                <a:off x="5362716" y="5535188"/>
                <a:ext cx="468456" cy="51797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连接符: 肘形 139"/>
              <p:cNvCxnSpPr>
                <a:stCxn id="62" idx="3"/>
                <a:endCxn id="81" idx="3"/>
              </p:cNvCxnSpPr>
              <p:nvPr/>
            </p:nvCxnSpPr>
            <p:spPr>
              <a:xfrm flipV="1">
                <a:off x="6512857" y="5480566"/>
                <a:ext cx="595512" cy="547836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: 圆角 29"/>
              <p:cNvSpPr/>
              <p:nvPr/>
            </p:nvSpPr>
            <p:spPr>
              <a:xfrm rot="5400000">
                <a:off x="6981576" y="5123759"/>
                <a:ext cx="253664" cy="460168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矩形: 圆角 30"/>
              <p:cNvSpPr/>
              <p:nvPr/>
            </p:nvSpPr>
            <p:spPr>
              <a:xfrm rot="5400000">
                <a:off x="6981576" y="4682569"/>
                <a:ext cx="253664" cy="46016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83" name="直接箭头连接符 82"/>
              <p:cNvCxnSpPr>
                <a:stCxn id="81" idx="1"/>
                <a:endCxn id="82" idx="3"/>
              </p:cNvCxnSpPr>
              <p:nvPr/>
            </p:nvCxnSpPr>
            <p:spPr>
              <a:xfrm flipV="1">
                <a:off x="7108408" y="5039880"/>
                <a:ext cx="0" cy="18702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矩形: 圆角 31"/>
              <p:cNvSpPr/>
              <p:nvPr/>
            </p:nvSpPr>
            <p:spPr>
              <a:xfrm rot="5400000">
                <a:off x="6982123" y="4248556"/>
                <a:ext cx="252570" cy="46016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5" name="直接箭头连接符 84"/>
              <p:cNvCxnSpPr>
                <a:endCxn id="84" idx="3"/>
              </p:cNvCxnSpPr>
              <p:nvPr/>
            </p:nvCxnSpPr>
            <p:spPr>
              <a:xfrm flipV="1">
                <a:off x="7108408" y="4605099"/>
                <a:ext cx="0" cy="1810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矩形: 圆角 79"/>
              <p:cNvSpPr/>
              <p:nvPr/>
            </p:nvSpPr>
            <p:spPr>
              <a:xfrm rot="5400000">
                <a:off x="6983352" y="3822519"/>
                <a:ext cx="250111" cy="460168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" name="直接箭头连接符 86"/>
              <p:cNvCxnSpPr/>
              <p:nvPr/>
            </p:nvCxnSpPr>
            <p:spPr>
              <a:xfrm flipV="1">
                <a:off x="7108408" y="4170319"/>
                <a:ext cx="0" cy="1810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" name="组合 87"/>
              <p:cNvGrpSpPr/>
              <p:nvPr/>
            </p:nvGrpSpPr>
            <p:grpSpPr>
              <a:xfrm>
                <a:off x="7052539" y="3454596"/>
                <a:ext cx="104215" cy="303083"/>
                <a:chOff x="8111" y="4551"/>
                <a:chExt cx="168" cy="50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89" name="矩形 88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92" name="直接连接符 91"/>
              <p:cNvCxnSpPr>
                <a:stCxn id="91" idx="1"/>
              </p:cNvCxnSpPr>
              <p:nvPr/>
            </p:nvCxnSpPr>
            <p:spPr>
              <a:xfrm>
                <a:off x="7104648" y="3757680"/>
                <a:ext cx="621" cy="1623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>
                <a:endCxn id="89" idx="3"/>
              </p:cNvCxnSpPr>
              <p:nvPr/>
            </p:nvCxnSpPr>
            <p:spPr>
              <a:xfrm flipH="1">
                <a:off x="7104648" y="3305460"/>
                <a:ext cx="1241" cy="1491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5" name="流程图: 或者 94"/>
              <p:cNvSpPr/>
              <p:nvPr/>
            </p:nvSpPr>
            <p:spPr>
              <a:xfrm rot="5400000">
                <a:off x="7027751" y="2608354"/>
                <a:ext cx="156353" cy="161285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96" name="直接连接符 95"/>
              <p:cNvCxnSpPr>
                <a:stCxn id="95" idx="6"/>
              </p:cNvCxnSpPr>
              <p:nvPr/>
            </p:nvCxnSpPr>
            <p:spPr>
              <a:xfrm>
                <a:off x="7105888" y="2767246"/>
                <a:ext cx="0" cy="3818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7" name="矩形: 圆角 32"/>
              <p:cNvSpPr/>
              <p:nvPr/>
            </p:nvSpPr>
            <p:spPr>
              <a:xfrm rot="5400000">
                <a:off x="6253845" y="4890874"/>
                <a:ext cx="673519" cy="26053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" name="组合 108"/>
              <p:cNvGrpSpPr/>
              <p:nvPr/>
            </p:nvGrpSpPr>
            <p:grpSpPr>
              <a:xfrm>
                <a:off x="6538289" y="4025885"/>
                <a:ext cx="104215" cy="303083"/>
                <a:chOff x="8111" y="4551"/>
                <a:chExt cx="168" cy="504"/>
              </a:xfrm>
            </p:grpSpPr>
            <p:sp>
              <p:nvSpPr>
                <p:cNvPr id="110" name="矩形 109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11" name="矩形 110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13" name="矩形 112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115" name="直接连接符 114"/>
              <p:cNvCxnSpPr>
                <a:stCxn id="113" idx="1"/>
                <a:endCxn id="97" idx="1"/>
              </p:cNvCxnSpPr>
              <p:nvPr/>
            </p:nvCxnSpPr>
            <p:spPr>
              <a:xfrm>
                <a:off x="6590396" y="4328969"/>
                <a:ext cx="0" cy="3554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7" name="连接符: 肘形 139"/>
              <p:cNvCxnSpPr>
                <a:endCxn id="97" idx="3"/>
              </p:cNvCxnSpPr>
              <p:nvPr/>
            </p:nvCxnSpPr>
            <p:spPr>
              <a:xfrm rot="10800000">
                <a:off x="6589777" y="5357890"/>
                <a:ext cx="515491" cy="47747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连接符: 肘形 139"/>
              <p:cNvCxnSpPr>
                <a:stCxn id="110" idx="3"/>
              </p:cNvCxnSpPr>
              <p:nvPr/>
            </p:nvCxnSpPr>
            <p:spPr>
              <a:xfrm rot="16200000">
                <a:off x="6408210" y="3409461"/>
                <a:ext cx="798601" cy="43484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 flipH="1">
                <a:off x="7104686" y="5830474"/>
                <a:ext cx="530998" cy="6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连接符: 肘形 139"/>
              <p:cNvCxnSpPr>
                <a:endCxn id="95" idx="0"/>
              </p:cNvCxnSpPr>
              <p:nvPr/>
            </p:nvCxnSpPr>
            <p:spPr>
              <a:xfrm rot="16200000" flipV="1">
                <a:off x="5840307" y="4035283"/>
                <a:ext cx="3139081" cy="44725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/>
              <p:cNvCxnSpPr>
                <a:endCxn id="95" idx="4"/>
              </p:cNvCxnSpPr>
              <p:nvPr/>
            </p:nvCxnSpPr>
            <p:spPr>
              <a:xfrm flipV="1">
                <a:off x="5318148" y="2689179"/>
                <a:ext cx="1707137" cy="18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>
                <a:stCxn id="129" idx="2"/>
                <a:endCxn id="95" idx="2"/>
              </p:cNvCxnSpPr>
              <p:nvPr/>
            </p:nvCxnSpPr>
            <p:spPr>
              <a:xfrm flipH="1">
                <a:off x="7105926" y="2532115"/>
                <a:ext cx="1048" cy="787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29" name="图片 12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53077" y="1845968"/>
                <a:ext cx="707792" cy="686148"/>
              </a:xfrm>
              <a:prstGeom prst="rect">
                <a:avLst/>
              </a:prstGeom>
            </p:spPr>
          </p:pic>
          <p:sp>
            <p:nvSpPr>
              <p:cNvPr id="154" name="文本框 153"/>
              <p:cNvSpPr txBox="1"/>
              <p:nvPr/>
            </p:nvSpPr>
            <p:spPr>
              <a:xfrm>
                <a:off x="4933051" y="4846785"/>
                <a:ext cx="447288" cy="20446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55" name="文本框 154"/>
              <p:cNvSpPr txBox="1"/>
              <p:nvPr/>
            </p:nvSpPr>
            <p:spPr>
              <a:xfrm>
                <a:off x="6783616" y="3507544"/>
                <a:ext cx="447288" cy="20446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5913237" y="6617206"/>
                <a:ext cx="729555" cy="272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dirty="0">
                    <a:latin typeface="Arial" panose="020B0604020202020204" pitchFamily="34" charset="0"/>
                    <a:ea typeface="微软雅黑" panose="020B0503020204020204" charset="-122"/>
                  </a:rPr>
                  <a:t>(c)CAB</a:t>
                </a:r>
                <a:endParaRPr lang="en-US" altLang="zh-CN" sz="117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60" name="流程图: 汇总连接 159"/>
              <p:cNvSpPr/>
              <p:nvPr/>
            </p:nvSpPr>
            <p:spPr>
              <a:xfrm>
                <a:off x="5257879" y="5113745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  <p:sp>
            <p:nvSpPr>
              <p:cNvPr id="163" name="流程图: 汇总连接 162"/>
              <p:cNvSpPr/>
              <p:nvPr/>
            </p:nvSpPr>
            <p:spPr>
              <a:xfrm>
                <a:off x="7024780" y="3149107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</p:grpSp>
        <p:grpSp>
          <p:nvGrpSpPr>
            <p:cNvPr id="153" name="组合 152"/>
            <p:cNvGrpSpPr/>
            <p:nvPr/>
          </p:nvGrpSpPr>
          <p:grpSpPr>
            <a:xfrm rot="0">
              <a:off x="5923" y="7248"/>
              <a:ext cx="2053" cy="1632"/>
              <a:chOff x="4045337" y="5159329"/>
              <a:chExt cx="1303397" cy="1036131"/>
            </a:xfrm>
          </p:grpSpPr>
          <p:grpSp>
            <p:nvGrpSpPr>
              <p:cNvPr id="131" name="组合 130"/>
              <p:cNvGrpSpPr/>
              <p:nvPr/>
            </p:nvGrpSpPr>
            <p:grpSpPr>
              <a:xfrm>
                <a:off x="4045337" y="5350062"/>
                <a:ext cx="1303397" cy="845398"/>
                <a:chOff x="3063255" y="461627"/>
                <a:chExt cx="1303397" cy="845398"/>
              </a:xfrm>
            </p:grpSpPr>
            <p:sp>
              <p:nvSpPr>
                <p:cNvPr id="143" name="文本框 142"/>
                <p:cNvSpPr txBox="1"/>
                <p:nvPr/>
              </p:nvSpPr>
              <p:spPr>
                <a:xfrm>
                  <a:off x="3367657" y="461627"/>
                  <a:ext cx="998995" cy="5443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80" dirty="0"/>
                    <a:t>Global A</a:t>
                  </a:r>
                  <a:r>
                    <a:rPr lang="en-US" altLang="zh-CN" sz="980" i="1" dirty="0"/>
                    <a:t>ver</a:t>
                  </a:r>
                  <a:r>
                    <a:rPr lang="en-US" altLang="zh-CN" sz="980" dirty="0"/>
                    <a:t>age Pooling</a:t>
                  </a:r>
                  <a:endParaRPr lang="en-US" altLang="zh-CN" sz="980" dirty="0"/>
                </a:p>
                <a:p>
                  <a:endParaRPr lang="en-US" altLang="zh-CN" sz="980" dirty="0"/>
                </a:p>
              </p:txBody>
            </p:sp>
            <p:grpSp>
              <p:nvGrpSpPr>
                <p:cNvPr id="3" name="组合 2"/>
                <p:cNvGrpSpPr/>
                <p:nvPr/>
              </p:nvGrpSpPr>
              <p:grpSpPr>
                <a:xfrm>
                  <a:off x="3137712" y="810371"/>
                  <a:ext cx="1139932" cy="243016"/>
                  <a:chOff x="9669939" y="1793440"/>
                  <a:chExt cx="1166603" cy="257193"/>
                </a:xfrm>
              </p:grpSpPr>
              <p:sp>
                <p:nvSpPr>
                  <p:cNvPr id="149" name="流程图: 或者 148"/>
                  <p:cNvSpPr/>
                  <p:nvPr/>
                </p:nvSpPr>
                <p:spPr>
                  <a:xfrm>
                    <a:off x="9669939" y="1836958"/>
                    <a:ext cx="144236" cy="144236"/>
                  </a:xfrm>
                  <a:prstGeom prst="flowChartOr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760"/>
                  </a:p>
                </p:txBody>
              </p:sp>
              <p:sp>
                <p:nvSpPr>
                  <p:cNvPr id="150" name="文本框 149"/>
                  <p:cNvSpPr txBox="1"/>
                  <p:nvPr/>
                </p:nvSpPr>
                <p:spPr>
                  <a:xfrm>
                    <a:off x="9905265" y="1793440"/>
                    <a:ext cx="931277" cy="257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980" dirty="0"/>
                      <a:t>Addition</a:t>
                    </a:r>
                    <a:endParaRPr lang="en-US" altLang="zh-CN" sz="980" dirty="0"/>
                  </a:p>
                </p:txBody>
              </p:sp>
            </p:grpSp>
            <p:sp>
              <p:nvSpPr>
                <p:cNvPr id="157" name="矩形: 圆角 156"/>
                <p:cNvSpPr/>
                <p:nvPr/>
              </p:nvSpPr>
              <p:spPr>
                <a:xfrm rot="5400000">
                  <a:off x="3130916" y="491017"/>
                  <a:ext cx="172778" cy="308100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785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785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1" name="文本框 160"/>
                <p:cNvSpPr txBox="1"/>
                <p:nvPr/>
              </p:nvSpPr>
              <p:spPr>
                <a:xfrm>
                  <a:off x="3323154" y="1064009"/>
                  <a:ext cx="998995" cy="243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80" dirty="0"/>
                    <a:t>Convolution</a:t>
                  </a:r>
                  <a:endParaRPr lang="en-US" altLang="zh-CN" sz="980" dirty="0"/>
                </a:p>
              </p:txBody>
            </p:sp>
            <p:sp>
              <p:nvSpPr>
                <p:cNvPr id="159" name="流程图: 汇总连接 158"/>
                <p:cNvSpPr/>
                <p:nvPr/>
              </p:nvSpPr>
              <p:spPr>
                <a:xfrm>
                  <a:off x="3153747" y="1110215"/>
                  <a:ext cx="140978" cy="136286"/>
                </a:xfrm>
                <a:prstGeom prst="flowChartSummingJunct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115"/>
                </a:p>
              </p:txBody>
            </p:sp>
          </p:grpSp>
          <p:sp>
            <p:nvSpPr>
              <p:cNvPr id="174" name="矩形: 圆角 173"/>
              <p:cNvSpPr/>
              <p:nvPr/>
            </p:nvSpPr>
            <p:spPr>
              <a:xfrm>
                <a:off x="4046507" y="5201044"/>
                <a:ext cx="341677" cy="15486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UP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文本框 174"/>
              <p:cNvSpPr txBox="1"/>
              <p:nvPr/>
            </p:nvSpPr>
            <p:spPr>
              <a:xfrm>
                <a:off x="4349163" y="5159329"/>
                <a:ext cx="693415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</p:grpSp>
        <p:sp>
          <p:nvSpPr>
            <p:cNvPr id="176" name="矩形: 圆角 175"/>
            <p:cNvSpPr/>
            <p:nvPr/>
          </p:nvSpPr>
          <p:spPr>
            <a:xfrm>
              <a:off x="5533" y="1932"/>
              <a:ext cx="2494" cy="460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5721" y="3623"/>
              <a:ext cx="2110" cy="1220"/>
            </a:xfrm>
            <a:prstGeom prst="roundRect">
              <a:avLst>
                <a:gd name="adj" fmla="val 10161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5883" y="3933"/>
              <a:ext cx="740" cy="39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GAB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6949" y="3924"/>
              <a:ext cx="740" cy="398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CAB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cxnSp>
          <p:nvCxnSpPr>
            <p:cNvPr id="181" name="连接符: 肘形 180"/>
            <p:cNvCxnSpPr>
              <a:stCxn id="178" idx="0"/>
              <a:endCxn id="179" idx="0"/>
            </p:cNvCxnSpPr>
            <p:nvPr/>
          </p:nvCxnSpPr>
          <p:spPr>
            <a:xfrm rot="16200000" flipH="1" flipV="1">
              <a:off x="6360" y="3517"/>
              <a:ext cx="310" cy="523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>
              <a:stCxn id="178" idx="0"/>
              <a:endCxn id="180" idx="0"/>
            </p:cNvCxnSpPr>
            <p:nvPr/>
          </p:nvCxnSpPr>
          <p:spPr>
            <a:xfrm rot="16200000" flipH="1">
              <a:off x="6897" y="3502"/>
              <a:ext cx="301" cy="544"/>
            </a:xfrm>
            <a:prstGeom prst="bentConnector3">
              <a:avLst>
                <a:gd name="adj1" fmla="val 5660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6651" y="4409"/>
              <a:ext cx="246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16200000" flipH="1">
              <a:off x="6348" y="4236"/>
              <a:ext cx="205" cy="39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7003" y="4220"/>
              <a:ext cx="214" cy="41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6776" y="4843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6774" y="4659"/>
              <a:ext cx="2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6112" y="2551"/>
              <a:ext cx="1318" cy="572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AP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190" name="矩形: 圆角 189"/>
            <p:cNvSpPr/>
            <p:nvPr/>
          </p:nvSpPr>
          <p:spPr>
            <a:xfrm>
              <a:off x="6118" y="5317"/>
              <a:ext cx="1314" cy="56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UP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91" name="直接箭头连接符 190"/>
            <p:cNvCxnSpPr>
              <a:stCxn id="176" idx="0"/>
              <a:endCxn id="189" idx="0"/>
            </p:cNvCxnSpPr>
            <p:nvPr/>
          </p:nvCxnSpPr>
          <p:spPr>
            <a:xfrm flipH="1">
              <a:off x="6771" y="1932"/>
              <a:ext cx="9" cy="6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>
              <a:stCxn id="189" idx="2"/>
              <a:endCxn id="178" idx="0"/>
            </p:cNvCxnSpPr>
            <p:nvPr/>
          </p:nvCxnSpPr>
          <p:spPr>
            <a:xfrm>
              <a:off x="6771" y="3123"/>
              <a:ext cx="5" cy="5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  <a:endCxn id="190" idx="0"/>
            </p:cNvCxnSpPr>
            <p:nvPr/>
          </p:nvCxnSpPr>
          <p:spPr>
            <a:xfrm flipH="1">
              <a:off x="6775" y="4843"/>
              <a:ext cx="1" cy="4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箭头连接符 197"/>
            <p:cNvCxnSpPr>
              <a:stCxn id="190" idx="2"/>
              <a:endCxn id="176" idx="2"/>
            </p:cNvCxnSpPr>
            <p:nvPr/>
          </p:nvCxnSpPr>
          <p:spPr>
            <a:xfrm>
              <a:off x="6775" y="5880"/>
              <a:ext cx="5" cy="6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4585" y="1156"/>
              <a:ext cx="1337" cy="280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4548" y="4359"/>
              <a:ext cx="1402" cy="393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7658" y="1156"/>
              <a:ext cx="1549" cy="274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7690" y="4292"/>
              <a:ext cx="1467" cy="39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240" y="273685"/>
            <a:ext cx="5272405" cy="6831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" name="圆角矩形 143"/>
          <p:cNvSpPr/>
          <p:nvPr/>
        </p:nvSpPr>
        <p:spPr>
          <a:xfrm>
            <a:off x="1540510" y="234315"/>
            <a:ext cx="4768850" cy="524637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4" name="圆角矩形 3"/>
          <p:cNvSpPr/>
          <p:nvPr/>
        </p:nvSpPr>
        <p:spPr>
          <a:xfrm>
            <a:off x="12832080" y="234315"/>
            <a:ext cx="3672840" cy="475996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10" name="矩形 9"/>
          <p:cNvSpPr/>
          <p:nvPr/>
        </p:nvSpPr>
        <p:spPr>
          <a:xfrm flipH="1">
            <a:off x="2680970" y="153289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" name="矩形: 圆角 29"/>
          <p:cNvSpPr/>
          <p:nvPr/>
        </p:nvSpPr>
        <p:spPr>
          <a:xfrm rot="5400000">
            <a:off x="2764790" y="214185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3" name="矩形: 圆角 30"/>
          <p:cNvSpPr/>
          <p:nvPr/>
        </p:nvSpPr>
        <p:spPr>
          <a:xfrm rot="5400000">
            <a:off x="4744720" y="4075430"/>
            <a:ext cx="253365" cy="973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PathFound</a:t>
            </a:r>
            <a:endParaRPr lang="en-US" altLang="zh-CN" sz="1170" dirty="0">
              <a:solidFill>
                <a:sysClr val="windowText" lastClr="000000"/>
              </a:solidFill>
            </a:endParaRPr>
          </a:p>
        </p:txBody>
      </p:sp>
      <p:sp>
        <p:nvSpPr>
          <p:cNvPr id="14" name="矩形: 圆角 31"/>
          <p:cNvSpPr/>
          <p:nvPr/>
        </p:nvSpPr>
        <p:spPr>
          <a:xfrm rot="5400000">
            <a:off x="2767965" y="167894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UpdateMeet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7" name="矩形: 圆角 32"/>
          <p:cNvSpPr/>
          <p:nvPr/>
        </p:nvSpPr>
        <p:spPr>
          <a:xfrm rot="5400000">
            <a:off x="-57785" y="1355090"/>
            <a:ext cx="72580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42" name="组合 41"/>
          <p:cNvGrpSpPr/>
          <p:nvPr/>
        </p:nvGrpSpPr>
        <p:grpSpPr>
          <a:xfrm rot="5400000">
            <a:off x="638175" y="4188460"/>
            <a:ext cx="100965" cy="346075"/>
            <a:chOff x="8111" y="4551"/>
            <a:chExt cx="168" cy="504"/>
          </a:xfrm>
        </p:grpSpPr>
        <p:sp>
          <p:nvSpPr>
            <p:cNvPr id="38" name="矩形 37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39" name="矩形 38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40" name="矩形 39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</p:grpSp>
      <p:cxnSp>
        <p:nvCxnSpPr>
          <p:cNvPr id="49" name="直接连接符 48"/>
          <p:cNvCxnSpPr>
            <a:stCxn id="17" idx="3"/>
          </p:cNvCxnSpPr>
          <p:nvPr/>
        </p:nvCxnSpPr>
        <p:spPr>
          <a:xfrm>
            <a:off x="305435" y="1862455"/>
            <a:ext cx="8255" cy="210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endCxn id="121" idx="0"/>
          </p:cNvCxnSpPr>
          <p:nvPr/>
        </p:nvCxnSpPr>
        <p:spPr>
          <a:xfrm flipH="1">
            <a:off x="2896870" y="4020820"/>
            <a:ext cx="6350" cy="323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139"/>
          <p:cNvCxnSpPr/>
          <p:nvPr/>
        </p:nvCxnSpPr>
        <p:spPr>
          <a:xfrm rot="5400000" flipV="1">
            <a:off x="7457440" y="5812155"/>
            <a:ext cx="962025" cy="10071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或者 56"/>
          <p:cNvSpPr/>
          <p:nvPr/>
        </p:nvSpPr>
        <p:spPr>
          <a:xfrm rot="5400000">
            <a:off x="694055" y="3785235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81" name="矩形: 圆角 29"/>
          <p:cNvSpPr/>
          <p:nvPr/>
        </p:nvSpPr>
        <p:spPr>
          <a:xfrm rot="5400000">
            <a:off x="13471525" y="666877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82" name="矩形: 圆角 30"/>
          <p:cNvSpPr/>
          <p:nvPr/>
        </p:nvSpPr>
        <p:spPr>
          <a:xfrm rot="5400000">
            <a:off x="13471525" y="6228080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83" name="直接箭头连接符 82"/>
          <p:cNvCxnSpPr>
            <a:stCxn id="81" idx="1"/>
            <a:endCxn id="82" idx="3"/>
          </p:cNvCxnSpPr>
          <p:nvPr/>
        </p:nvCxnSpPr>
        <p:spPr>
          <a:xfrm flipV="1">
            <a:off x="13598525" y="6609715"/>
            <a:ext cx="0" cy="187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: 圆角 31"/>
          <p:cNvSpPr/>
          <p:nvPr/>
        </p:nvSpPr>
        <p:spPr>
          <a:xfrm rot="5400000">
            <a:off x="13472160" y="5793740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/>
          <p:cNvCxnSpPr>
            <a:endCxn id="84" idx="3"/>
          </p:cNvCxnSpPr>
          <p:nvPr/>
        </p:nvCxnSpPr>
        <p:spPr>
          <a:xfrm flipV="1">
            <a:off x="13598525" y="6174740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79"/>
          <p:cNvSpPr/>
          <p:nvPr/>
        </p:nvSpPr>
        <p:spPr>
          <a:xfrm rot="5400000">
            <a:off x="13473430" y="536765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V="1">
            <a:off x="13598525" y="5739765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13538200" y="5236845"/>
            <a:ext cx="635" cy="162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矩形: 圆角 32"/>
          <p:cNvSpPr/>
          <p:nvPr/>
        </p:nvSpPr>
        <p:spPr>
          <a:xfrm rot="5400000">
            <a:off x="13223875" y="1777365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119" name="连接符: 肘形 139"/>
          <p:cNvCxnSpPr>
            <a:stCxn id="97" idx="1"/>
          </p:cNvCxnSpPr>
          <p:nvPr/>
        </p:nvCxnSpPr>
        <p:spPr>
          <a:xfrm rot="16200000">
            <a:off x="13290550" y="1022350"/>
            <a:ext cx="832485" cy="2921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流程图: 汇总连接 159"/>
          <p:cNvSpPr/>
          <p:nvPr/>
        </p:nvSpPr>
        <p:spPr>
          <a:xfrm>
            <a:off x="344805" y="349948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115"/>
          </a:p>
        </p:txBody>
      </p:sp>
      <p:sp>
        <p:nvSpPr>
          <p:cNvPr id="6" name="Diamond 5"/>
          <p:cNvSpPr/>
          <p:nvPr/>
        </p:nvSpPr>
        <p:spPr>
          <a:xfrm>
            <a:off x="3185160" y="93535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6" name="矩形 9"/>
          <p:cNvSpPr/>
          <p:nvPr/>
        </p:nvSpPr>
        <p:spPr>
          <a:xfrm flipH="1">
            <a:off x="4659630" y="153289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51"/>
          <p:cNvCxnSpPr/>
          <p:nvPr/>
        </p:nvCxnSpPr>
        <p:spPr>
          <a:xfrm>
            <a:off x="12995910" y="480060"/>
            <a:ext cx="0" cy="194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5"/>
          <p:cNvSpPr/>
          <p:nvPr/>
        </p:nvSpPr>
        <p:spPr>
          <a:xfrm rot="5400000">
            <a:off x="633730" y="2799080"/>
            <a:ext cx="818515" cy="363220"/>
          </a:xfrm>
          <a:prstGeom prst="roundRect">
            <a:avLst>
              <a:gd name="adj" fmla="val 13023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PID</a:t>
            </a:r>
            <a:endParaRPr lang="en-US" altLang="zh-CN" sz="1760" dirty="0"/>
          </a:p>
        </p:txBody>
      </p:sp>
      <p:cxnSp>
        <p:nvCxnSpPr>
          <p:cNvPr id="20" name="直接箭头连接符 51"/>
          <p:cNvCxnSpPr>
            <a:stCxn id="10" idx="2"/>
          </p:cNvCxnSpPr>
          <p:nvPr/>
        </p:nvCxnSpPr>
        <p:spPr>
          <a:xfrm>
            <a:off x="2892425" y="173291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: 圆角 175"/>
          <p:cNvSpPr/>
          <p:nvPr/>
        </p:nvSpPr>
        <p:spPr>
          <a:xfrm>
            <a:off x="14308455" y="3944620"/>
            <a:ext cx="1583690" cy="29248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8" name="矩形: 圆角 177"/>
          <p:cNvSpPr/>
          <p:nvPr/>
        </p:nvSpPr>
        <p:spPr>
          <a:xfrm>
            <a:off x="14370685" y="1722755"/>
            <a:ext cx="1339850" cy="774700"/>
          </a:xfrm>
          <a:prstGeom prst="roundRect">
            <a:avLst>
              <a:gd name="adj" fmla="val 101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179" name="矩形: 圆角 178"/>
          <p:cNvSpPr/>
          <p:nvPr/>
        </p:nvSpPr>
        <p:spPr>
          <a:xfrm>
            <a:off x="14473555" y="1919605"/>
            <a:ext cx="469900" cy="2527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GAB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sp>
        <p:nvSpPr>
          <p:cNvPr id="180" name="矩形: 圆角 179"/>
          <p:cNvSpPr/>
          <p:nvPr/>
        </p:nvSpPr>
        <p:spPr>
          <a:xfrm>
            <a:off x="15150465" y="1913890"/>
            <a:ext cx="469900" cy="2527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CAB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cxnSp>
        <p:nvCxnSpPr>
          <p:cNvPr id="181" name="连接符: 肘形 180"/>
          <p:cNvCxnSpPr>
            <a:stCxn id="178" idx="0"/>
            <a:endCxn id="179" idx="0"/>
          </p:cNvCxnSpPr>
          <p:nvPr/>
        </p:nvCxnSpPr>
        <p:spPr>
          <a:xfrm rot="16200000" flipH="1" flipV="1">
            <a:off x="14776450" y="1655445"/>
            <a:ext cx="196850" cy="332105"/>
          </a:xfrm>
          <a:prstGeom prst="bentConnector3">
            <a:avLst>
              <a:gd name="adj1" fmla="val 5495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/>
          <p:cNvCxnSpPr>
            <a:stCxn id="178" idx="0"/>
            <a:endCxn id="180" idx="0"/>
          </p:cNvCxnSpPr>
          <p:nvPr/>
        </p:nvCxnSpPr>
        <p:spPr>
          <a:xfrm rot="16200000" flipH="1">
            <a:off x="15117445" y="1645920"/>
            <a:ext cx="191135" cy="345440"/>
          </a:xfrm>
          <a:prstGeom prst="bentConnector3">
            <a:avLst>
              <a:gd name="adj1" fmla="val 5660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流程图: 或者 183"/>
          <p:cNvSpPr/>
          <p:nvPr/>
        </p:nvSpPr>
        <p:spPr>
          <a:xfrm rot="5400000">
            <a:off x="14961235" y="2221865"/>
            <a:ext cx="156210" cy="16129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cxnSp>
        <p:nvCxnSpPr>
          <p:cNvPr id="185" name="连接符: 肘形 184"/>
          <p:cNvCxnSpPr>
            <a:stCxn id="179" idx="2"/>
            <a:endCxn id="184" idx="4"/>
          </p:cNvCxnSpPr>
          <p:nvPr/>
        </p:nvCxnSpPr>
        <p:spPr>
          <a:xfrm rot="16200000" flipH="1">
            <a:off x="14768830" y="2112010"/>
            <a:ext cx="130175" cy="25019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肘形 185"/>
          <p:cNvCxnSpPr>
            <a:stCxn id="180" idx="2"/>
            <a:endCxn id="184" idx="0"/>
          </p:cNvCxnSpPr>
          <p:nvPr/>
        </p:nvCxnSpPr>
        <p:spPr>
          <a:xfrm rot="5400000">
            <a:off x="15184755" y="2101850"/>
            <a:ext cx="135890" cy="26543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stCxn id="178" idx="2"/>
            <a:endCxn id="178" idx="2"/>
          </p:cNvCxnSpPr>
          <p:nvPr/>
        </p:nvCxnSpPr>
        <p:spPr>
          <a:xfrm>
            <a:off x="15040610" y="249745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>
            <a:stCxn id="184" idx="6"/>
            <a:endCxn id="178" idx="2"/>
          </p:cNvCxnSpPr>
          <p:nvPr/>
        </p:nvCxnSpPr>
        <p:spPr>
          <a:xfrm>
            <a:off x="15039340" y="2380615"/>
            <a:ext cx="127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: 圆角 188"/>
          <p:cNvSpPr/>
          <p:nvPr/>
        </p:nvSpPr>
        <p:spPr>
          <a:xfrm>
            <a:off x="14618970" y="1042035"/>
            <a:ext cx="836930" cy="3632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90" name="矩形: 圆角 189"/>
          <p:cNvSpPr/>
          <p:nvPr/>
        </p:nvSpPr>
        <p:spPr>
          <a:xfrm>
            <a:off x="14622780" y="2798445"/>
            <a:ext cx="834390" cy="3581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192" name="直接箭头连接符 191"/>
          <p:cNvCxnSpPr>
            <a:stCxn id="189" idx="2"/>
            <a:endCxn id="178" idx="0"/>
          </p:cNvCxnSpPr>
          <p:nvPr/>
        </p:nvCxnSpPr>
        <p:spPr>
          <a:xfrm>
            <a:off x="15037435" y="1405255"/>
            <a:ext cx="3175" cy="3175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>
            <a:stCxn id="178" idx="2"/>
            <a:endCxn id="190" idx="0"/>
          </p:cNvCxnSpPr>
          <p:nvPr/>
        </p:nvCxnSpPr>
        <p:spPr>
          <a:xfrm flipH="1">
            <a:off x="15039975" y="2497455"/>
            <a:ext cx="635" cy="30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139"/>
          <p:cNvCxnSpPr>
            <a:stCxn id="97" idx="3"/>
          </p:cNvCxnSpPr>
          <p:nvPr/>
        </p:nvCxnSpPr>
        <p:spPr>
          <a:xfrm rot="5400000" flipV="1">
            <a:off x="13105130" y="2714625"/>
            <a:ext cx="1430020" cy="518160"/>
          </a:xfrm>
          <a:prstGeom prst="bentConnector3">
            <a:avLst>
              <a:gd name="adj1" fmla="val 77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51"/>
          <p:cNvCxnSpPr/>
          <p:nvPr/>
        </p:nvCxnSpPr>
        <p:spPr>
          <a:xfrm>
            <a:off x="4871720" y="174244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139"/>
          <p:cNvCxnSpPr>
            <a:stCxn id="6" idx="3"/>
            <a:endCxn id="16" idx="0"/>
          </p:cNvCxnSpPr>
          <p:nvPr/>
        </p:nvCxnSpPr>
        <p:spPr>
          <a:xfrm>
            <a:off x="4514850" y="1334135"/>
            <a:ext cx="3562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3"/>
          <p:cNvCxnSpPr>
            <a:stCxn id="14" idx="3"/>
            <a:endCxn id="12" idx="1"/>
          </p:cNvCxnSpPr>
          <p:nvPr/>
        </p:nvCxnSpPr>
        <p:spPr>
          <a:xfrm flipH="1">
            <a:off x="2891155" y="226123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6"/>
          <p:cNvCxnSpPr>
            <a:stCxn id="6" idx="1"/>
            <a:endCxn id="10" idx="0"/>
          </p:cNvCxnSpPr>
          <p:nvPr/>
        </p:nvCxnSpPr>
        <p:spPr>
          <a:xfrm rot="10800000" flipV="1">
            <a:off x="2892425" y="1334135"/>
            <a:ext cx="2927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文本框 683"/>
          <p:cNvSpPr txBox="1"/>
          <p:nvPr/>
        </p:nvSpPr>
        <p:spPr>
          <a:xfrm>
            <a:off x="449580" y="6727825"/>
            <a:ext cx="10096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>
                <a:sym typeface="+mn-ea"/>
              </a:rPr>
              <a:t>Find nearest forward node.</a:t>
            </a:r>
            <a:endParaRPr lang="en-US" altLang="zh-CN" sz="980" dirty="0"/>
          </a:p>
        </p:txBody>
      </p:sp>
      <p:cxnSp>
        <p:nvCxnSpPr>
          <p:cNvPr id="686" name="直接箭头连接符 685"/>
          <p:cNvCxnSpPr/>
          <p:nvPr/>
        </p:nvCxnSpPr>
        <p:spPr>
          <a:xfrm>
            <a:off x="594995" y="5727700"/>
            <a:ext cx="0" cy="17907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文本框 686"/>
          <p:cNvSpPr txBox="1"/>
          <p:nvPr/>
        </p:nvSpPr>
        <p:spPr>
          <a:xfrm>
            <a:off x="594360" y="569658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Downsample</a:t>
            </a:r>
            <a:endParaRPr lang="en-US" altLang="zh-CN" sz="980" dirty="0"/>
          </a:p>
        </p:txBody>
      </p:sp>
      <p:cxnSp>
        <p:nvCxnSpPr>
          <p:cNvPr id="688" name="直接箭头连接符 687"/>
          <p:cNvCxnSpPr/>
          <p:nvPr/>
        </p:nvCxnSpPr>
        <p:spPr>
          <a:xfrm flipV="1">
            <a:off x="1802765" y="5727700"/>
            <a:ext cx="0" cy="173355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89" name="文本框 688"/>
          <p:cNvSpPr txBox="1"/>
          <p:nvPr/>
        </p:nvSpPr>
        <p:spPr>
          <a:xfrm>
            <a:off x="1816735" y="569658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Upsample</a:t>
            </a:r>
            <a:endParaRPr lang="en-US" altLang="zh-CN" sz="980" dirty="0"/>
          </a:p>
        </p:txBody>
      </p:sp>
      <p:sp>
        <p:nvSpPr>
          <p:cNvPr id="690" name="流程图: 或者 689"/>
          <p:cNvSpPr/>
          <p:nvPr/>
        </p:nvSpPr>
        <p:spPr>
          <a:xfrm>
            <a:off x="2915920" y="5758815"/>
            <a:ext cx="141605" cy="14097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691" name="文本框 690"/>
          <p:cNvSpPr txBox="1"/>
          <p:nvPr/>
        </p:nvSpPr>
        <p:spPr>
          <a:xfrm>
            <a:off x="3023870" y="571817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/>
              <a:t>Addition</a:t>
            </a:r>
            <a:endParaRPr lang="en-US" altLang="zh-CN" sz="980" dirty="0"/>
          </a:p>
        </p:txBody>
      </p:sp>
      <p:sp>
        <p:nvSpPr>
          <p:cNvPr id="692" name="矩形: 圆角 691"/>
          <p:cNvSpPr/>
          <p:nvPr/>
        </p:nvSpPr>
        <p:spPr>
          <a:xfrm>
            <a:off x="62865" y="6768465"/>
            <a:ext cx="452120" cy="16700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FNFN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693" name="矩形: 圆角 692"/>
          <p:cNvSpPr/>
          <p:nvPr/>
        </p:nvSpPr>
        <p:spPr>
          <a:xfrm>
            <a:off x="1521460" y="6764020"/>
            <a:ext cx="417195" cy="154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GNN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694" name="文本框 693"/>
          <p:cNvSpPr txBox="1"/>
          <p:nvPr/>
        </p:nvSpPr>
        <p:spPr>
          <a:xfrm>
            <a:off x="1899920" y="6722110"/>
            <a:ext cx="9080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Generate New Node</a:t>
            </a:r>
            <a:endParaRPr lang="en-US" altLang="zh-CN" sz="980" dirty="0" err="1"/>
          </a:p>
        </p:txBody>
      </p:sp>
      <p:sp>
        <p:nvSpPr>
          <p:cNvPr id="946" name="矩形: 圆角 945"/>
          <p:cNvSpPr/>
          <p:nvPr/>
        </p:nvSpPr>
        <p:spPr>
          <a:xfrm rot="5400000">
            <a:off x="2893060" y="6673215"/>
            <a:ext cx="167005" cy="337185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EFT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947" name="文本框 946"/>
          <p:cNvSpPr txBox="1"/>
          <p:nvPr/>
        </p:nvSpPr>
        <p:spPr>
          <a:xfrm>
            <a:off x="3077845" y="6722110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Extend Forward Tree</a:t>
            </a:r>
            <a:endParaRPr lang="en-US" altLang="zh-CN" sz="980" dirty="0" err="1"/>
          </a:p>
        </p:txBody>
      </p:sp>
      <p:cxnSp>
        <p:nvCxnSpPr>
          <p:cNvPr id="41" name="直接箭头连接符 33"/>
          <p:cNvCxnSpPr>
            <a:stCxn id="12" idx="3"/>
            <a:endCxn id="105" idx="1"/>
          </p:cNvCxnSpPr>
          <p:nvPr/>
        </p:nvCxnSpPr>
        <p:spPr>
          <a:xfrm>
            <a:off x="2891155" y="277812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33"/>
          <p:cNvCxnSpPr>
            <a:stCxn id="105" idx="3"/>
            <a:endCxn id="70" idx="1"/>
          </p:cNvCxnSpPr>
          <p:nvPr/>
        </p:nvCxnSpPr>
        <p:spPr>
          <a:xfrm>
            <a:off x="2894330" y="3330575"/>
            <a:ext cx="8890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: 圆角 29"/>
          <p:cNvSpPr/>
          <p:nvPr/>
        </p:nvSpPr>
        <p:spPr>
          <a:xfrm rot="5400000">
            <a:off x="2699385" y="3282950"/>
            <a:ext cx="407670" cy="1097280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ValidateSample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pic>
        <p:nvPicPr>
          <p:cNvPr id="7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2250" y="8565515"/>
            <a:ext cx="4162425" cy="5394325"/>
          </a:xfrm>
          <a:prstGeom prst="rect">
            <a:avLst/>
          </a:prstGeom>
        </p:spPr>
      </p:pic>
      <p:sp>
        <p:nvSpPr>
          <p:cNvPr id="76" name="矩形: 圆角 945"/>
          <p:cNvSpPr/>
          <p:nvPr/>
        </p:nvSpPr>
        <p:spPr>
          <a:xfrm rot="5400000">
            <a:off x="4330065" y="6678930"/>
            <a:ext cx="167005" cy="337185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SSR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77" name="文本框 946"/>
          <p:cNvSpPr txBox="1"/>
          <p:nvPr/>
        </p:nvSpPr>
        <p:spPr>
          <a:xfrm>
            <a:off x="4514850" y="6727825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80">
                <a:sym typeface="+mn-ea"/>
              </a:rPr>
              <a:t>Superellipsoid Sampling Region</a:t>
            </a:r>
            <a:endParaRPr lang="en-US" altLang="zh-CN" sz="980" dirty="0" err="1"/>
          </a:p>
        </p:txBody>
      </p:sp>
      <p:sp>
        <p:nvSpPr>
          <p:cNvPr id="79" name="文本框 683"/>
          <p:cNvSpPr txBox="1"/>
          <p:nvPr/>
        </p:nvSpPr>
        <p:spPr>
          <a:xfrm>
            <a:off x="449580" y="6130925"/>
            <a:ext cx="10096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>
                <a:sym typeface="+mn-ea"/>
              </a:rPr>
              <a:t>Find nearest forward node.</a:t>
            </a:r>
            <a:endParaRPr lang="en-US" altLang="zh-CN" sz="980" dirty="0"/>
          </a:p>
        </p:txBody>
      </p:sp>
      <p:sp>
        <p:nvSpPr>
          <p:cNvPr id="80" name="矩形: 圆角 691"/>
          <p:cNvSpPr/>
          <p:nvPr/>
        </p:nvSpPr>
        <p:spPr>
          <a:xfrm>
            <a:off x="62865" y="6171565"/>
            <a:ext cx="452120" cy="16700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CS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93" name="矩形: 圆角 692"/>
          <p:cNvSpPr/>
          <p:nvPr/>
        </p:nvSpPr>
        <p:spPr>
          <a:xfrm>
            <a:off x="1521460" y="6167120"/>
            <a:ext cx="417195" cy="154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GNN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98" name="文本框 693"/>
          <p:cNvSpPr txBox="1"/>
          <p:nvPr/>
        </p:nvSpPr>
        <p:spPr>
          <a:xfrm>
            <a:off x="1899920" y="6125210"/>
            <a:ext cx="9080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Generate New Node</a:t>
            </a:r>
            <a:endParaRPr lang="en-US" altLang="zh-CN" sz="980" dirty="0" err="1"/>
          </a:p>
        </p:txBody>
      </p:sp>
      <p:sp>
        <p:nvSpPr>
          <p:cNvPr id="99" name="矩形: 圆角 945"/>
          <p:cNvSpPr/>
          <p:nvPr/>
        </p:nvSpPr>
        <p:spPr>
          <a:xfrm rot="5400000">
            <a:off x="2893060" y="6076315"/>
            <a:ext cx="167005" cy="337185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EFT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0" name="文本框 946"/>
          <p:cNvSpPr txBox="1"/>
          <p:nvPr/>
        </p:nvSpPr>
        <p:spPr>
          <a:xfrm>
            <a:off x="3077845" y="6125210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Extend Forward Tree</a:t>
            </a:r>
            <a:endParaRPr lang="en-US" altLang="zh-CN" sz="980" dirty="0" err="1"/>
          </a:p>
        </p:txBody>
      </p:sp>
      <p:sp>
        <p:nvSpPr>
          <p:cNvPr id="101" name="矩形: 圆角 945"/>
          <p:cNvSpPr/>
          <p:nvPr/>
        </p:nvSpPr>
        <p:spPr>
          <a:xfrm rot="5400000">
            <a:off x="4330065" y="6082030"/>
            <a:ext cx="167005" cy="337185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SSR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2" name="文本框 946"/>
          <p:cNvSpPr txBox="1"/>
          <p:nvPr/>
        </p:nvSpPr>
        <p:spPr>
          <a:xfrm>
            <a:off x="4514850" y="6130925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80">
                <a:sym typeface="+mn-ea"/>
              </a:rPr>
              <a:t>Superellipsoid Sampling Region</a:t>
            </a:r>
            <a:endParaRPr lang="en-US" altLang="zh-CN" sz="980" dirty="0" err="1"/>
          </a:p>
        </p:txBody>
      </p:sp>
      <p:sp>
        <p:nvSpPr>
          <p:cNvPr id="105" name="矩形: 圆角 29"/>
          <p:cNvSpPr/>
          <p:nvPr/>
        </p:nvSpPr>
        <p:spPr>
          <a:xfrm rot="5400000">
            <a:off x="2732405" y="274320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07" name="矩形: 圆角 29"/>
          <p:cNvSpPr/>
          <p:nvPr/>
        </p:nvSpPr>
        <p:spPr>
          <a:xfrm rot="5400000">
            <a:off x="4667250" y="170243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return false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1" name="Diamond 120"/>
          <p:cNvSpPr/>
          <p:nvPr/>
        </p:nvSpPr>
        <p:spPr>
          <a:xfrm>
            <a:off x="2195830" y="4344035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3" name="Diamond 120"/>
          <p:cNvSpPr/>
          <p:nvPr/>
        </p:nvSpPr>
        <p:spPr>
          <a:xfrm>
            <a:off x="3947160" y="3230880"/>
            <a:ext cx="184912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CheckConnect</a:t>
            </a:r>
            <a:r>
              <a:rPr lang="zh-CN" altLang="en-US" sz="1000" dirty="0">
                <a:solidFill>
                  <a:schemeClr val="tx1"/>
                </a:solidFill>
              </a:rPr>
              <a:t>？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>
            <a:stCxn id="121" idx="3"/>
          </p:cNvCxnSpPr>
          <p:nvPr/>
        </p:nvCxnSpPr>
        <p:spPr>
          <a:xfrm flipV="1">
            <a:off x="3597910" y="2765425"/>
            <a:ext cx="12065" cy="19037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908550" y="407289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Yes</a:t>
            </a:r>
            <a:endParaRPr lang="en-US" altLang="zh-CN" sz="980" dirty="0" err="1"/>
          </a:p>
        </p:txBody>
      </p:sp>
      <p:sp>
        <p:nvSpPr>
          <p:cNvPr id="23" name="流程图: 或者 22"/>
          <p:cNvSpPr/>
          <p:nvPr/>
        </p:nvSpPr>
        <p:spPr>
          <a:xfrm rot="5400000">
            <a:off x="5747385" y="571627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24" name="矩形 23"/>
          <p:cNvSpPr/>
          <p:nvPr/>
        </p:nvSpPr>
        <p:spPr>
          <a:xfrm flipH="1">
            <a:off x="8228965" y="991870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25" name="矩形: 圆角 29"/>
          <p:cNvSpPr/>
          <p:nvPr/>
        </p:nvSpPr>
        <p:spPr>
          <a:xfrm rot="5400000">
            <a:off x="8312785" y="1052766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26" name="矩形: 圆角 31"/>
          <p:cNvSpPr/>
          <p:nvPr/>
        </p:nvSpPr>
        <p:spPr>
          <a:xfrm rot="5400000">
            <a:off x="8315960" y="1006475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update_X</a:t>
            </a:r>
            <a:r>
              <a:rPr lang="en-US" altLang="zh-CN" sz="1170" baseline="-25000" dirty="0">
                <a:solidFill>
                  <a:schemeClr val="tx1"/>
                </a:solidFill>
              </a:rPr>
              <a:t>mid</a:t>
            </a:r>
            <a:endParaRPr lang="en-US" altLang="zh-CN" sz="1170" baseline="-25000" dirty="0">
              <a:solidFill>
                <a:schemeClr val="tx1"/>
              </a:solidFill>
            </a:endParaRPr>
          </a:p>
        </p:txBody>
      </p:sp>
      <p:sp>
        <p:nvSpPr>
          <p:cNvPr id="34" name="Diamond 5"/>
          <p:cNvSpPr/>
          <p:nvPr/>
        </p:nvSpPr>
        <p:spPr>
          <a:xfrm>
            <a:off x="8733155" y="901890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37" name="矩形 9"/>
          <p:cNvSpPr/>
          <p:nvPr/>
        </p:nvSpPr>
        <p:spPr>
          <a:xfrm flipH="1">
            <a:off x="10207625" y="990092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43" name="直接箭头连接符 51"/>
          <p:cNvCxnSpPr>
            <a:stCxn id="24" idx="2"/>
          </p:cNvCxnSpPr>
          <p:nvPr/>
        </p:nvCxnSpPr>
        <p:spPr>
          <a:xfrm>
            <a:off x="8440420" y="1011872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51"/>
          <p:cNvCxnSpPr/>
          <p:nvPr/>
        </p:nvCxnSpPr>
        <p:spPr>
          <a:xfrm>
            <a:off x="10419715" y="1010158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139"/>
          <p:cNvCxnSpPr>
            <a:stCxn id="34" idx="3"/>
            <a:endCxn id="37" idx="0"/>
          </p:cNvCxnSpPr>
          <p:nvPr/>
        </p:nvCxnSpPr>
        <p:spPr>
          <a:xfrm>
            <a:off x="10062845" y="9417685"/>
            <a:ext cx="356235" cy="48323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139"/>
          <p:cNvCxnSpPr>
            <a:endCxn id="69" idx="1"/>
          </p:cNvCxnSpPr>
          <p:nvPr/>
        </p:nvCxnSpPr>
        <p:spPr>
          <a:xfrm rot="5400000" flipV="1">
            <a:off x="8347075" y="12238990"/>
            <a:ext cx="549910" cy="36639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33"/>
          <p:cNvCxnSpPr>
            <a:stCxn id="26" idx="3"/>
            <a:endCxn id="25" idx="1"/>
          </p:cNvCxnSpPr>
          <p:nvPr/>
        </p:nvCxnSpPr>
        <p:spPr>
          <a:xfrm flipH="1">
            <a:off x="8439150" y="1064704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36"/>
          <p:cNvCxnSpPr>
            <a:stCxn id="34" idx="1"/>
            <a:endCxn id="24" idx="0"/>
          </p:cNvCxnSpPr>
          <p:nvPr/>
        </p:nvCxnSpPr>
        <p:spPr>
          <a:xfrm rot="10800000" flipV="1">
            <a:off x="8440420" y="9417685"/>
            <a:ext cx="292735" cy="5010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33"/>
          <p:cNvCxnSpPr>
            <a:stCxn id="25" idx="3"/>
            <a:endCxn id="62" idx="1"/>
          </p:cNvCxnSpPr>
          <p:nvPr/>
        </p:nvCxnSpPr>
        <p:spPr>
          <a:xfrm>
            <a:off x="8439150" y="1116393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33"/>
          <p:cNvCxnSpPr>
            <a:stCxn id="62" idx="3"/>
            <a:endCxn id="60" idx="1"/>
          </p:cNvCxnSpPr>
          <p:nvPr/>
        </p:nvCxnSpPr>
        <p:spPr>
          <a:xfrm flipH="1">
            <a:off x="8439150" y="11716385"/>
            <a:ext cx="3175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圆角 29"/>
          <p:cNvSpPr/>
          <p:nvPr/>
        </p:nvSpPr>
        <p:spPr>
          <a:xfrm rot="5400000">
            <a:off x="8235315" y="1170749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Bi-SSR-Sampling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1" name="矩形: 圆角 29"/>
          <p:cNvSpPr/>
          <p:nvPr/>
        </p:nvSpPr>
        <p:spPr>
          <a:xfrm rot="5400000">
            <a:off x="10292715" y="10815320"/>
            <a:ext cx="253365" cy="6654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FNFN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2" name="矩形: 圆角 29"/>
          <p:cNvSpPr/>
          <p:nvPr/>
        </p:nvSpPr>
        <p:spPr>
          <a:xfrm rot="5400000">
            <a:off x="8280400" y="1112901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4" name="矩形: 圆角 29"/>
          <p:cNvSpPr/>
          <p:nvPr/>
        </p:nvSpPr>
        <p:spPr>
          <a:xfrm rot="5400000">
            <a:off x="10215245" y="1006157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Bi-SSR-Sampling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65" name="直接箭头连接符 33"/>
          <p:cNvCxnSpPr/>
          <p:nvPr/>
        </p:nvCxnSpPr>
        <p:spPr>
          <a:xfrm>
            <a:off x="10427970" y="10775315"/>
            <a:ext cx="2540" cy="2508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: 圆角 30"/>
          <p:cNvSpPr/>
          <p:nvPr/>
        </p:nvSpPr>
        <p:spPr>
          <a:xfrm rot="5400000">
            <a:off x="10292080" y="11400790"/>
            <a:ext cx="253365" cy="509270"/>
          </a:xfrm>
          <a:prstGeom prst="roundRect">
            <a:avLst/>
          </a:prstGeom>
          <a:solidFill>
            <a:srgbClr val="C5E0B4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GNN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67" name="直接箭头连接符 33"/>
          <p:cNvCxnSpPr>
            <a:stCxn id="61" idx="3"/>
            <a:endCxn id="66" idx="1"/>
          </p:cNvCxnSpPr>
          <p:nvPr/>
        </p:nvCxnSpPr>
        <p:spPr>
          <a:xfrm flipH="1">
            <a:off x="10419080" y="11275060"/>
            <a:ext cx="635" cy="254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Diamond 120"/>
          <p:cNvSpPr/>
          <p:nvPr/>
        </p:nvSpPr>
        <p:spPr>
          <a:xfrm>
            <a:off x="8805545" y="12372340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73" name="连接符: 肘形 36"/>
          <p:cNvCxnSpPr>
            <a:endCxn id="69" idx="0"/>
          </p:cNvCxnSpPr>
          <p:nvPr/>
        </p:nvCxnSpPr>
        <p:spPr>
          <a:xfrm rot="10800000" flipV="1">
            <a:off x="9506585" y="12099290"/>
            <a:ext cx="920750" cy="27305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Diamond 120"/>
          <p:cNvSpPr/>
          <p:nvPr/>
        </p:nvSpPr>
        <p:spPr>
          <a:xfrm>
            <a:off x="8805545" y="13234670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</a:t>
            </a:r>
            <a:r>
              <a:rPr lang="en-US" altLang="zh-CN" sz="1000" dirty="0">
                <a:solidFill>
                  <a:schemeClr val="tx1"/>
                </a:solidFill>
              </a:rPr>
              <a:t>reeA/B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Connect?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75" name="直接连接符 74"/>
          <p:cNvCxnSpPr>
            <a:stCxn id="66" idx="3"/>
          </p:cNvCxnSpPr>
          <p:nvPr/>
        </p:nvCxnSpPr>
        <p:spPr>
          <a:xfrm>
            <a:off x="10419080" y="11782425"/>
            <a:ext cx="1270" cy="3155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74" idx="0"/>
          </p:cNvCxnSpPr>
          <p:nvPr/>
        </p:nvCxnSpPr>
        <p:spPr>
          <a:xfrm>
            <a:off x="9505950" y="13022580"/>
            <a:ext cx="635" cy="2120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9565005" y="1302258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No</a:t>
            </a:r>
            <a:endParaRPr lang="en-US" altLang="zh-CN" sz="980" dirty="0" err="1"/>
          </a:p>
        </p:txBody>
      </p:sp>
      <p:cxnSp>
        <p:nvCxnSpPr>
          <p:cNvPr id="94" name="连接符: 肘形 36"/>
          <p:cNvCxnSpPr>
            <a:stCxn id="121" idx="1"/>
            <a:endCxn id="6" idx="0"/>
          </p:cNvCxnSpPr>
          <p:nvPr/>
        </p:nvCxnSpPr>
        <p:spPr>
          <a:xfrm rot="10800000" flipH="1">
            <a:off x="2195195" y="935355"/>
            <a:ext cx="1654175" cy="3733800"/>
          </a:xfrm>
          <a:prstGeom prst="bentConnector4">
            <a:avLst>
              <a:gd name="adj1" fmla="val -14395"/>
              <a:gd name="adj2" fmla="val 10637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连接符: 肘形 36"/>
          <p:cNvCxnSpPr>
            <a:endCxn id="3" idx="0"/>
          </p:cNvCxnSpPr>
          <p:nvPr/>
        </p:nvCxnSpPr>
        <p:spPr>
          <a:xfrm>
            <a:off x="3596640" y="2779395"/>
            <a:ext cx="1275080" cy="4514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3" idx="2"/>
            <a:endCxn id="13" idx="1"/>
          </p:cNvCxnSpPr>
          <p:nvPr/>
        </p:nvCxnSpPr>
        <p:spPr>
          <a:xfrm flipH="1">
            <a:off x="4871085" y="3881120"/>
            <a:ext cx="635" cy="554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连接符: 肘形 139"/>
          <p:cNvCxnSpPr>
            <a:stCxn id="3" idx="3"/>
            <a:endCxn id="6" idx="0"/>
          </p:cNvCxnSpPr>
          <p:nvPr/>
        </p:nvCxnSpPr>
        <p:spPr>
          <a:xfrm flipH="1" flipV="1">
            <a:off x="3850005" y="935355"/>
            <a:ext cx="1946275" cy="2620645"/>
          </a:xfrm>
          <a:prstGeom prst="bentConnector4">
            <a:avLst>
              <a:gd name="adj1" fmla="val -12235"/>
              <a:gd name="adj2" fmla="val 109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 flipH="1">
            <a:off x="769620" y="1002411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09" name="矩形: 圆角 29"/>
          <p:cNvSpPr/>
          <p:nvPr/>
        </p:nvSpPr>
        <p:spPr>
          <a:xfrm rot="5400000">
            <a:off x="853440" y="1063307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10" name="矩形: 圆角 30"/>
          <p:cNvSpPr/>
          <p:nvPr/>
        </p:nvSpPr>
        <p:spPr>
          <a:xfrm rot="5400000">
            <a:off x="2833370" y="12566650"/>
            <a:ext cx="253365" cy="973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PathFound</a:t>
            </a:r>
            <a:endParaRPr lang="en-US" altLang="zh-CN" sz="1170" dirty="0">
              <a:solidFill>
                <a:sysClr val="windowText" lastClr="000000"/>
              </a:solidFill>
            </a:endParaRPr>
          </a:p>
        </p:txBody>
      </p:sp>
      <p:sp>
        <p:nvSpPr>
          <p:cNvPr id="111" name="矩形: 圆角 31"/>
          <p:cNvSpPr/>
          <p:nvPr/>
        </p:nvSpPr>
        <p:spPr>
          <a:xfrm rot="5400000">
            <a:off x="856615" y="1017016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UpdateMeet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12" name="直接箭头连接符 111"/>
          <p:cNvCxnSpPr>
            <a:endCxn id="130" idx="0"/>
          </p:cNvCxnSpPr>
          <p:nvPr/>
        </p:nvCxnSpPr>
        <p:spPr>
          <a:xfrm flipH="1">
            <a:off x="985520" y="12512040"/>
            <a:ext cx="6350" cy="323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Diamond 5"/>
          <p:cNvSpPr/>
          <p:nvPr/>
        </p:nvSpPr>
        <p:spPr>
          <a:xfrm>
            <a:off x="1273810" y="942657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15" name="矩形 9"/>
          <p:cNvSpPr/>
          <p:nvPr/>
        </p:nvSpPr>
        <p:spPr>
          <a:xfrm flipH="1">
            <a:off x="2748280" y="1002411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16" name="直接箭头连接符 51"/>
          <p:cNvCxnSpPr>
            <a:stCxn id="108" idx="2"/>
          </p:cNvCxnSpPr>
          <p:nvPr/>
        </p:nvCxnSpPr>
        <p:spPr>
          <a:xfrm>
            <a:off x="981075" y="1022413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51"/>
          <p:cNvCxnSpPr/>
          <p:nvPr/>
        </p:nvCxnSpPr>
        <p:spPr>
          <a:xfrm>
            <a:off x="2960370" y="1023366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连接符: 肘形 139"/>
          <p:cNvCxnSpPr>
            <a:stCxn id="113" idx="3"/>
            <a:endCxn id="115" idx="0"/>
          </p:cNvCxnSpPr>
          <p:nvPr/>
        </p:nvCxnSpPr>
        <p:spPr>
          <a:xfrm>
            <a:off x="2603500" y="9825355"/>
            <a:ext cx="3562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33"/>
          <p:cNvCxnSpPr>
            <a:stCxn id="111" idx="3"/>
            <a:endCxn id="109" idx="1"/>
          </p:cNvCxnSpPr>
          <p:nvPr/>
        </p:nvCxnSpPr>
        <p:spPr>
          <a:xfrm flipH="1">
            <a:off x="979805" y="1075245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36"/>
          <p:cNvCxnSpPr>
            <a:stCxn id="113" idx="1"/>
            <a:endCxn id="108" idx="0"/>
          </p:cNvCxnSpPr>
          <p:nvPr/>
        </p:nvCxnSpPr>
        <p:spPr>
          <a:xfrm rot="10800000" flipV="1">
            <a:off x="981075" y="9825355"/>
            <a:ext cx="2927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33"/>
          <p:cNvCxnSpPr>
            <a:stCxn id="109" idx="3"/>
            <a:endCxn id="128" idx="1"/>
          </p:cNvCxnSpPr>
          <p:nvPr/>
        </p:nvCxnSpPr>
        <p:spPr>
          <a:xfrm>
            <a:off x="979805" y="1126934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33"/>
          <p:cNvCxnSpPr>
            <a:stCxn id="128" idx="3"/>
            <a:endCxn id="127" idx="1"/>
          </p:cNvCxnSpPr>
          <p:nvPr/>
        </p:nvCxnSpPr>
        <p:spPr>
          <a:xfrm>
            <a:off x="982980" y="11821795"/>
            <a:ext cx="8890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矩形: 圆角 29"/>
          <p:cNvSpPr/>
          <p:nvPr/>
        </p:nvSpPr>
        <p:spPr>
          <a:xfrm rot="5400000">
            <a:off x="788035" y="11774170"/>
            <a:ext cx="407670" cy="1097280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ValidateSample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8" name="矩形: 圆角 29"/>
          <p:cNvSpPr/>
          <p:nvPr/>
        </p:nvSpPr>
        <p:spPr>
          <a:xfrm rot="5400000">
            <a:off x="821055" y="1123442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9" name="矩形: 圆角 29"/>
          <p:cNvSpPr/>
          <p:nvPr/>
        </p:nvSpPr>
        <p:spPr>
          <a:xfrm rot="5400000">
            <a:off x="2755900" y="1019365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return false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30" name="Diamond 120"/>
          <p:cNvSpPr/>
          <p:nvPr/>
        </p:nvSpPr>
        <p:spPr>
          <a:xfrm>
            <a:off x="284480" y="12835255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31" name="Diamond 120"/>
          <p:cNvSpPr/>
          <p:nvPr/>
        </p:nvSpPr>
        <p:spPr>
          <a:xfrm>
            <a:off x="2035810" y="11722100"/>
            <a:ext cx="184912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CheckConnect</a:t>
            </a:r>
            <a:r>
              <a:rPr lang="zh-CN" altLang="en-US" sz="1000" dirty="0">
                <a:solidFill>
                  <a:schemeClr val="tx1"/>
                </a:solidFill>
              </a:rPr>
              <a:t>？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32" name="直接箭头连接符 131"/>
          <p:cNvCxnSpPr>
            <a:stCxn id="130" idx="3"/>
          </p:cNvCxnSpPr>
          <p:nvPr/>
        </p:nvCxnSpPr>
        <p:spPr>
          <a:xfrm flipV="1">
            <a:off x="1686560" y="11256645"/>
            <a:ext cx="12065" cy="19037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1656080" y="12906375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No</a:t>
            </a:r>
            <a:endParaRPr lang="en-US" altLang="zh-CN" sz="980" dirty="0" err="1"/>
          </a:p>
        </p:txBody>
      </p:sp>
      <p:sp>
        <p:nvSpPr>
          <p:cNvPr id="134" name="文本框 133"/>
          <p:cNvSpPr txBox="1"/>
          <p:nvPr/>
        </p:nvSpPr>
        <p:spPr>
          <a:xfrm>
            <a:off x="2997200" y="1256411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Yes</a:t>
            </a:r>
            <a:endParaRPr lang="en-US" altLang="zh-CN" sz="980" dirty="0" err="1"/>
          </a:p>
        </p:txBody>
      </p:sp>
      <p:cxnSp>
        <p:nvCxnSpPr>
          <p:cNvPr id="135" name="连接符: 肘形 36"/>
          <p:cNvCxnSpPr>
            <a:stCxn id="130" idx="1"/>
            <a:endCxn id="113" idx="0"/>
          </p:cNvCxnSpPr>
          <p:nvPr/>
        </p:nvCxnSpPr>
        <p:spPr>
          <a:xfrm rot="10800000" flipH="1">
            <a:off x="284480" y="9426575"/>
            <a:ext cx="1654175" cy="3733800"/>
          </a:xfrm>
          <a:prstGeom prst="bentConnector4">
            <a:avLst>
              <a:gd name="adj1" fmla="val -14395"/>
              <a:gd name="adj2" fmla="val 10637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连接符: 肘形 36"/>
          <p:cNvCxnSpPr>
            <a:endCxn id="131" idx="0"/>
          </p:cNvCxnSpPr>
          <p:nvPr/>
        </p:nvCxnSpPr>
        <p:spPr>
          <a:xfrm>
            <a:off x="1685290" y="11270615"/>
            <a:ext cx="1275080" cy="4514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>
            <a:stCxn id="131" idx="2"/>
            <a:endCxn id="110" idx="1"/>
          </p:cNvCxnSpPr>
          <p:nvPr/>
        </p:nvCxnSpPr>
        <p:spPr>
          <a:xfrm flipH="1">
            <a:off x="2959735" y="12372340"/>
            <a:ext cx="635" cy="554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9"/>
          <p:cNvCxnSpPr>
            <a:stCxn id="131" idx="3"/>
            <a:endCxn id="113" idx="0"/>
          </p:cNvCxnSpPr>
          <p:nvPr/>
        </p:nvCxnSpPr>
        <p:spPr>
          <a:xfrm flipH="1" flipV="1">
            <a:off x="1938655" y="9426575"/>
            <a:ext cx="1946275" cy="2620645"/>
          </a:xfrm>
          <a:prstGeom prst="bentConnector4">
            <a:avLst>
              <a:gd name="adj1" fmla="val -12235"/>
              <a:gd name="adj2" fmla="val 109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/>
          <p:cNvSpPr/>
          <p:nvPr/>
        </p:nvSpPr>
        <p:spPr>
          <a:xfrm>
            <a:off x="6002020" y="8930640"/>
            <a:ext cx="6666865" cy="50292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矩形 140"/>
          <p:cNvSpPr/>
          <p:nvPr/>
        </p:nvSpPr>
        <p:spPr>
          <a:xfrm>
            <a:off x="-751840" y="8930640"/>
            <a:ext cx="6666865" cy="50292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10417810" y="83820"/>
            <a:ext cx="7600315" cy="729424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735330" y="4813300"/>
            <a:ext cx="1529715" cy="270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(b)PID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工作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流程图</a:t>
            </a:r>
            <a:endParaRPr lang="zh-CN" altLang="en-US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82930" y="510540"/>
            <a:ext cx="1833880" cy="4136390"/>
            <a:chOff x="918" y="804"/>
            <a:chExt cx="2888" cy="6514"/>
          </a:xfrm>
        </p:grpSpPr>
        <p:sp>
          <p:nvSpPr>
            <p:cNvPr id="6" name="矩形: 圆角 5"/>
            <p:cNvSpPr/>
            <p:nvPr/>
          </p:nvSpPr>
          <p:spPr>
            <a:xfrm rot="5400000">
              <a:off x="-895" y="2617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/>
            </a:p>
          </p:txBody>
        </p:sp>
        <p:sp>
          <p:nvSpPr>
            <p:cNvPr id="30" name="矩形: 圆角 29"/>
            <p:cNvSpPr/>
            <p:nvPr/>
          </p:nvSpPr>
          <p:spPr>
            <a:xfrm rot="5400000">
              <a:off x="2328" y="2585"/>
              <a:ext cx="407" cy="104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Kp*e(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t</a:t>
              </a:r>
              <a:r>
                <a:rPr lang="en-US" altLang="zh-CN" sz="1170" dirty="0">
                  <a:solidFill>
                    <a:schemeClr val="tx1"/>
                  </a:solidFill>
                </a:rPr>
                <a:t>)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 rot="5400000">
              <a:off x="2328" y="3223"/>
              <a:ext cx="407" cy="141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K</a:t>
              </a:r>
              <a:r>
                <a:rPr lang="en-US" altLang="zh-CN" sz="1170" baseline="-25000" dirty="0">
                  <a:solidFill>
                    <a:sysClr val="windowText" lastClr="000000"/>
                  </a:solidFill>
                </a:rPr>
                <a:t>i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*</a:t>
              </a:r>
              <a:r>
                <a:rPr lang="en-US" altLang="zh-CN" sz="1170" dirty="0">
                  <a:solidFill>
                    <a:sysClr val="windowText" lastClr="000000"/>
                  </a:solidFill>
                </a:rPr>
                <a:t>∫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e(</a:t>
              </a:r>
              <a:r>
                <a:rPr lang="en-US" altLang="zh-CN" sz="117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τ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)d</a:t>
              </a:r>
              <a:r>
                <a:rPr lang="en-US" altLang="zh-CN" sz="117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τ</a:t>
              </a:r>
              <a:endParaRPr lang="en-US" altLang="zh-CN" sz="11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" name="矩形: 圆角 31"/>
            <p:cNvSpPr/>
            <p:nvPr/>
          </p:nvSpPr>
          <p:spPr>
            <a:xfrm rot="5400000">
              <a:off x="2328" y="3874"/>
              <a:ext cx="406" cy="155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Kd*</a:t>
              </a:r>
              <a:r>
                <a:rPr lang="en-US" altLang="zh-CN" sz="1170" dirty="0">
                  <a:solidFill>
                    <a:schemeClr val="tx1"/>
                  </a:solidFill>
                </a:rPr>
                <a:t>de(t)/dt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接箭头连接符 34"/>
            <p:cNvCxnSpPr>
              <a:stCxn id="4" idx="3"/>
              <a:endCxn id="30" idx="1"/>
            </p:cNvCxnSpPr>
            <p:nvPr/>
          </p:nvCxnSpPr>
          <p:spPr>
            <a:xfrm>
              <a:off x="2531" y="1973"/>
              <a:ext cx="0" cy="9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31" idx="3"/>
              <a:endCxn id="32" idx="1"/>
            </p:cNvCxnSpPr>
            <p:nvPr/>
          </p:nvCxnSpPr>
          <p:spPr>
            <a:xfrm>
              <a:off x="2531" y="4132"/>
              <a:ext cx="0" cy="3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矩形: 圆角 79"/>
            <p:cNvSpPr/>
            <p:nvPr/>
          </p:nvSpPr>
          <p:spPr>
            <a:xfrm rot="5400000">
              <a:off x="2330" y="4761"/>
              <a:ext cx="402" cy="133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Out(PID)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12" name="直接箭头连接符 111"/>
            <p:cNvCxnSpPr>
              <a:stCxn id="32" idx="3"/>
              <a:endCxn id="80" idx="1"/>
            </p:cNvCxnSpPr>
            <p:nvPr/>
          </p:nvCxnSpPr>
          <p:spPr>
            <a:xfrm>
              <a:off x="2531" y="4854"/>
              <a:ext cx="0" cy="3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>
              <a:stCxn id="80" idx="3"/>
              <a:endCxn id="134" idx="0"/>
            </p:cNvCxnSpPr>
            <p:nvPr/>
          </p:nvCxnSpPr>
          <p:spPr>
            <a:xfrm>
              <a:off x="2531" y="5630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 flipH="1" flipV="1">
              <a:off x="1378" y="2308"/>
              <a:ext cx="1153" cy="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箭头连接符 155"/>
            <p:cNvCxnSpPr>
              <a:stCxn id="134" idx="4"/>
            </p:cNvCxnSpPr>
            <p:nvPr/>
          </p:nvCxnSpPr>
          <p:spPr>
            <a:xfrm>
              <a:off x="2533" y="6313"/>
              <a:ext cx="0" cy="7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流程图: 汇总连接 133"/>
            <p:cNvSpPr/>
            <p:nvPr/>
          </p:nvSpPr>
          <p:spPr>
            <a:xfrm>
              <a:off x="2398" y="6078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sp>
          <p:nvSpPr>
            <p:cNvPr id="4" name="矩形: 圆角 29"/>
            <p:cNvSpPr/>
            <p:nvPr/>
          </p:nvSpPr>
          <p:spPr>
            <a:xfrm rot="5400000">
              <a:off x="2178" y="725"/>
              <a:ext cx="706" cy="1790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PID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Controller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直接箭头连接符 4"/>
            <p:cNvCxnSpPr>
              <a:endCxn id="31" idx="1"/>
            </p:cNvCxnSpPr>
            <p:nvPr/>
          </p:nvCxnSpPr>
          <p:spPr>
            <a:xfrm flipH="1">
              <a:off x="2531" y="3311"/>
              <a:ext cx="3" cy="41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矩形: 圆角 32"/>
            <p:cNvSpPr/>
            <p:nvPr/>
          </p:nvSpPr>
          <p:spPr>
            <a:xfrm rot="5400000">
              <a:off x="693" y="4189"/>
              <a:ext cx="1383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F</a:t>
              </a:r>
              <a:r>
                <a:rPr lang="en-US" altLang="zh-CN" sz="1170" dirty="0">
                  <a:solidFill>
                    <a:schemeClr val="tx1"/>
                  </a:solidFill>
                </a:rPr>
                <a:t>eedback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3" name="连接符: 肘形 36"/>
            <p:cNvCxnSpPr>
              <a:stCxn id="2" idx="3"/>
              <a:endCxn id="134" idx="2"/>
            </p:cNvCxnSpPr>
            <p:nvPr/>
          </p:nvCxnSpPr>
          <p:spPr>
            <a:xfrm rot="5400000" flipV="1">
              <a:off x="1348" y="5146"/>
              <a:ext cx="1088" cy="10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>
              <a:off x="1385" y="2314"/>
              <a:ext cx="2" cy="14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4148455" y="5455285"/>
            <a:ext cx="2570480" cy="270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(a)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自适应双向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超椭球体工作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流程图</a:t>
            </a:r>
            <a:endParaRPr lang="zh-CN" altLang="en-US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007995" y="234315"/>
            <a:ext cx="4768850" cy="5078730"/>
            <a:chOff x="4737" y="369"/>
            <a:chExt cx="7510" cy="7998"/>
          </a:xfrm>
        </p:grpSpPr>
        <p:sp>
          <p:nvSpPr>
            <p:cNvPr id="144" name="圆角矩形 143"/>
            <p:cNvSpPr/>
            <p:nvPr/>
          </p:nvSpPr>
          <p:spPr>
            <a:xfrm>
              <a:off x="4737" y="369"/>
              <a:ext cx="7510" cy="7999"/>
            </a:xfrm>
            <a:prstGeom prst="roundRect">
              <a:avLst>
                <a:gd name="adj" fmla="val 11171"/>
              </a:avLst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10" name="矩形 9"/>
            <p:cNvSpPr/>
            <p:nvPr/>
          </p:nvSpPr>
          <p:spPr>
            <a:xfrm flipH="1">
              <a:off x="6533" y="2414"/>
              <a:ext cx="667" cy="315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Yes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29"/>
            <p:cNvSpPr/>
            <p:nvPr/>
          </p:nvSpPr>
          <p:spPr>
            <a:xfrm rot="5400000">
              <a:off x="6665" y="3373"/>
              <a:ext cx="399" cy="1605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PIDController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30"/>
            <p:cNvSpPr/>
            <p:nvPr/>
          </p:nvSpPr>
          <p:spPr>
            <a:xfrm rot="5400000">
              <a:off x="9783" y="6418"/>
              <a:ext cx="399" cy="153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PathFound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: 圆角 31"/>
            <p:cNvSpPr/>
            <p:nvPr/>
          </p:nvSpPr>
          <p:spPr>
            <a:xfrm rot="5400000">
              <a:off x="6670" y="2644"/>
              <a:ext cx="398" cy="1435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UpdateMeet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直接箭头连接符 51"/>
            <p:cNvCxnSpPr>
              <a:endCxn id="121" idx="0"/>
            </p:cNvCxnSpPr>
            <p:nvPr/>
          </p:nvCxnSpPr>
          <p:spPr>
            <a:xfrm flipH="1">
              <a:off x="6873" y="6332"/>
              <a:ext cx="10" cy="5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Diamond 5"/>
            <p:cNvSpPr/>
            <p:nvPr/>
          </p:nvSpPr>
          <p:spPr>
            <a:xfrm>
              <a:off x="7327" y="1473"/>
              <a:ext cx="2094" cy="1256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Iter % N == 0?</a:t>
              </a:r>
              <a:endParaRPr lang="en-US" altLang="zh-CN" sz="117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矩形 9"/>
            <p:cNvSpPr/>
            <p:nvPr/>
          </p:nvSpPr>
          <p:spPr>
            <a:xfrm flipH="1">
              <a:off x="9649" y="2414"/>
              <a:ext cx="667" cy="315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No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接箭头连接符 51"/>
            <p:cNvCxnSpPr>
              <a:stCxn id="10" idx="2"/>
            </p:cNvCxnSpPr>
            <p:nvPr/>
          </p:nvCxnSpPr>
          <p:spPr>
            <a:xfrm>
              <a:off x="6866" y="2729"/>
              <a:ext cx="0" cy="4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51"/>
            <p:cNvCxnSpPr/>
            <p:nvPr/>
          </p:nvCxnSpPr>
          <p:spPr>
            <a:xfrm>
              <a:off x="9983" y="2744"/>
              <a:ext cx="0" cy="4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肘形 139"/>
            <p:cNvCxnSpPr>
              <a:stCxn id="9" idx="3"/>
              <a:endCxn id="16" idx="0"/>
            </p:cNvCxnSpPr>
            <p:nvPr/>
          </p:nvCxnSpPr>
          <p:spPr>
            <a:xfrm>
              <a:off x="9421" y="2101"/>
              <a:ext cx="5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33"/>
            <p:cNvCxnSpPr>
              <a:stCxn id="14" idx="3"/>
              <a:endCxn id="12" idx="1"/>
            </p:cNvCxnSpPr>
            <p:nvPr/>
          </p:nvCxnSpPr>
          <p:spPr>
            <a:xfrm flipH="1">
              <a:off x="6864" y="3561"/>
              <a:ext cx="5" cy="4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连接符: 肘形 36"/>
            <p:cNvCxnSpPr>
              <a:stCxn id="9" idx="1"/>
              <a:endCxn id="10" idx="0"/>
            </p:cNvCxnSpPr>
            <p:nvPr/>
          </p:nvCxnSpPr>
          <p:spPr>
            <a:xfrm rot="10800000" flipV="1">
              <a:off x="6866" y="2101"/>
              <a:ext cx="4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33"/>
            <p:cNvCxnSpPr>
              <a:stCxn id="12" idx="3"/>
              <a:endCxn id="105" idx="1"/>
            </p:cNvCxnSpPr>
            <p:nvPr/>
          </p:nvCxnSpPr>
          <p:spPr>
            <a:xfrm>
              <a:off x="6864" y="4375"/>
              <a:ext cx="5" cy="3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33"/>
            <p:cNvCxnSpPr>
              <a:stCxn id="105" idx="3"/>
              <a:endCxn id="70" idx="1"/>
            </p:cNvCxnSpPr>
            <p:nvPr/>
          </p:nvCxnSpPr>
          <p:spPr>
            <a:xfrm>
              <a:off x="6869" y="5245"/>
              <a:ext cx="14" cy="4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矩形: 圆角 29"/>
            <p:cNvSpPr/>
            <p:nvPr/>
          </p:nvSpPr>
          <p:spPr>
            <a:xfrm rot="5400000">
              <a:off x="6562" y="5170"/>
              <a:ext cx="642" cy="1728"/>
            </a:xfrm>
            <a:prstGeom prst="roundRect">
              <a:avLst/>
            </a:pr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ValidateSample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05" name="矩形: 圆角 29"/>
            <p:cNvSpPr/>
            <p:nvPr/>
          </p:nvSpPr>
          <p:spPr>
            <a:xfrm rot="5400000">
              <a:off x="6614" y="4320"/>
              <a:ext cx="510" cy="134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Update SSR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07" name="矩形: 圆角 29"/>
            <p:cNvSpPr/>
            <p:nvPr/>
          </p:nvSpPr>
          <p:spPr>
            <a:xfrm rot="5400000">
              <a:off x="9661" y="2681"/>
              <a:ext cx="642" cy="1605"/>
            </a:xfrm>
            <a:prstGeom prst="roundRect">
              <a:avLst/>
            </a:pr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return false</a:t>
              </a:r>
              <a:endParaRPr lang="en-US" altLang="zh-CN" sz="117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1" name="Diamond 120"/>
            <p:cNvSpPr/>
            <p:nvPr/>
          </p:nvSpPr>
          <p:spPr>
            <a:xfrm>
              <a:off x="5769" y="6841"/>
              <a:ext cx="2208" cy="1024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Collision?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7" name="Diamond 120"/>
            <p:cNvSpPr/>
            <p:nvPr/>
          </p:nvSpPr>
          <p:spPr>
            <a:xfrm>
              <a:off x="8527" y="5088"/>
              <a:ext cx="2912" cy="1024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CheckConnect？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直接箭头连接符 17"/>
            <p:cNvCxnSpPr>
              <a:stCxn id="121" idx="3"/>
            </p:cNvCxnSpPr>
            <p:nvPr/>
          </p:nvCxnSpPr>
          <p:spPr>
            <a:xfrm flipV="1">
              <a:off x="7977" y="4355"/>
              <a:ext cx="19" cy="29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0041" y="641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/>
                <a:t>Yes</a:t>
              </a:r>
              <a:endParaRPr lang="en-US" altLang="zh-CN" sz="1400" dirty="0" err="1"/>
            </a:p>
          </p:txBody>
        </p:sp>
        <p:cxnSp>
          <p:nvCxnSpPr>
            <p:cNvPr id="94" name="连接符: 肘形 36"/>
            <p:cNvCxnSpPr>
              <a:stCxn id="121" idx="1"/>
              <a:endCxn id="9" idx="0"/>
            </p:cNvCxnSpPr>
            <p:nvPr/>
          </p:nvCxnSpPr>
          <p:spPr>
            <a:xfrm rot="10800000" flipH="1">
              <a:off x="5768" y="1473"/>
              <a:ext cx="2605" cy="5880"/>
            </a:xfrm>
            <a:prstGeom prst="bentConnector4">
              <a:avLst>
                <a:gd name="adj1" fmla="val -14395"/>
                <a:gd name="adj2" fmla="val 10637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连接符: 肘形 36"/>
            <p:cNvCxnSpPr>
              <a:endCxn id="17" idx="0"/>
            </p:cNvCxnSpPr>
            <p:nvPr/>
          </p:nvCxnSpPr>
          <p:spPr>
            <a:xfrm>
              <a:off x="7975" y="4377"/>
              <a:ext cx="2008" cy="71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>
              <a:stCxn id="17" idx="2"/>
              <a:endCxn id="13" idx="1"/>
            </p:cNvCxnSpPr>
            <p:nvPr/>
          </p:nvCxnSpPr>
          <p:spPr>
            <a:xfrm flipH="1">
              <a:off x="9982" y="6112"/>
              <a:ext cx="1" cy="8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连接符: 肘形 139"/>
            <p:cNvCxnSpPr>
              <a:stCxn id="17" idx="3"/>
              <a:endCxn id="9" idx="0"/>
            </p:cNvCxnSpPr>
            <p:nvPr/>
          </p:nvCxnSpPr>
          <p:spPr>
            <a:xfrm flipH="1" flipV="1">
              <a:off x="8374" y="1473"/>
              <a:ext cx="3065" cy="4127"/>
            </a:xfrm>
            <a:prstGeom prst="bentConnector4">
              <a:avLst>
                <a:gd name="adj1" fmla="val -12235"/>
                <a:gd name="adj2" fmla="val 10908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5380" y="6870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/>
                <a:t>No</a:t>
              </a:r>
              <a:endParaRPr lang="en-US" altLang="zh-CN" sz="1400" dirty="0" err="1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327" y="661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/>
                <a:t>Yes</a:t>
              </a:r>
              <a:endParaRPr lang="en-US" altLang="zh-CN" sz="1400" dirty="0" err="1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1255" y="5020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/>
                <a:t>No</a:t>
              </a:r>
              <a:endParaRPr lang="en-US" altLang="zh-CN" sz="1400" dirty="0" err="1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87020" y="650240"/>
            <a:ext cx="9517380" cy="5079365"/>
            <a:chOff x="452" y="1023"/>
            <a:chExt cx="14988" cy="7999"/>
          </a:xfrm>
        </p:grpSpPr>
        <p:sp>
          <p:nvSpPr>
            <p:cNvPr id="176" name="矩形: 圆角 175"/>
            <p:cNvSpPr/>
            <p:nvPr/>
          </p:nvSpPr>
          <p:spPr>
            <a:xfrm>
              <a:off x="4306" y="2074"/>
              <a:ext cx="2494" cy="460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4494" y="3765"/>
              <a:ext cx="2110" cy="1220"/>
            </a:xfrm>
            <a:prstGeom prst="roundRect">
              <a:avLst>
                <a:gd name="adj" fmla="val 10161"/>
              </a:avLst>
            </a:prstGeom>
            <a:solidFill>
              <a:srgbClr val="8FAA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4656" y="4075"/>
              <a:ext cx="740" cy="398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PID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5651" y="4066"/>
              <a:ext cx="878" cy="398"/>
            </a:xfrm>
            <a:prstGeom prst="roundRect">
              <a:avLst/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ADCS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1" name="连接符: 肘形 180"/>
            <p:cNvCxnSpPr>
              <a:stCxn id="178" idx="0"/>
              <a:endCxn id="179" idx="0"/>
            </p:cNvCxnSpPr>
            <p:nvPr/>
          </p:nvCxnSpPr>
          <p:spPr>
            <a:xfrm rot="16200000" flipH="1" flipV="1">
              <a:off x="5133" y="3659"/>
              <a:ext cx="310" cy="523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/>
            <p:nvPr/>
          </p:nvCxnSpPr>
          <p:spPr>
            <a:xfrm rot="16200000" flipH="1">
              <a:off x="5669" y="3645"/>
              <a:ext cx="301" cy="541"/>
            </a:xfrm>
            <a:prstGeom prst="bentConnector3">
              <a:avLst>
                <a:gd name="adj1" fmla="val 57807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5424" y="4551"/>
              <a:ext cx="246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16200000" flipH="1">
              <a:off x="5121" y="4378"/>
              <a:ext cx="205" cy="39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5775" y="4363"/>
              <a:ext cx="214" cy="416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5549" y="4985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5547" y="4801"/>
              <a:ext cx="2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4885" y="2693"/>
              <a:ext cx="1318" cy="572"/>
            </a:xfrm>
            <a:prstGeom prst="roundRect">
              <a:avLst/>
            </a:prstGeom>
            <a:solidFill>
              <a:srgbClr val="C5E0B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SP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91" name="直接箭头连接符 190"/>
            <p:cNvCxnSpPr>
              <a:endCxn id="189" idx="0"/>
            </p:cNvCxnSpPr>
            <p:nvPr/>
          </p:nvCxnSpPr>
          <p:spPr>
            <a:xfrm>
              <a:off x="5535" y="2231"/>
              <a:ext cx="9" cy="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>
              <a:stCxn id="189" idx="2"/>
              <a:endCxn id="178" idx="0"/>
            </p:cNvCxnSpPr>
            <p:nvPr/>
          </p:nvCxnSpPr>
          <p:spPr>
            <a:xfrm>
              <a:off x="5544" y="3265"/>
              <a:ext cx="5" cy="5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  <a:endCxn id="4" idx="1"/>
            </p:cNvCxnSpPr>
            <p:nvPr/>
          </p:nvCxnSpPr>
          <p:spPr>
            <a:xfrm flipH="1">
              <a:off x="5546" y="4985"/>
              <a:ext cx="3" cy="5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3236" y="1584"/>
              <a:ext cx="1459" cy="25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3252" y="4501"/>
              <a:ext cx="1471" cy="339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6497" y="1335"/>
              <a:ext cx="1603" cy="273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6494" y="4451"/>
              <a:ext cx="1436" cy="388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: 圆角 5"/>
            <p:cNvSpPr/>
            <p:nvPr/>
          </p:nvSpPr>
          <p:spPr>
            <a:xfrm rot="5400000">
              <a:off x="-1361" y="3305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矩形: 圆角 29"/>
            <p:cNvSpPr/>
            <p:nvPr/>
          </p:nvSpPr>
          <p:spPr>
            <a:xfrm rot="5400000">
              <a:off x="1947" y="2437"/>
              <a:ext cx="407" cy="104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Kp*e(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t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8" name="矩形: 圆角 30"/>
            <p:cNvSpPr/>
            <p:nvPr/>
          </p:nvSpPr>
          <p:spPr>
            <a:xfrm rot="5400000">
              <a:off x="1947" y="3315"/>
              <a:ext cx="407" cy="141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r>
                <a:rPr lang="en-US" altLang="zh-CN" sz="1400" baseline="-250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*</a:t>
              </a: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∫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)d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6" name="矩形: 圆角 31"/>
            <p:cNvSpPr/>
            <p:nvPr/>
          </p:nvSpPr>
          <p:spPr>
            <a:xfrm rot="5400000">
              <a:off x="1947" y="4229"/>
              <a:ext cx="406" cy="1553"/>
            </a:xfrm>
            <a:prstGeom prst="roundRect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Kd*de(t)/dt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H="1">
              <a:off x="2161" y="1725"/>
              <a:ext cx="14" cy="10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08" idx="3"/>
              <a:endCxn id="116" idx="1"/>
            </p:cNvCxnSpPr>
            <p:nvPr/>
          </p:nvCxnSpPr>
          <p:spPr>
            <a:xfrm flipH="1">
              <a:off x="2150" y="4224"/>
              <a:ext cx="1" cy="5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: 圆角 79"/>
            <p:cNvSpPr/>
            <p:nvPr/>
          </p:nvSpPr>
          <p:spPr>
            <a:xfrm rot="5400000">
              <a:off x="1949" y="5449"/>
              <a:ext cx="402" cy="133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Out(PID)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32" name="直接箭头连接符 131"/>
            <p:cNvCxnSpPr>
              <a:stCxn id="116" idx="3"/>
              <a:endCxn id="122" idx="1"/>
            </p:cNvCxnSpPr>
            <p:nvPr/>
          </p:nvCxnSpPr>
          <p:spPr>
            <a:xfrm>
              <a:off x="2150" y="5209"/>
              <a:ext cx="0" cy="7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>
              <a:stCxn id="122" idx="3"/>
              <a:endCxn id="139" idx="0"/>
            </p:cNvCxnSpPr>
            <p:nvPr/>
          </p:nvCxnSpPr>
          <p:spPr>
            <a:xfrm>
              <a:off x="2150" y="6318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 flipV="1">
              <a:off x="995" y="2262"/>
              <a:ext cx="1180" cy="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汇总连接 138"/>
            <p:cNvSpPr/>
            <p:nvPr/>
          </p:nvSpPr>
          <p:spPr>
            <a:xfrm>
              <a:off x="2017" y="6766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2" name="直接箭头连接符 141"/>
            <p:cNvCxnSpPr>
              <a:stCxn id="93" idx="3"/>
              <a:endCxn id="108" idx="1"/>
            </p:cNvCxnSpPr>
            <p:nvPr/>
          </p:nvCxnSpPr>
          <p:spPr>
            <a:xfrm>
              <a:off x="2151" y="3162"/>
              <a:ext cx="0" cy="6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矩形: 圆角 32"/>
            <p:cNvSpPr/>
            <p:nvPr/>
          </p:nvSpPr>
          <p:spPr>
            <a:xfrm rot="5400000">
              <a:off x="213" y="4463"/>
              <a:ext cx="1582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5" name="连接符: 肘形 36"/>
            <p:cNvCxnSpPr>
              <a:stCxn id="144" idx="3"/>
              <a:endCxn id="139" idx="2"/>
            </p:cNvCxnSpPr>
            <p:nvPr/>
          </p:nvCxnSpPr>
          <p:spPr>
            <a:xfrm rot="5400000" flipV="1">
              <a:off x="809" y="5676"/>
              <a:ext cx="1403" cy="10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/>
            <p:cNvCxnSpPr/>
            <p:nvPr/>
          </p:nvCxnSpPr>
          <p:spPr>
            <a:xfrm>
              <a:off x="1003" y="2277"/>
              <a:ext cx="2" cy="1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组合 147"/>
            <p:cNvGrpSpPr/>
            <p:nvPr/>
          </p:nvGrpSpPr>
          <p:grpSpPr>
            <a:xfrm>
              <a:off x="7930" y="1023"/>
              <a:ext cx="7510" cy="7999"/>
              <a:chOff x="4737" y="369"/>
              <a:chExt cx="7510" cy="7999"/>
            </a:xfrm>
          </p:grpSpPr>
          <p:sp>
            <p:nvSpPr>
              <p:cNvPr id="151" name="圆角矩形 150"/>
              <p:cNvSpPr/>
              <p:nvPr/>
            </p:nvSpPr>
            <p:spPr>
              <a:xfrm>
                <a:off x="4737" y="369"/>
                <a:ext cx="7510" cy="799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76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2" name="矩形 151"/>
              <p:cNvSpPr/>
              <p:nvPr/>
            </p:nvSpPr>
            <p:spPr>
              <a:xfrm flipH="1">
                <a:off x="6520" y="2440"/>
                <a:ext cx="727" cy="3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8" name="矩形: 圆角 29"/>
              <p:cNvSpPr/>
              <p:nvPr/>
            </p:nvSpPr>
            <p:spPr>
              <a:xfrm rot="5400000">
                <a:off x="6665" y="3373"/>
                <a:ext cx="399" cy="1605"/>
              </a:xfrm>
              <a:prstGeom prst="roundRect">
                <a:avLst/>
              </a:prstGeom>
              <a:solidFill>
                <a:srgbClr val="F4B1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PIDController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62" name="矩形: 圆角 30"/>
              <p:cNvSpPr/>
              <p:nvPr/>
            </p:nvSpPr>
            <p:spPr>
              <a:xfrm rot="5400000">
                <a:off x="9783" y="6081"/>
                <a:ext cx="399" cy="153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onnect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4" name="矩形: 圆角 31"/>
              <p:cNvSpPr/>
              <p:nvPr/>
            </p:nvSpPr>
            <p:spPr>
              <a:xfrm rot="5400000">
                <a:off x="6670" y="2644"/>
                <a:ext cx="398" cy="1435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UpdateMeet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5" name="直接箭头连接符 164"/>
              <p:cNvCxnSpPr>
                <a:endCxn id="197" idx="0"/>
              </p:cNvCxnSpPr>
              <p:nvPr/>
            </p:nvCxnSpPr>
            <p:spPr>
              <a:xfrm flipH="1">
                <a:off x="6884" y="6332"/>
                <a:ext cx="10" cy="50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Diamond 5"/>
              <p:cNvSpPr/>
              <p:nvPr/>
            </p:nvSpPr>
            <p:spPr>
              <a:xfrm>
                <a:off x="7327" y="1473"/>
                <a:ext cx="2094" cy="1256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Iter % N == 0?</a:t>
                </a:r>
                <a:endPara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7" name="矩形 9"/>
              <p:cNvSpPr/>
              <p:nvPr/>
            </p:nvSpPr>
            <p:spPr>
              <a:xfrm flipH="1">
                <a:off x="9649" y="2414"/>
                <a:ext cx="667" cy="3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8" name="直接箭头连接符 51"/>
              <p:cNvCxnSpPr>
                <a:stCxn id="152" idx="2"/>
              </p:cNvCxnSpPr>
              <p:nvPr/>
            </p:nvCxnSpPr>
            <p:spPr>
              <a:xfrm>
                <a:off x="6883" y="2755"/>
                <a:ext cx="0" cy="43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51"/>
              <p:cNvCxnSpPr/>
              <p:nvPr/>
            </p:nvCxnSpPr>
            <p:spPr>
              <a:xfrm>
                <a:off x="9983" y="2744"/>
                <a:ext cx="0" cy="4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连接符: 肘形 139"/>
              <p:cNvCxnSpPr>
                <a:stCxn id="166" idx="3"/>
                <a:endCxn id="167" idx="0"/>
              </p:cNvCxnSpPr>
              <p:nvPr/>
            </p:nvCxnSpPr>
            <p:spPr>
              <a:xfrm>
                <a:off x="9421" y="2101"/>
                <a:ext cx="561" cy="3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33"/>
              <p:cNvCxnSpPr>
                <a:stCxn id="164" idx="3"/>
                <a:endCxn id="158" idx="1"/>
              </p:cNvCxnSpPr>
              <p:nvPr/>
            </p:nvCxnSpPr>
            <p:spPr>
              <a:xfrm flipH="1">
                <a:off x="6864" y="3561"/>
                <a:ext cx="5" cy="4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连接符: 肘形 36"/>
              <p:cNvCxnSpPr>
                <a:stCxn id="166" idx="1"/>
                <a:endCxn id="152" idx="0"/>
              </p:cNvCxnSpPr>
              <p:nvPr/>
            </p:nvCxnSpPr>
            <p:spPr>
              <a:xfrm rot="10800000" flipV="1">
                <a:off x="6883" y="2101"/>
                <a:ext cx="444" cy="339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箭头连接符 33"/>
              <p:cNvCxnSpPr>
                <a:stCxn id="158" idx="3"/>
                <a:endCxn id="194" idx="1"/>
              </p:cNvCxnSpPr>
              <p:nvPr/>
            </p:nvCxnSpPr>
            <p:spPr>
              <a:xfrm>
                <a:off x="6864" y="4375"/>
                <a:ext cx="5" cy="3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33"/>
              <p:cNvCxnSpPr>
                <a:stCxn id="194" idx="3"/>
                <a:endCxn id="193" idx="1"/>
              </p:cNvCxnSpPr>
              <p:nvPr/>
            </p:nvCxnSpPr>
            <p:spPr>
              <a:xfrm>
                <a:off x="6869" y="5245"/>
                <a:ext cx="14" cy="4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矩形: 圆角 29"/>
              <p:cNvSpPr/>
              <p:nvPr/>
            </p:nvSpPr>
            <p:spPr>
              <a:xfrm rot="5400000">
                <a:off x="6562" y="5170"/>
                <a:ext cx="642" cy="1728"/>
              </a:xfrm>
              <a:prstGeom prst="roundRect">
                <a:avLst/>
              </a:pr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ValidateSample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4" name="矩形: 圆角 29"/>
              <p:cNvSpPr/>
              <p:nvPr/>
            </p:nvSpPr>
            <p:spPr>
              <a:xfrm rot="5400000">
                <a:off x="6614" y="4320"/>
                <a:ext cx="510" cy="134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Update SSR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96" name="矩形: 圆角 29"/>
              <p:cNvSpPr/>
              <p:nvPr/>
            </p:nvSpPr>
            <p:spPr>
              <a:xfrm rot="5400000">
                <a:off x="9704" y="2641"/>
                <a:ext cx="559" cy="1605"/>
              </a:xfrm>
              <a:prstGeom prst="roundRect">
                <a:avLst/>
              </a:pr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40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return false</a:t>
                </a:r>
                <a:endPara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7" name="Diamond 120"/>
              <p:cNvSpPr/>
              <p:nvPr/>
            </p:nvSpPr>
            <p:spPr>
              <a:xfrm>
                <a:off x="5522" y="6841"/>
                <a:ext cx="2724" cy="1024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Collision?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9" name="Diamond 120"/>
              <p:cNvSpPr/>
              <p:nvPr/>
            </p:nvSpPr>
            <p:spPr>
              <a:xfrm>
                <a:off x="8527" y="5088"/>
                <a:ext cx="2912" cy="1024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Check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  Connect？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0" name="直接箭头连接符 199"/>
              <p:cNvCxnSpPr>
                <a:stCxn id="197" idx="3"/>
              </p:cNvCxnSpPr>
              <p:nvPr/>
            </p:nvCxnSpPr>
            <p:spPr>
              <a:xfrm flipV="1">
                <a:off x="8246" y="4355"/>
                <a:ext cx="19" cy="299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文本框 200"/>
              <p:cNvSpPr txBox="1"/>
              <p:nvPr/>
            </p:nvSpPr>
            <p:spPr>
              <a:xfrm>
                <a:off x="9983" y="623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3" name="连接符: 肘形 36"/>
              <p:cNvCxnSpPr>
                <a:stCxn id="197" idx="1"/>
                <a:endCxn id="166" idx="0"/>
              </p:cNvCxnSpPr>
              <p:nvPr/>
            </p:nvCxnSpPr>
            <p:spPr>
              <a:xfrm rot="10800000" flipH="1">
                <a:off x="5522" y="1473"/>
                <a:ext cx="2852" cy="5880"/>
              </a:xfrm>
              <a:prstGeom prst="bentConnector4">
                <a:avLst>
                  <a:gd name="adj1" fmla="val -13149"/>
                  <a:gd name="adj2" fmla="val 10637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连接符: 肘形 36"/>
              <p:cNvCxnSpPr>
                <a:endCxn id="199" idx="0"/>
              </p:cNvCxnSpPr>
              <p:nvPr/>
            </p:nvCxnSpPr>
            <p:spPr>
              <a:xfrm>
                <a:off x="8264" y="4368"/>
                <a:ext cx="1719" cy="720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箭头连接符 205"/>
              <p:cNvCxnSpPr>
                <a:stCxn id="199" idx="2"/>
                <a:endCxn id="162" idx="1"/>
              </p:cNvCxnSpPr>
              <p:nvPr/>
            </p:nvCxnSpPr>
            <p:spPr>
              <a:xfrm flipH="1">
                <a:off x="9982" y="6112"/>
                <a:ext cx="1" cy="5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连接符: 肘形 139"/>
              <p:cNvCxnSpPr>
                <a:stCxn id="199" idx="3"/>
                <a:endCxn id="166" idx="0"/>
              </p:cNvCxnSpPr>
              <p:nvPr/>
            </p:nvCxnSpPr>
            <p:spPr>
              <a:xfrm flipH="1" flipV="1">
                <a:off x="8374" y="1473"/>
                <a:ext cx="3065" cy="4127"/>
              </a:xfrm>
              <a:prstGeom prst="bentConnector4">
                <a:avLst>
                  <a:gd name="adj1" fmla="val -12235"/>
                  <a:gd name="adj2" fmla="val 10908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文本框 208"/>
              <p:cNvSpPr txBox="1"/>
              <p:nvPr/>
            </p:nvSpPr>
            <p:spPr>
              <a:xfrm>
                <a:off x="5224" y="6841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7539" y="6648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11185" y="505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13" name="流程图: 或者 212"/>
            <p:cNvSpPr/>
            <p:nvPr/>
          </p:nvSpPr>
          <p:spPr>
            <a:xfrm rot="5400000">
              <a:off x="2027" y="7213"/>
              <a:ext cx="251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4" name="直接连接符 213"/>
            <p:cNvCxnSpPr>
              <a:endCxn id="213" idx="2"/>
            </p:cNvCxnSpPr>
            <p:nvPr/>
          </p:nvCxnSpPr>
          <p:spPr>
            <a:xfrm flipH="1">
              <a:off x="2153" y="6999"/>
              <a:ext cx="5" cy="2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箭头连接符 214"/>
            <p:cNvCxnSpPr>
              <a:stCxn id="213" idx="6"/>
            </p:cNvCxnSpPr>
            <p:nvPr/>
          </p:nvCxnSpPr>
          <p:spPr>
            <a:xfrm>
              <a:off x="2154" y="7467"/>
              <a:ext cx="1" cy="3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7" name="文本框 946"/>
          <p:cNvSpPr txBox="1"/>
          <p:nvPr/>
        </p:nvSpPr>
        <p:spPr>
          <a:xfrm>
            <a:off x="918210" y="6646545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Start Path Planing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359785" y="6646545"/>
            <a:ext cx="1386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Path Founded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338455" y="6646545"/>
            <a:ext cx="762635" cy="281940"/>
          </a:xfrm>
          <a:prstGeom prst="roundRect">
            <a:avLst/>
          </a:prstGeom>
          <a:solidFill>
            <a:srgbClr val="C5E0B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2704465" y="6646545"/>
            <a:ext cx="762635" cy="281940"/>
          </a:xfrm>
          <a:prstGeom prst="roundRect">
            <a:avLst/>
          </a:prstGeom>
          <a:solidFill>
            <a:srgbClr val="FFD96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PF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4" name="流程图: 或者 223"/>
          <p:cNvSpPr/>
          <p:nvPr/>
        </p:nvSpPr>
        <p:spPr>
          <a:xfrm>
            <a:off x="4841875" y="6646545"/>
            <a:ext cx="238760" cy="23114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5080635" y="6646545"/>
            <a:ext cx="909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Addition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6265545" y="6646545"/>
            <a:ext cx="999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Judgement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7" name="流程图: 汇总连接 226"/>
          <p:cNvSpPr/>
          <p:nvPr/>
        </p:nvSpPr>
        <p:spPr>
          <a:xfrm>
            <a:off x="6028690" y="6646545"/>
            <a:ext cx="236855" cy="22923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: 圆角 30"/>
          <p:cNvSpPr/>
          <p:nvPr/>
        </p:nvSpPr>
        <p:spPr>
          <a:xfrm rot="5400000">
            <a:off x="3352800" y="3256280"/>
            <a:ext cx="338455" cy="8337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8366760" y="4890770"/>
            <a:ext cx="635" cy="340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343775" y="822325"/>
            <a:ext cx="4445" cy="5289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82040" y="622490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Adaptive Dual-Ellipsoid Constrained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338455" y="6249670"/>
            <a:ext cx="762635" cy="281940"/>
          </a:xfrm>
          <a:prstGeom prst="roundRect">
            <a:avLst/>
          </a:prstGeom>
          <a:solidFill>
            <a:srgbClr val="BBDDD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7020" y="5231130"/>
            <a:ext cx="18351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(A)PID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035550" y="5824855"/>
            <a:ext cx="4768215" cy="486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(C)</a:t>
            </a: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734945" y="4434840"/>
            <a:ext cx="15836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(B)SC-RRT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矩形: 圆角 175"/>
          <p:cNvSpPr/>
          <p:nvPr/>
        </p:nvSpPr>
        <p:spPr>
          <a:xfrm>
            <a:off x="2659380" y="1478915"/>
            <a:ext cx="1659255" cy="2493010"/>
          </a:xfrm>
          <a:prstGeom prst="roundRect">
            <a:avLst/>
          </a:prstGeom>
          <a:solidFill>
            <a:srgbClr val="FBEEC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8" name="矩形: 圆角 177"/>
          <p:cNvSpPr/>
          <p:nvPr/>
        </p:nvSpPr>
        <p:spPr>
          <a:xfrm>
            <a:off x="2734310" y="2391410"/>
            <a:ext cx="1494155" cy="774700"/>
          </a:xfrm>
          <a:prstGeom prst="roundRect">
            <a:avLst>
              <a:gd name="adj" fmla="val 10161"/>
            </a:avLst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9" name="矩形: 圆角 178"/>
          <p:cNvSpPr/>
          <p:nvPr/>
        </p:nvSpPr>
        <p:spPr>
          <a:xfrm>
            <a:off x="2804160" y="2588260"/>
            <a:ext cx="622300" cy="252730"/>
          </a:xfrm>
          <a:prstGeom prst="round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0" name="矩形: 圆角 179"/>
          <p:cNvSpPr/>
          <p:nvPr/>
        </p:nvSpPr>
        <p:spPr>
          <a:xfrm>
            <a:off x="3588385" y="2582545"/>
            <a:ext cx="557530" cy="252730"/>
          </a:xfrm>
          <a:prstGeom prst="roundRect">
            <a:avLst/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ADCS</a:t>
            </a:r>
            <a:endParaRPr lang="en-US" altLang="zh-CN" sz="1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1" name="连接符: 肘形 180"/>
          <p:cNvCxnSpPr>
            <a:endCxn id="179" idx="0"/>
          </p:cNvCxnSpPr>
          <p:nvPr/>
        </p:nvCxnSpPr>
        <p:spPr>
          <a:xfrm rot="10800000" flipV="1">
            <a:off x="3114675" y="2499360"/>
            <a:ext cx="370205" cy="8890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/>
          <p:cNvCxnSpPr>
            <a:endCxn id="180" idx="0"/>
          </p:cNvCxnSpPr>
          <p:nvPr/>
        </p:nvCxnSpPr>
        <p:spPr>
          <a:xfrm>
            <a:off x="3480435" y="2498725"/>
            <a:ext cx="386715" cy="8382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流程图: 或者 183"/>
          <p:cNvSpPr/>
          <p:nvPr/>
        </p:nvSpPr>
        <p:spPr>
          <a:xfrm rot="5400000">
            <a:off x="3403600" y="2890520"/>
            <a:ext cx="156210" cy="16129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5" name="连接符: 肘形 184"/>
          <p:cNvCxnSpPr>
            <a:stCxn id="179" idx="2"/>
            <a:endCxn id="184" idx="4"/>
          </p:cNvCxnSpPr>
          <p:nvPr/>
        </p:nvCxnSpPr>
        <p:spPr>
          <a:xfrm rot="5400000" flipV="1">
            <a:off x="3193415" y="2763520"/>
            <a:ext cx="130175" cy="28575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肘形 185"/>
          <p:cNvCxnSpPr>
            <a:stCxn id="180" idx="2"/>
            <a:endCxn id="184" idx="0"/>
          </p:cNvCxnSpPr>
          <p:nvPr/>
        </p:nvCxnSpPr>
        <p:spPr>
          <a:xfrm rot="5400000">
            <a:off x="3646805" y="2750820"/>
            <a:ext cx="135890" cy="3048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stCxn id="178" idx="2"/>
            <a:endCxn id="178" idx="2"/>
          </p:cNvCxnSpPr>
          <p:nvPr/>
        </p:nvCxnSpPr>
        <p:spPr>
          <a:xfrm>
            <a:off x="3481705" y="3166110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>
            <a:stCxn id="184" idx="6"/>
            <a:endCxn id="178" idx="2"/>
          </p:cNvCxnSpPr>
          <p:nvPr/>
        </p:nvCxnSpPr>
        <p:spPr>
          <a:xfrm>
            <a:off x="3481705" y="3049270"/>
            <a:ext cx="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: 圆角 188"/>
          <p:cNvSpPr/>
          <p:nvPr/>
        </p:nvSpPr>
        <p:spPr>
          <a:xfrm>
            <a:off x="3065780" y="1828165"/>
            <a:ext cx="836930" cy="36322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1" name="直接箭头连接符 190"/>
          <p:cNvCxnSpPr>
            <a:endCxn id="189" idx="0"/>
          </p:cNvCxnSpPr>
          <p:nvPr/>
        </p:nvCxnSpPr>
        <p:spPr>
          <a:xfrm>
            <a:off x="3478530" y="1534795"/>
            <a:ext cx="5715" cy="293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>
            <a:off x="3482340" y="2191385"/>
            <a:ext cx="0" cy="314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>
            <a:stCxn id="178" idx="2"/>
          </p:cNvCxnSpPr>
          <p:nvPr/>
        </p:nvCxnSpPr>
        <p:spPr>
          <a:xfrm flipH="1">
            <a:off x="3474720" y="3166110"/>
            <a:ext cx="6985" cy="283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/>
          <p:nvPr/>
        </p:nvCxnSpPr>
        <p:spPr>
          <a:xfrm flipH="1" flipV="1">
            <a:off x="2054860" y="1006475"/>
            <a:ext cx="926465" cy="159956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 flipH="1">
            <a:off x="2065020" y="2858770"/>
            <a:ext cx="934085" cy="21526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 flipV="1">
            <a:off x="4125595" y="848360"/>
            <a:ext cx="1017905" cy="173863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>
            <a:off x="4123690" y="2827020"/>
            <a:ext cx="911860" cy="24657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: 圆角 5"/>
          <p:cNvSpPr/>
          <p:nvPr/>
        </p:nvSpPr>
        <p:spPr>
          <a:xfrm rot="5400000">
            <a:off x="-864235" y="2099310"/>
            <a:ext cx="4136390" cy="1834515"/>
          </a:xfrm>
          <a:prstGeom prst="roundRect">
            <a:avLst>
              <a:gd name="adj" fmla="val 13023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76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3" name="矩形: 圆角 29"/>
          <p:cNvSpPr/>
          <p:nvPr/>
        </p:nvSpPr>
        <p:spPr>
          <a:xfrm rot="5400000">
            <a:off x="1236345" y="1548130"/>
            <a:ext cx="258445" cy="661670"/>
          </a:xfrm>
          <a:prstGeom prst="roundRect">
            <a:avLst/>
          </a:prstGeom>
          <a:solidFill>
            <a:srgbClr val="C66A5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PE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8" name="矩形: 圆角 30"/>
          <p:cNvSpPr/>
          <p:nvPr/>
        </p:nvSpPr>
        <p:spPr>
          <a:xfrm rot="5400000">
            <a:off x="1236345" y="2105660"/>
            <a:ext cx="258445" cy="895350"/>
          </a:xfrm>
          <a:prstGeom prst="round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rPr>
              <a:t>FR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6" name="矩形: 圆角 31"/>
          <p:cNvSpPr/>
          <p:nvPr/>
        </p:nvSpPr>
        <p:spPr>
          <a:xfrm rot="5400000">
            <a:off x="1236345" y="2686050"/>
            <a:ext cx="257810" cy="986155"/>
          </a:xfrm>
          <a:prstGeom prst="roundRect">
            <a:avLst/>
          </a:prstGeom>
          <a:solidFill>
            <a:srgbClr val="A9D18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20" name="直接箭头连接符 119"/>
          <p:cNvCxnSpPr/>
          <p:nvPr/>
        </p:nvCxnSpPr>
        <p:spPr>
          <a:xfrm flipH="1">
            <a:off x="1372235" y="1096010"/>
            <a:ext cx="8890" cy="647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>
            <a:stCxn id="108" idx="3"/>
            <a:endCxn id="116" idx="1"/>
          </p:cNvCxnSpPr>
          <p:nvPr/>
        </p:nvCxnSpPr>
        <p:spPr>
          <a:xfrm flipH="1">
            <a:off x="1365250" y="2682875"/>
            <a:ext cx="635" cy="3676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矩形: 圆角 79"/>
          <p:cNvSpPr/>
          <p:nvPr/>
        </p:nvSpPr>
        <p:spPr>
          <a:xfrm rot="5400000">
            <a:off x="1237615" y="3460750"/>
            <a:ext cx="255270" cy="847725"/>
          </a:xfrm>
          <a:prstGeom prst="roundRect">
            <a:avLst/>
          </a:prstGeom>
          <a:solidFill>
            <a:srgbClr val="8CAD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Out(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x)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32" name="直接箭头连接符 131"/>
          <p:cNvCxnSpPr>
            <a:stCxn id="116" idx="3"/>
            <a:endCxn id="122" idx="1"/>
          </p:cNvCxnSpPr>
          <p:nvPr/>
        </p:nvCxnSpPr>
        <p:spPr>
          <a:xfrm>
            <a:off x="1365250" y="3308350"/>
            <a:ext cx="0" cy="4489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>
            <a:stCxn id="122" idx="3"/>
            <a:endCxn id="139" idx="0"/>
          </p:cNvCxnSpPr>
          <p:nvPr/>
        </p:nvCxnSpPr>
        <p:spPr>
          <a:xfrm>
            <a:off x="1365250" y="4012565"/>
            <a:ext cx="1270" cy="284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流程图: 汇总连接 138"/>
          <p:cNvSpPr/>
          <p:nvPr/>
        </p:nvSpPr>
        <p:spPr>
          <a:xfrm>
            <a:off x="1280795" y="429704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2" name="直接箭头连接符 141"/>
          <p:cNvCxnSpPr>
            <a:stCxn id="93" idx="3"/>
            <a:endCxn id="108" idx="1"/>
          </p:cNvCxnSpPr>
          <p:nvPr/>
        </p:nvCxnSpPr>
        <p:spPr>
          <a:xfrm>
            <a:off x="1365885" y="2008505"/>
            <a:ext cx="0" cy="4159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矩形: 圆角 32"/>
          <p:cNvSpPr/>
          <p:nvPr/>
        </p:nvSpPr>
        <p:spPr>
          <a:xfrm rot="5400000">
            <a:off x="135255" y="2834640"/>
            <a:ext cx="1004570" cy="288290"/>
          </a:xfrm>
          <a:prstGeom prst="roundRect">
            <a:avLst/>
          </a:prstGeom>
          <a:solidFill>
            <a:srgbClr val="FFD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Feedback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48" name="组合 147"/>
          <p:cNvGrpSpPr/>
          <p:nvPr/>
        </p:nvGrpSpPr>
        <p:grpSpPr>
          <a:xfrm rot="0">
            <a:off x="5035550" y="650240"/>
            <a:ext cx="4768850" cy="5079365"/>
            <a:chOff x="4737" y="369"/>
            <a:chExt cx="7510" cy="7999"/>
          </a:xfrm>
        </p:grpSpPr>
        <p:sp>
          <p:nvSpPr>
            <p:cNvPr id="151" name="圆角矩形 150"/>
            <p:cNvSpPr/>
            <p:nvPr/>
          </p:nvSpPr>
          <p:spPr>
            <a:xfrm>
              <a:off x="4737" y="369"/>
              <a:ext cx="7510" cy="7999"/>
            </a:xfrm>
            <a:prstGeom prst="roundRect">
              <a:avLst>
                <a:gd name="adj" fmla="val 11171"/>
              </a:avLst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2" name="矩形 151"/>
            <p:cNvSpPr/>
            <p:nvPr/>
          </p:nvSpPr>
          <p:spPr>
            <a:xfrm flipH="1">
              <a:off x="6520" y="2440"/>
              <a:ext cx="727" cy="315"/>
            </a:xfrm>
            <a:prstGeom prst="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8" name="矩形: 圆角 29"/>
            <p:cNvSpPr/>
            <p:nvPr/>
          </p:nvSpPr>
          <p:spPr>
            <a:xfrm rot="5400000">
              <a:off x="6665" y="3373"/>
              <a:ext cx="399" cy="1605"/>
            </a:xfrm>
            <a:prstGeom prst="roundRect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Update SSR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64" name="矩形: 圆角 31"/>
            <p:cNvSpPr/>
            <p:nvPr/>
          </p:nvSpPr>
          <p:spPr>
            <a:xfrm rot="5400000">
              <a:off x="6670" y="2644"/>
              <a:ext cx="398" cy="1435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UpdateMeet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65" name="直接箭头连接符 164"/>
            <p:cNvCxnSpPr>
              <a:stCxn id="193" idx="3"/>
              <a:endCxn id="197" idx="0"/>
            </p:cNvCxnSpPr>
            <p:nvPr/>
          </p:nvCxnSpPr>
          <p:spPr>
            <a:xfrm>
              <a:off x="6865" y="5262"/>
              <a:ext cx="6" cy="5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Diamond 5"/>
            <p:cNvSpPr/>
            <p:nvPr/>
          </p:nvSpPr>
          <p:spPr>
            <a:xfrm>
              <a:off x="7327" y="1473"/>
              <a:ext cx="2094" cy="1256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Iter % N == 0?</a:t>
              </a:r>
              <a:endParaRPr lang="en-US" altLang="zh-CN" sz="117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7" name="矩形 9"/>
            <p:cNvSpPr/>
            <p:nvPr/>
          </p:nvSpPr>
          <p:spPr>
            <a:xfrm flipH="1">
              <a:off x="9649" y="2414"/>
              <a:ext cx="667" cy="315"/>
            </a:xfrm>
            <a:prstGeom prst="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68" name="直接箭头连接符 51"/>
            <p:cNvCxnSpPr>
              <a:stCxn id="152" idx="2"/>
            </p:cNvCxnSpPr>
            <p:nvPr/>
          </p:nvCxnSpPr>
          <p:spPr>
            <a:xfrm>
              <a:off x="6883" y="2755"/>
              <a:ext cx="0" cy="4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箭头连接符 51"/>
            <p:cNvCxnSpPr/>
            <p:nvPr/>
          </p:nvCxnSpPr>
          <p:spPr>
            <a:xfrm>
              <a:off x="9983" y="2744"/>
              <a:ext cx="0" cy="4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连接符: 肘形 139"/>
            <p:cNvCxnSpPr>
              <a:stCxn id="166" idx="3"/>
              <a:endCxn id="167" idx="0"/>
            </p:cNvCxnSpPr>
            <p:nvPr/>
          </p:nvCxnSpPr>
          <p:spPr>
            <a:xfrm>
              <a:off x="9421" y="2101"/>
              <a:ext cx="5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箭头连接符 33"/>
            <p:cNvCxnSpPr>
              <a:stCxn id="164" idx="3"/>
              <a:endCxn id="158" idx="1"/>
            </p:cNvCxnSpPr>
            <p:nvPr/>
          </p:nvCxnSpPr>
          <p:spPr>
            <a:xfrm flipH="1">
              <a:off x="6864" y="3561"/>
              <a:ext cx="5" cy="4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连接符: 肘形 36"/>
            <p:cNvCxnSpPr>
              <a:stCxn id="166" idx="1"/>
              <a:endCxn id="152" idx="0"/>
            </p:cNvCxnSpPr>
            <p:nvPr/>
          </p:nvCxnSpPr>
          <p:spPr>
            <a:xfrm rot="10800000" flipV="1">
              <a:off x="6883" y="2101"/>
              <a:ext cx="444" cy="33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箭头连接符 33"/>
            <p:cNvCxnSpPr>
              <a:stCxn id="158" idx="3"/>
              <a:endCxn id="194" idx="1"/>
            </p:cNvCxnSpPr>
            <p:nvPr/>
          </p:nvCxnSpPr>
          <p:spPr>
            <a:xfrm>
              <a:off x="6864" y="4375"/>
              <a:ext cx="1" cy="3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矩形: 圆角 29"/>
            <p:cNvSpPr/>
            <p:nvPr/>
          </p:nvSpPr>
          <p:spPr>
            <a:xfrm rot="5400000">
              <a:off x="6603" y="4136"/>
              <a:ext cx="524" cy="1728"/>
            </a:xfrm>
            <a:prstGeom prst="roundRect">
              <a:avLst/>
            </a:prstGeom>
            <a:solidFill>
              <a:srgbClr val="BCCD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ValidateSample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6" name="矩形: 圆角 29"/>
            <p:cNvSpPr/>
            <p:nvPr/>
          </p:nvSpPr>
          <p:spPr>
            <a:xfrm rot="5400000">
              <a:off x="9667" y="2640"/>
              <a:ext cx="559" cy="16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return false</a:t>
              </a:r>
              <a:endPara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7" name="Diamond 120"/>
            <p:cNvSpPr/>
            <p:nvPr/>
          </p:nvSpPr>
          <p:spPr>
            <a:xfrm>
              <a:off x="5493" y="5817"/>
              <a:ext cx="2755" cy="1024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ath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Collision?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9" name="Diamond 120"/>
            <p:cNvSpPr/>
            <p:nvPr/>
          </p:nvSpPr>
          <p:spPr>
            <a:xfrm>
              <a:off x="8752" y="5817"/>
              <a:ext cx="2433" cy="1024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Check   Connect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9969" y="675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06" name="直接箭头连接符 205"/>
            <p:cNvCxnSpPr>
              <a:stCxn id="199" idx="2"/>
            </p:cNvCxnSpPr>
            <p:nvPr/>
          </p:nvCxnSpPr>
          <p:spPr>
            <a:xfrm>
              <a:off x="9969" y="6841"/>
              <a:ext cx="6" cy="7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连接符: 肘形 139"/>
            <p:cNvCxnSpPr>
              <a:stCxn id="199" idx="3"/>
            </p:cNvCxnSpPr>
            <p:nvPr/>
          </p:nvCxnSpPr>
          <p:spPr>
            <a:xfrm flipH="1" flipV="1">
              <a:off x="8385" y="958"/>
              <a:ext cx="2800" cy="5371"/>
            </a:xfrm>
            <a:prstGeom prst="bentConnector4">
              <a:avLst>
                <a:gd name="adj1" fmla="val -13393"/>
                <a:gd name="adj2" fmla="val 998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文本框 208"/>
            <p:cNvSpPr txBox="1"/>
            <p:nvPr/>
          </p:nvSpPr>
          <p:spPr>
            <a:xfrm>
              <a:off x="5311" y="5705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7728" y="5719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2" name="文本框 211"/>
            <p:cNvSpPr txBox="1"/>
            <p:nvPr/>
          </p:nvSpPr>
          <p:spPr>
            <a:xfrm>
              <a:off x="11017" y="5705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215" name="直接箭头连接符 214"/>
          <p:cNvCxnSpPr>
            <a:stCxn id="139" idx="4"/>
          </p:cNvCxnSpPr>
          <p:nvPr/>
        </p:nvCxnSpPr>
        <p:spPr>
          <a:xfrm flipH="1">
            <a:off x="1363980" y="4446270"/>
            <a:ext cx="2540" cy="3359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7" name="文本框 946"/>
          <p:cNvSpPr txBox="1"/>
          <p:nvPr/>
        </p:nvSpPr>
        <p:spPr>
          <a:xfrm>
            <a:off x="1035050" y="6538595"/>
            <a:ext cx="1885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Parameter Estimation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484880" y="6538595"/>
            <a:ext cx="1884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Feedback Regulation 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338455" y="6538595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PE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2829560" y="6538595"/>
            <a:ext cx="762635" cy="281940"/>
          </a:xfrm>
          <a:prstGeom prst="roundRect">
            <a:avLst/>
          </a:prstGeom>
          <a:solidFill>
            <a:srgbClr val="8CADD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矩形: 圆角 30"/>
          <p:cNvSpPr/>
          <p:nvPr/>
        </p:nvSpPr>
        <p:spPr>
          <a:xfrm rot="5400000">
            <a:off x="3313430" y="3201670"/>
            <a:ext cx="338455" cy="833755"/>
          </a:xfrm>
          <a:prstGeom prst="roundRect">
            <a:avLst/>
          </a:prstGeom>
          <a:solidFill>
            <a:srgbClr val="8CADDB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7343775" y="822325"/>
            <a:ext cx="4445" cy="5289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82040" y="611695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Search State Feedback-based Online Regulation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338455" y="6141720"/>
            <a:ext cx="762635" cy="281940"/>
          </a:xfrm>
          <a:prstGeom prst="roundRect">
            <a:avLst/>
          </a:prstGeom>
          <a:solidFill>
            <a:srgbClr val="F4B18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7020" y="5231130"/>
            <a:ext cx="18351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(A)</a:t>
            </a:r>
            <a:r>
              <a: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035550" y="5824855"/>
            <a:ext cx="4768215" cy="486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(C)</a:t>
            </a: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734945" y="4275455"/>
            <a:ext cx="15836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(B)SC-RRT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2040" y="572960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Adaptive Dual-Ellipsoid Constrained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: 圆角 691"/>
          <p:cNvSpPr/>
          <p:nvPr/>
        </p:nvSpPr>
        <p:spPr>
          <a:xfrm>
            <a:off x="338455" y="5754370"/>
            <a:ext cx="762635" cy="281940"/>
          </a:xfrm>
          <a:prstGeom prst="roundRect">
            <a:avLst/>
          </a:prstGeom>
          <a:solidFill>
            <a:srgbClr val="BBDDD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肘形连接符 13"/>
          <p:cNvCxnSpPr>
            <a:stCxn id="197" idx="1"/>
          </p:cNvCxnSpPr>
          <p:nvPr/>
        </p:nvCxnSpPr>
        <p:spPr>
          <a:xfrm rot="10800000" flipH="1">
            <a:off x="5514975" y="1003300"/>
            <a:ext cx="1847215" cy="3431540"/>
          </a:xfrm>
          <a:prstGeom prst="bentConnector4">
            <a:avLst>
              <a:gd name="adj1" fmla="val -9762"/>
              <a:gd name="adj2" fmla="val 9974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endCxn id="17" idx="1"/>
          </p:cNvCxnSpPr>
          <p:nvPr/>
        </p:nvCxnSpPr>
        <p:spPr>
          <a:xfrm flipV="1">
            <a:off x="7275830" y="3449320"/>
            <a:ext cx="1081405" cy="985520"/>
          </a:xfrm>
          <a:prstGeom prst="bentConnector4">
            <a:avLst>
              <a:gd name="adj1" fmla="val 14973"/>
              <a:gd name="adj2" fmla="val 1241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: 圆角 29"/>
          <p:cNvSpPr/>
          <p:nvPr/>
        </p:nvSpPr>
        <p:spPr>
          <a:xfrm rot="5400000">
            <a:off x="8179435" y="3066415"/>
            <a:ext cx="354965" cy="11201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Greedy Connect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33"/>
          <p:cNvCxnSpPr>
            <a:stCxn id="17" idx="3"/>
            <a:endCxn id="199" idx="0"/>
          </p:cNvCxnSpPr>
          <p:nvPr/>
        </p:nvCxnSpPr>
        <p:spPr>
          <a:xfrm>
            <a:off x="8357235" y="3804285"/>
            <a:ext cx="635" cy="3054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35050" y="6913245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Start Path Planing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946"/>
          <p:cNvSpPr txBox="1"/>
          <p:nvPr/>
        </p:nvSpPr>
        <p:spPr>
          <a:xfrm>
            <a:off x="3592195" y="6913245"/>
            <a:ext cx="1212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Path Founded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" name="矩形: 圆角 691"/>
          <p:cNvSpPr/>
          <p:nvPr/>
        </p:nvSpPr>
        <p:spPr>
          <a:xfrm>
            <a:off x="338455" y="6913245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3" name="矩形: 圆角 691"/>
          <p:cNvSpPr/>
          <p:nvPr/>
        </p:nvSpPr>
        <p:spPr>
          <a:xfrm>
            <a:off x="2829560" y="6913245"/>
            <a:ext cx="762635" cy="281940"/>
          </a:xfrm>
          <a:prstGeom prst="roundRect">
            <a:avLst/>
          </a:prstGeom>
          <a:solidFill>
            <a:srgbClr val="8CADD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PF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流程图: 或者 23"/>
          <p:cNvSpPr/>
          <p:nvPr/>
        </p:nvSpPr>
        <p:spPr>
          <a:xfrm>
            <a:off x="5400040" y="6913245"/>
            <a:ext cx="238760" cy="23114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638800" y="6913245"/>
            <a:ext cx="909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Addition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23710" y="6913245"/>
            <a:ext cx="999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Judgement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流程图: 汇总连接 26"/>
          <p:cNvSpPr/>
          <p:nvPr/>
        </p:nvSpPr>
        <p:spPr>
          <a:xfrm>
            <a:off x="6586855" y="6913245"/>
            <a:ext cx="236855" cy="22923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993765" y="6513830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Informed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矩形: 圆角 691"/>
          <p:cNvSpPr/>
          <p:nvPr/>
        </p:nvSpPr>
        <p:spPr>
          <a:xfrm>
            <a:off x="5297170" y="6513830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37" name="肘形连接符 36"/>
          <p:cNvCxnSpPr>
            <a:stCxn id="139" idx="2"/>
            <a:endCxn id="144" idx="3"/>
          </p:cNvCxnSpPr>
          <p:nvPr/>
        </p:nvCxnSpPr>
        <p:spPr>
          <a:xfrm rot="10800000">
            <a:off x="636905" y="3480435"/>
            <a:ext cx="643255" cy="890905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144" idx="1"/>
          </p:cNvCxnSpPr>
          <p:nvPr/>
        </p:nvCxnSpPr>
        <p:spPr>
          <a:xfrm rot="16200000">
            <a:off x="438785" y="1536065"/>
            <a:ext cx="1138555" cy="741680"/>
          </a:xfrm>
          <a:prstGeom prst="bentConnector3">
            <a:avLst>
              <a:gd name="adj1" fmla="val 99525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ctr"/>
            <a:r>
              <a:rPr lang="en-US" altLang="zh-CN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2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3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4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5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6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7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8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9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0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1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2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3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4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5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6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7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2249</Words>
  <Application>WPS 演示</Application>
  <PresentationFormat>自定义</PresentationFormat>
  <Paragraphs>615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Cambria Math</vt:lpstr>
      <vt:lpstr>Times New Roman</vt:lpstr>
      <vt:lpstr>Calibri</vt:lpstr>
      <vt:lpstr>Arial Unicode MS</vt:lpstr>
      <vt:lpstr>等线 Light</vt:lpstr>
      <vt:lpstr>Calibri Light</vt:lpstr>
      <vt:lpstr>等线</vt:lpstr>
      <vt:lpstr>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jikang chen</dc:creator>
  <cp:lastModifiedBy>五五</cp:lastModifiedBy>
  <cp:revision>186</cp:revision>
  <dcterms:created xsi:type="dcterms:W3CDTF">2026-01-29T09:02:00Z</dcterms:created>
  <dcterms:modified xsi:type="dcterms:W3CDTF">2026-02-27T15:15:48Z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484DFB9B1B6D4ADD8D9EB0041AD1C47C_13</vt:lpwstr>
  </property>
  <property fmtid="{D5CDD505-2E9C-101B-9397-08002B2CF9AE}" pid="3" name="KSOProductBuildVer">
    <vt:lpwstr>2052-12.1.0.25225</vt:lpwstr>
  </property>
</Properties>
</file>