
<file path=[Content_Types].xml><?xml version="1.0" encoding="utf-8"?>
<Types xmlns="http://schemas.openxmlformats.org/package/2006/content-types">
  <Default Extension="jpeg" ContentType="image/jpeg"/>
  <Default Extension="JPG" ContentType="image/.jpg"/>
  <Default Extension="vml" ContentType="application/vnd.openxmlformats-officedocument.vmlDrawing"/>
  <Default Extension="bin" ContentType="application/vnd.openxmlformats-officedocument.oleObject"/>
  <Default Extension="png" ContentType="image/png"/>
  <Default Extension="wmf" ContentType="image/x-wmf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2"/>
  </p:notesMasterIdLst>
  <p:sldIdLst>
    <p:sldId id="257" r:id="rId3"/>
    <p:sldId id="262" r:id="rId4"/>
    <p:sldId id="258" r:id="rId5"/>
    <p:sldId id="268" r:id="rId6"/>
    <p:sldId id="271" r:id="rId7"/>
    <p:sldId id="273" r:id="rId8"/>
    <p:sldId id="274" r:id="rId9"/>
    <p:sldId id="275" r:id="rId10"/>
    <p:sldId id="276" r:id="rId11"/>
    <p:sldId id="277" r:id="rId13"/>
    <p:sldId id="278" r:id="rId14"/>
    <p:sldId id="281" r:id="rId15"/>
    <p:sldId id="282" r:id="rId16"/>
    <p:sldId id="280" r:id="rId17"/>
  </p:sldIdLst>
  <p:sldSz cx="10043795" cy="73787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D966"/>
    <a:srgbClr val="BBDDDF"/>
    <a:srgbClr val="70AD47"/>
    <a:srgbClr val="F4B183"/>
    <a:srgbClr val="C66A59"/>
    <a:srgbClr val="8CADDB"/>
    <a:srgbClr val="BCCDE7"/>
    <a:srgbClr val="A9D18E"/>
    <a:srgbClr val="9AC176"/>
    <a:srgbClr val="E9F0F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979" autoAdjust="0"/>
    <p:restoredTop sz="93936" autoAdjust="0"/>
  </p:normalViewPr>
  <p:slideViewPr>
    <p:cSldViewPr snapToGrid="0">
      <p:cViewPr>
        <p:scale>
          <a:sx n="150" d="100"/>
          <a:sy n="150" d="100"/>
        </p:scale>
        <p:origin x="372" y="-21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0" Type="http://schemas.openxmlformats.org/officeDocument/2006/relationships/tableStyles" Target="tableStyles.xml"/><Relationship Id="rId2" Type="http://schemas.openxmlformats.org/officeDocument/2006/relationships/theme" Target="theme/theme1.xml"/><Relationship Id="rId19" Type="http://schemas.openxmlformats.org/officeDocument/2006/relationships/viewProps" Target="viewProps.xml"/><Relationship Id="rId18" Type="http://schemas.openxmlformats.org/officeDocument/2006/relationships/presProps" Target="presProps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drawings/_rels/vmlDrawing1.vml.rels><?xml version="1.0" encoding="UTF-8" standalone="yes"?>
<Relationships xmlns="http://schemas.openxmlformats.org/package/2006/relationships"><Relationship Id="rId6" Type="http://schemas.openxmlformats.org/officeDocument/2006/relationships/image" Target="../media/image8.wmf"/><Relationship Id="rId5" Type="http://schemas.openxmlformats.org/officeDocument/2006/relationships/image" Target="../media/image7.wmf"/><Relationship Id="rId4" Type="http://schemas.openxmlformats.org/officeDocument/2006/relationships/image" Target="../media/image6.wmf"/><Relationship Id="rId3" Type="http://schemas.openxmlformats.org/officeDocument/2006/relationships/image" Target="../media/image5.wmf"/><Relationship Id="rId2" Type="http://schemas.openxmlformats.org/officeDocument/2006/relationships/image" Target="../media/image4.wmf"/><Relationship Id="rId1" Type="http://schemas.openxmlformats.org/officeDocument/2006/relationships/image" Target="../media/image3.wmf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1328619" y="1143000"/>
            <a:ext cx="4200761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53309" y="1207579"/>
            <a:ext cx="8537496" cy="2568881"/>
          </a:xfrm>
        </p:spPr>
        <p:txBody>
          <a:bodyPr anchor="b"/>
          <a:lstStyle>
            <a:lvl1pPr algn="ctr">
              <a:defRPr sz="6455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55514" y="3875526"/>
            <a:ext cx="7533085" cy="1781477"/>
          </a:xfrm>
        </p:spPr>
        <p:txBody>
          <a:bodyPr/>
          <a:lstStyle>
            <a:lvl1pPr marL="0" indent="0" algn="ctr">
              <a:buNone/>
              <a:defRPr sz="2580"/>
            </a:lvl1pPr>
            <a:lvl2pPr marL="492125" indent="0" algn="ctr">
              <a:buNone/>
              <a:defRPr sz="2150"/>
            </a:lvl2pPr>
            <a:lvl3pPr marL="983615" indent="0" algn="ctr">
              <a:buNone/>
              <a:defRPr sz="1935"/>
            </a:lvl3pPr>
            <a:lvl4pPr marL="1475740" indent="0" algn="ctr">
              <a:buNone/>
              <a:defRPr sz="1720"/>
            </a:lvl4pPr>
            <a:lvl5pPr marL="1967865" indent="0" algn="ctr">
              <a:buNone/>
              <a:defRPr sz="1720"/>
            </a:lvl5pPr>
            <a:lvl6pPr marL="2459355" indent="0" algn="ctr">
              <a:buNone/>
              <a:defRPr sz="1720"/>
            </a:lvl6pPr>
            <a:lvl7pPr marL="2951480" indent="0" algn="ctr">
              <a:buNone/>
              <a:defRPr sz="1720"/>
            </a:lvl7pPr>
            <a:lvl8pPr marL="3443605" indent="0" algn="ctr">
              <a:buNone/>
              <a:defRPr sz="1720"/>
            </a:lvl8pPr>
            <a:lvl9pPr marL="3935095" indent="0" algn="ctr">
              <a:buNone/>
              <a:defRPr sz="1720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481A07-2739-4CA5-9D71-20BDA544E347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8B8E4-5E71-4CE8-A61F-D8B8AED1FFA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481A07-2739-4CA5-9D71-20BDA544E347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8B8E4-5E71-4CE8-A61F-D8B8AED1FFA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02" y="1839553"/>
            <a:ext cx="8663047" cy="3069334"/>
          </a:xfrm>
        </p:spPr>
        <p:txBody>
          <a:bodyPr anchor="b"/>
          <a:lstStyle>
            <a:lvl1pPr>
              <a:defRPr sz="6455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302" y="4937924"/>
            <a:ext cx="8663047" cy="1614090"/>
          </a:xfrm>
        </p:spPr>
        <p:txBody>
          <a:bodyPr/>
          <a:lstStyle>
            <a:lvl1pPr marL="0" indent="0">
              <a:buNone/>
              <a:defRPr sz="2580">
                <a:solidFill>
                  <a:schemeClr val="tx1"/>
                </a:solidFill>
              </a:defRPr>
            </a:lvl1pPr>
            <a:lvl2pPr marL="492125" indent="0">
              <a:buNone/>
              <a:defRPr sz="2150">
                <a:solidFill>
                  <a:schemeClr val="tx1">
                    <a:tint val="75000"/>
                  </a:schemeClr>
                </a:solidFill>
              </a:defRPr>
            </a:lvl2pPr>
            <a:lvl3pPr marL="983615" indent="0">
              <a:buNone/>
              <a:defRPr sz="1935">
                <a:solidFill>
                  <a:schemeClr val="tx1">
                    <a:tint val="75000"/>
                  </a:schemeClr>
                </a:solidFill>
              </a:defRPr>
            </a:lvl3pPr>
            <a:lvl4pPr marL="1475740" indent="0">
              <a:buNone/>
              <a:defRPr sz="1720">
                <a:solidFill>
                  <a:schemeClr val="tx1">
                    <a:tint val="75000"/>
                  </a:schemeClr>
                </a:solidFill>
              </a:defRPr>
            </a:lvl4pPr>
            <a:lvl5pPr marL="1967865" indent="0">
              <a:buNone/>
              <a:defRPr sz="1720">
                <a:solidFill>
                  <a:schemeClr val="tx1">
                    <a:tint val="75000"/>
                  </a:schemeClr>
                </a:solidFill>
              </a:defRPr>
            </a:lvl5pPr>
            <a:lvl6pPr marL="2459355" indent="0">
              <a:buNone/>
              <a:defRPr sz="1720">
                <a:solidFill>
                  <a:schemeClr val="tx1">
                    <a:tint val="75000"/>
                  </a:schemeClr>
                </a:solidFill>
              </a:defRPr>
            </a:lvl6pPr>
            <a:lvl7pPr marL="2951480" indent="0">
              <a:buNone/>
              <a:defRPr sz="1720">
                <a:solidFill>
                  <a:schemeClr val="tx1">
                    <a:tint val="75000"/>
                  </a:schemeClr>
                </a:solidFill>
              </a:defRPr>
            </a:lvl7pPr>
            <a:lvl8pPr marL="3443605" indent="0">
              <a:buNone/>
              <a:defRPr sz="1720">
                <a:solidFill>
                  <a:schemeClr val="tx1">
                    <a:tint val="75000"/>
                  </a:schemeClr>
                </a:solidFill>
              </a:defRPr>
            </a:lvl8pPr>
            <a:lvl9pPr marL="3935095" indent="0">
              <a:buNone/>
              <a:defRPr sz="172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481A07-2739-4CA5-9D71-20BDA544E347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8B8E4-5E71-4CE8-A61F-D8B8AED1FFA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90533" y="1964237"/>
            <a:ext cx="4268748" cy="4681717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4832" y="1964237"/>
            <a:ext cx="4268748" cy="4681717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481A07-2739-4CA5-9D71-20BDA544E347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8B8E4-5E71-4CE8-A61F-D8B8AED1FFA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1841" y="392849"/>
            <a:ext cx="8663047" cy="1426208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91842" y="1808807"/>
            <a:ext cx="4249130" cy="886468"/>
          </a:xfrm>
        </p:spPr>
        <p:txBody>
          <a:bodyPr anchor="b"/>
          <a:lstStyle>
            <a:lvl1pPr marL="0" indent="0">
              <a:buNone/>
              <a:defRPr sz="2580" b="1"/>
            </a:lvl1pPr>
            <a:lvl2pPr marL="492125" indent="0">
              <a:buNone/>
              <a:defRPr sz="2150" b="1"/>
            </a:lvl2pPr>
            <a:lvl3pPr marL="983615" indent="0">
              <a:buNone/>
              <a:defRPr sz="1935" b="1"/>
            </a:lvl3pPr>
            <a:lvl4pPr marL="1475740" indent="0">
              <a:buNone/>
              <a:defRPr sz="1720" b="1"/>
            </a:lvl4pPr>
            <a:lvl5pPr marL="1967865" indent="0">
              <a:buNone/>
              <a:defRPr sz="1720" b="1"/>
            </a:lvl5pPr>
            <a:lvl6pPr marL="2459355" indent="0">
              <a:buNone/>
              <a:defRPr sz="1720" b="1"/>
            </a:lvl6pPr>
            <a:lvl7pPr marL="2951480" indent="0">
              <a:buNone/>
              <a:defRPr sz="1720" b="1"/>
            </a:lvl7pPr>
            <a:lvl8pPr marL="3443605" indent="0">
              <a:buNone/>
              <a:defRPr sz="1720" b="1"/>
            </a:lvl8pPr>
            <a:lvl9pPr marL="3935095" indent="0">
              <a:buNone/>
              <a:defRPr sz="172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91842" y="2695275"/>
            <a:ext cx="4249130" cy="3964344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4833" y="1808807"/>
            <a:ext cx="4270056" cy="886468"/>
          </a:xfrm>
        </p:spPr>
        <p:txBody>
          <a:bodyPr anchor="b"/>
          <a:lstStyle>
            <a:lvl1pPr marL="0" indent="0">
              <a:buNone/>
              <a:defRPr sz="2580" b="1"/>
            </a:lvl1pPr>
            <a:lvl2pPr marL="492125" indent="0">
              <a:buNone/>
              <a:defRPr sz="2150" b="1"/>
            </a:lvl2pPr>
            <a:lvl3pPr marL="983615" indent="0">
              <a:buNone/>
              <a:defRPr sz="1935" b="1"/>
            </a:lvl3pPr>
            <a:lvl4pPr marL="1475740" indent="0">
              <a:buNone/>
              <a:defRPr sz="1720" b="1"/>
            </a:lvl4pPr>
            <a:lvl5pPr marL="1967865" indent="0">
              <a:buNone/>
              <a:defRPr sz="1720" b="1"/>
            </a:lvl5pPr>
            <a:lvl6pPr marL="2459355" indent="0">
              <a:buNone/>
              <a:defRPr sz="1720" b="1"/>
            </a:lvl6pPr>
            <a:lvl7pPr marL="2951480" indent="0">
              <a:buNone/>
              <a:defRPr sz="1720" b="1"/>
            </a:lvl7pPr>
            <a:lvl8pPr marL="3443605" indent="0">
              <a:buNone/>
              <a:defRPr sz="1720" b="1"/>
            </a:lvl8pPr>
            <a:lvl9pPr marL="3935095" indent="0">
              <a:buNone/>
              <a:defRPr sz="172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4833" y="2695275"/>
            <a:ext cx="4270056" cy="3964344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481A07-2739-4CA5-9D71-20BDA544E347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8B8E4-5E71-4CE8-A61F-D8B8AED1FFA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481A07-2739-4CA5-9D71-20BDA544E347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8B8E4-5E71-4CE8-A61F-D8B8AED1FFA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481A07-2739-4CA5-9D71-20BDA544E347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8B8E4-5E71-4CE8-A61F-D8B8AED1FFA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1841" y="491913"/>
            <a:ext cx="3239488" cy="1721697"/>
          </a:xfrm>
        </p:spPr>
        <p:txBody>
          <a:bodyPr anchor="b"/>
          <a:lstStyle>
            <a:lvl1pPr>
              <a:defRPr sz="3445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70056" y="1062398"/>
            <a:ext cx="5084832" cy="5243659"/>
          </a:xfrm>
        </p:spPr>
        <p:txBody>
          <a:bodyPr/>
          <a:lstStyle>
            <a:lvl1pPr>
              <a:defRPr sz="3445"/>
            </a:lvl1pPr>
            <a:lvl2pPr>
              <a:defRPr sz="3015"/>
            </a:lvl2pPr>
            <a:lvl3pPr>
              <a:defRPr sz="2580"/>
            </a:lvl3pPr>
            <a:lvl4pPr>
              <a:defRPr sz="2150"/>
            </a:lvl4pPr>
            <a:lvl5pPr>
              <a:defRPr sz="2150"/>
            </a:lvl5pPr>
            <a:lvl6pPr>
              <a:defRPr sz="2150"/>
            </a:lvl6pPr>
            <a:lvl7pPr>
              <a:defRPr sz="2150"/>
            </a:lvl7pPr>
            <a:lvl8pPr>
              <a:defRPr sz="2150"/>
            </a:lvl8pPr>
            <a:lvl9pPr>
              <a:defRPr sz="215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91841" y="2213610"/>
            <a:ext cx="3239488" cy="4100986"/>
          </a:xfrm>
        </p:spPr>
        <p:txBody>
          <a:bodyPr/>
          <a:lstStyle>
            <a:lvl1pPr marL="0" indent="0">
              <a:buNone/>
              <a:defRPr sz="1720"/>
            </a:lvl1pPr>
            <a:lvl2pPr marL="492125" indent="0">
              <a:buNone/>
              <a:defRPr sz="1505"/>
            </a:lvl2pPr>
            <a:lvl3pPr marL="983615" indent="0">
              <a:buNone/>
              <a:defRPr sz="1290"/>
            </a:lvl3pPr>
            <a:lvl4pPr marL="1475740" indent="0">
              <a:buNone/>
              <a:defRPr sz="1075"/>
            </a:lvl4pPr>
            <a:lvl5pPr marL="1967865" indent="0">
              <a:buNone/>
              <a:defRPr sz="1075"/>
            </a:lvl5pPr>
            <a:lvl6pPr marL="2459355" indent="0">
              <a:buNone/>
              <a:defRPr sz="1075"/>
            </a:lvl6pPr>
            <a:lvl7pPr marL="2951480" indent="0">
              <a:buNone/>
              <a:defRPr sz="1075"/>
            </a:lvl7pPr>
            <a:lvl8pPr marL="3443605" indent="0">
              <a:buNone/>
              <a:defRPr sz="1075"/>
            </a:lvl8pPr>
            <a:lvl9pPr marL="3935095" indent="0">
              <a:buNone/>
              <a:defRPr sz="1075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481A07-2739-4CA5-9D71-20BDA544E347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8B8E4-5E71-4CE8-A61F-D8B8AED1FFA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1841" y="491913"/>
            <a:ext cx="3239488" cy="1721697"/>
          </a:xfrm>
        </p:spPr>
        <p:txBody>
          <a:bodyPr anchor="b"/>
          <a:lstStyle>
            <a:lvl1pPr>
              <a:defRPr sz="3445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70056" y="1062398"/>
            <a:ext cx="5084832" cy="5243659"/>
          </a:xfrm>
        </p:spPr>
        <p:txBody>
          <a:bodyPr anchor="t"/>
          <a:lstStyle>
            <a:lvl1pPr marL="0" indent="0">
              <a:buNone/>
              <a:defRPr sz="3445"/>
            </a:lvl1pPr>
            <a:lvl2pPr marL="492125" indent="0">
              <a:buNone/>
              <a:defRPr sz="3015"/>
            </a:lvl2pPr>
            <a:lvl3pPr marL="983615" indent="0">
              <a:buNone/>
              <a:defRPr sz="2580"/>
            </a:lvl3pPr>
            <a:lvl4pPr marL="1475740" indent="0">
              <a:buNone/>
              <a:defRPr sz="2150"/>
            </a:lvl4pPr>
            <a:lvl5pPr marL="1967865" indent="0">
              <a:buNone/>
              <a:defRPr sz="2150"/>
            </a:lvl5pPr>
            <a:lvl6pPr marL="2459355" indent="0">
              <a:buNone/>
              <a:defRPr sz="2150"/>
            </a:lvl6pPr>
            <a:lvl7pPr marL="2951480" indent="0">
              <a:buNone/>
              <a:defRPr sz="2150"/>
            </a:lvl7pPr>
            <a:lvl8pPr marL="3443605" indent="0">
              <a:buNone/>
              <a:defRPr sz="2150"/>
            </a:lvl8pPr>
            <a:lvl9pPr marL="3935095" indent="0">
              <a:buNone/>
              <a:defRPr sz="2150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91841" y="2213610"/>
            <a:ext cx="3239488" cy="4100986"/>
          </a:xfrm>
        </p:spPr>
        <p:txBody>
          <a:bodyPr/>
          <a:lstStyle>
            <a:lvl1pPr marL="0" indent="0">
              <a:buNone/>
              <a:defRPr sz="1720"/>
            </a:lvl1pPr>
            <a:lvl2pPr marL="492125" indent="0">
              <a:buNone/>
              <a:defRPr sz="1505"/>
            </a:lvl2pPr>
            <a:lvl3pPr marL="983615" indent="0">
              <a:buNone/>
              <a:defRPr sz="1290"/>
            </a:lvl3pPr>
            <a:lvl4pPr marL="1475740" indent="0">
              <a:buNone/>
              <a:defRPr sz="1075"/>
            </a:lvl4pPr>
            <a:lvl5pPr marL="1967865" indent="0">
              <a:buNone/>
              <a:defRPr sz="1075"/>
            </a:lvl5pPr>
            <a:lvl6pPr marL="2459355" indent="0">
              <a:buNone/>
              <a:defRPr sz="1075"/>
            </a:lvl6pPr>
            <a:lvl7pPr marL="2951480" indent="0">
              <a:buNone/>
              <a:defRPr sz="1075"/>
            </a:lvl7pPr>
            <a:lvl8pPr marL="3443605" indent="0">
              <a:buNone/>
              <a:defRPr sz="1075"/>
            </a:lvl8pPr>
            <a:lvl9pPr marL="3935095" indent="0">
              <a:buNone/>
              <a:defRPr sz="1075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481A07-2739-4CA5-9D71-20BDA544E347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8B8E4-5E71-4CE8-A61F-D8B8AED1FFA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481A07-2739-4CA5-9D71-20BDA544E347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8B8E4-5E71-4CE8-A61F-D8B8AED1FFA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187819" y="392848"/>
            <a:ext cx="2165762" cy="6253107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90533" y="392848"/>
            <a:ext cx="6371734" cy="6253107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481A07-2739-4CA5-9D71-20BDA544E347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8B8E4-5E71-4CE8-A61F-D8B8AED1FFA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90533" y="392849"/>
            <a:ext cx="8663047" cy="142620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90533" y="1964237"/>
            <a:ext cx="8663047" cy="468171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90533" y="6838964"/>
            <a:ext cx="2259925" cy="39284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9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A481A07-2739-4CA5-9D71-20BDA544E347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327113" y="6838964"/>
            <a:ext cx="3389888" cy="39284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9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093655" y="6838964"/>
            <a:ext cx="2259925" cy="39284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9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B38B8E4-5E71-4CE8-A61F-D8B8AED1FFA0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83615" rtl="0" eaLnBrk="1" latinLnBrk="0" hangingPunct="1">
        <a:lnSpc>
          <a:spcPct val="90000"/>
        </a:lnSpc>
        <a:spcBef>
          <a:spcPct val="0"/>
        </a:spcBef>
        <a:buNone/>
        <a:defRPr sz="473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45745" indent="-245745" algn="l" defTabSz="983615" rtl="0" eaLnBrk="1" latinLnBrk="0" hangingPunct="1">
        <a:lnSpc>
          <a:spcPct val="90000"/>
        </a:lnSpc>
        <a:spcBef>
          <a:spcPts val="1075"/>
        </a:spcBef>
        <a:buFont typeface="Arial" panose="020B0604020202020204" pitchFamily="34" charset="0"/>
        <a:buChar char="•"/>
        <a:defRPr sz="3015" kern="1200">
          <a:solidFill>
            <a:schemeClr val="tx1"/>
          </a:solidFill>
          <a:latin typeface="+mn-lt"/>
          <a:ea typeface="+mn-ea"/>
          <a:cs typeface="+mn-cs"/>
        </a:defRPr>
      </a:lvl1pPr>
      <a:lvl2pPr marL="737870" indent="-245745" algn="l" defTabSz="983615" rtl="0" eaLnBrk="1" latinLnBrk="0" hangingPunct="1">
        <a:lnSpc>
          <a:spcPct val="90000"/>
        </a:lnSpc>
        <a:spcBef>
          <a:spcPts val="540"/>
        </a:spcBef>
        <a:buFont typeface="Arial" panose="020B0604020202020204" pitchFamily="34" charset="0"/>
        <a:buChar char="•"/>
        <a:defRPr sz="2580" kern="1200">
          <a:solidFill>
            <a:schemeClr val="tx1"/>
          </a:solidFill>
          <a:latin typeface="+mn-lt"/>
          <a:ea typeface="+mn-ea"/>
          <a:cs typeface="+mn-cs"/>
        </a:defRPr>
      </a:lvl2pPr>
      <a:lvl3pPr marL="1229995" indent="-245745" algn="l" defTabSz="983615" rtl="0" eaLnBrk="1" latinLnBrk="0" hangingPunct="1">
        <a:lnSpc>
          <a:spcPct val="90000"/>
        </a:lnSpc>
        <a:spcBef>
          <a:spcPts val="540"/>
        </a:spcBef>
        <a:buFont typeface="Arial" panose="020B0604020202020204" pitchFamily="34" charset="0"/>
        <a:buChar char="•"/>
        <a:defRPr sz="2150" kern="1200">
          <a:solidFill>
            <a:schemeClr val="tx1"/>
          </a:solidFill>
          <a:latin typeface="+mn-lt"/>
          <a:ea typeface="+mn-ea"/>
          <a:cs typeface="+mn-cs"/>
        </a:defRPr>
      </a:lvl3pPr>
      <a:lvl4pPr marL="1721485" indent="-245745" algn="l" defTabSz="983615" rtl="0" eaLnBrk="1" latinLnBrk="0" hangingPunct="1">
        <a:lnSpc>
          <a:spcPct val="90000"/>
        </a:lnSpc>
        <a:spcBef>
          <a:spcPts val="540"/>
        </a:spcBef>
        <a:buFont typeface="Arial" panose="020B0604020202020204" pitchFamily="34" charset="0"/>
        <a:buChar char="•"/>
        <a:defRPr sz="1935" kern="1200">
          <a:solidFill>
            <a:schemeClr val="tx1"/>
          </a:solidFill>
          <a:latin typeface="+mn-lt"/>
          <a:ea typeface="+mn-ea"/>
          <a:cs typeface="+mn-cs"/>
        </a:defRPr>
      </a:lvl4pPr>
      <a:lvl5pPr marL="2213610" indent="-245745" algn="l" defTabSz="983615" rtl="0" eaLnBrk="1" latinLnBrk="0" hangingPunct="1">
        <a:lnSpc>
          <a:spcPct val="90000"/>
        </a:lnSpc>
        <a:spcBef>
          <a:spcPts val="540"/>
        </a:spcBef>
        <a:buFont typeface="Arial" panose="020B0604020202020204" pitchFamily="34" charset="0"/>
        <a:buChar char="•"/>
        <a:defRPr sz="1935" kern="1200">
          <a:solidFill>
            <a:schemeClr val="tx1"/>
          </a:solidFill>
          <a:latin typeface="+mn-lt"/>
          <a:ea typeface="+mn-ea"/>
          <a:cs typeface="+mn-cs"/>
        </a:defRPr>
      </a:lvl5pPr>
      <a:lvl6pPr marL="2705735" indent="-245745" algn="l" defTabSz="983615" rtl="0" eaLnBrk="1" latinLnBrk="0" hangingPunct="1">
        <a:lnSpc>
          <a:spcPct val="90000"/>
        </a:lnSpc>
        <a:spcBef>
          <a:spcPts val="540"/>
        </a:spcBef>
        <a:buFont typeface="Arial" panose="020B0604020202020204" pitchFamily="34" charset="0"/>
        <a:buChar char="•"/>
        <a:defRPr sz="1935" kern="1200">
          <a:solidFill>
            <a:schemeClr val="tx1"/>
          </a:solidFill>
          <a:latin typeface="+mn-lt"/>
          <a:ea typeface="+mn-ea"/>
          <a:cs typeface="+mn-cs"/>
        </a:defRPr>
      </a:lvl6pPr>
      <a:lvl7pPr marL="3197225" indent="-245745" algn="l" defTabSz="983615" rtl="0" eaLnBrk="1" latinLnBrk="0" hangingPunct="1">
        <a:lnSpc>
          <a:spcPct val="90000"/>
        </a:lnSpc>
        <a:spcBef>
          <a:spcPts val="540"/>
        </a:spcBef>
        <a:buFont typeface="Arial" panose="020B0604020202020204" pitchFamily="34" charset="0"/>
        <a:buChar char="•"/>
        <a:defRPr sz="1935" kern="1200">
          <a:solidFill>
            <a:schemeClr val="tx1"/>
          </a:solidFill>
          <a:latin typeface="+mn-lt"/>
          <a:ea typeface="+mn-ea"/>
          <a:cs typeface="+mn-cs"/>
        </a:defRPr>
      </a:lvl7pPr>
      <a:lvl8pPr marL="3689350" indent="-245745" algn="l" defTabSz="983615" rtl="0" eaLnBrk="1" latinLnBrk="0" hangingPunct="1">
        <a:lnSpc>
          <a:spcPct val="90000"/>
        </a:lnSpc>
        <a:spcBef>
          <a:spcPts val="540"/>
        </a:spcBef>
        <a:buFont typeface="Arial" panose="020B0604020202020204" pitchFamily="34" charset="0"/>
        <a:buChar char="•"/>
        <a:defRPr sz="1935" kern="1200">
          <a:solidFill>
            <a:schemeClr val="tx1"/>
          </a:solidFill>
          <a:latin typeface="+mn-lt"/>
          <a:ea typeface="+mn-ea"/>
          <a:cs typeface="+mn-cs"/>
        </a:defRPr>
      </a:lvl8pPr>
      <a:lvl9pPr marL="4181475" indent="-245745" algn="l" defTabSz="983615" rtl="0" eaLnBrk="1" latinLnBrk="0" hangingPunct="1">
        <a:lnSpc>
          <a:spcPct val="90000"/>
        </a:lnSpc>
        <a:spcBef>
          <a:spcPts val="540"/>
        </a:spcBef>
        <a:buFont typeface="Arial" panose="020B0604020202020204" pitchFamily="34" charset="0"/>
        <a:buChar char="•"/>
        <a:defRPr sz="193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83615" rtl="0" eaLnBrk="1" latinLnBrk="0" hangingPunct="1">
        <a:defRPr sz="1935" kern="1200">
          <a:solidFill>
            <a:schemeClr val="tx1"/>
          </a:solidFill>
          <a:latin typeface="+mn-lt"/>
          <a:ea typeface="+mn-ea"/>
          <a:cs typeface="+mn-cs"/>
        </a:defRPr>
      </a:lvl1pPr>
      <a:lvl2pPr marL="492125" algn="l" defTabSz="983615" rtl="0" eaLnBrk="1" latinLnBrk="0" hangingPunct="1">
        <a:defRPr sz="1935" kern="1200">
          <a:solidFill>
            <a:schemeClr val="tx1"/>
          </a:solidFill>
          <a:latin typeface="+mn-lt"/>
          <a:ea typeface="+mn-ea"/>
          <a:cs typeface="+mn-cs"/>
        </a:defRPr>
      </a:lvl2pPr>
      <a:lvl3pPr marL="983615" algn="l" defTabSz="983615" rtl="0" eaLnBrk="1" latinLnBrk="0" hangingPunct="1">
        <a:defRPr sz="1935" kern="1200">
          <a:solidFill>
            <a:schemeClr val="tx1"/>
          </a:solidFill>
          <a:latin typeface="+mn-lt"/>
          <a:ea typeface="+mn-ea"/>
          <a:cs typeface="+mn-cs"/>
        </a:defRPr>
      </a:lvl3pPr>
      <a:lvl4pPr marL="1475740" algn="l" defTabSz="983615" rtl="0" eaLnBrk="1" latinLnBrk="0" hangingPunct="1">
        <a:defRPr sz="1935" kern="1200">
          <a:solidFill>
            <a:schemeClr val="tx1"/>
          </a:solidFill>
          <a:latin typeface="+mn-lt"/>
          <a:ea typeface="+mn-ea"/>
          <a:cs typeface="+mn-cs"/>
        </a:defRPr>
      </a:lvl4pPr>
      <a:lvl5pPr marL="1967865" algn="l" defTabSz="983615" rtl="0" eaLnBrk="1" latinLnBrk="0" hangingPunct="1">
        <a:defRPr sz="1935" kern="1200">
          <a:solidFill>
            <a:schemeClr val="tx1"/>
          </a:solidFill>
          <a:latin typeface="+mn-lt"/>
          <a:ea typeface="+mn-ea"/>
          <a:cs typeface="+mn-cs"/>
        </a:defRPr>
      </a:lvl5pPr>
      <a:lvl6pPr marL="2459355" algn="l" defTabSz="983615" rtl="0" eaLnBrk="1" latinLnBrk="0" hangingPunct="1">
        <a:defRPr sz="1935" kern="1200">
          <a:solidFill>
            <a:schemeClr val="tx1"/>
          </a:solidFill>
          <a:latin typeface="+mn-lt"/>
          <a:ea typeface="+mn-ea"/>
          <a:cs typeface="+mn-cs"/>
        </a:defRPr>
      </a:lvl6pPr>
      <a:lvl7pPr marL="2951480" algn="l" defTabSz="983615" rtl="0" eaLnBrk="1" latinLnBrk="0" hangingPunct="1">
        <a:defRPr sz="1935" kern="1200">
          <a:solidFill>
            <a:schemeClr val="tx1"/>
          </a:solidFill>
          <a:latin typeface="+mn-lt"/>
          <a:ea typeface="+mn-ea"/>
          <a:cs typeface="+mn-cs"/>
        </a:defRPr>
      </a:lvl7pPr>
      <a:lvl8pPr marL="3443605" algn="l" defTabSz="983615" rtl="0" eaLnBrk="1" latinLnBrk="0" hangingPunct="1">
        <a:defRPr sz="1935" kern="1200">
          <a:solidFill>
            <a:schemeClr val="tx1"/>
          </a:solidFill>
          <a:latin typeface="+mn-lt"/>
          <a:ea typeface="+mn-ea"/>
          <a:cs typeface="+mn-cs"/>
        </a:defRPr>
      </a:lvl8pPr>
      <a:lvl9pPr marL="3935095" algn="l" defTabSz="983615" rtl="0" eaLnBrk="1" latinLnBrk="0" hangingPunct="1">
        <a:defRPr sz="193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9" Type="http://schemas.openxmlformats.org/officeDocument/2006/relationships/tags" Target="../tags/tag7.xml"/><Relationship Id="rId8" Type="http://schemas.openxmlformats.org/officeDocument/2006/relationships/tags" Target="../tags/tag6.xml"/><Relationship Id="rId7" Type="http://schemas.openxmlformats.org/officeDocument/2006/relationships/tags" Target="../tags/tag5.xml"/><Relationship Id="rId6" Type="http://schemas.openxmlformats.org/officeDocument/2006/relationships/tags" Target="../tags/tag4.xml"/><Relationship Id="rId5" Type="http://schemas.openxmlformats.org/officeDocument/2006/relationships/tags" Target="../tags/tag3.xml"/><Relationship Id="rId4" Type="http://schemas.openxmlformats.org/officeDocument/2006/relationships/tags" Target="../tags/tag2.xml"/><Relationship Id="rId37" Type="http://schemas.openxmlformats.org/officeDocument/2006/relationships/vmlDrawing" Target="../drawings/vmlDrawing1.vml"/><Relationship Id="rId36" Type="http://schemas.openxmlformats.org/officeDocument/2006/relationships/slideLayout" Target="../slideLayouts/slideLayout2.xml"/><Relationship Id="rId35" Type="http://schemas.openxmlformats.org/officeDocument/2006/relationships/image" Target="../media/image12.png"/><Relationship Id="rId34" Type="http://schemas.openxmlformats.org/officeDocument/2006/relationships/image" Target="../media/image11.png"/><Relationship Id="rId33" Type="http://schemas.openxmlformats.org/officeDocument/2006/relationships/image" Target="../media/image10.png"/><Relationship Id="rId32" Type="http://schemas.openxmlformats.org/officeDocument/2006/relationships/image" Target="../media/image9.png"/><Relationship Id="rId31" Type="http://schemas.openxmlformats.org/officeDocument/2006/relationships/image" Target="../media/image8.wmf"/><Relationship Id="rId30" Type="http://schemas.openxmlformats.org/officeDocument/2006/relationships/oleObject" Target="../embeddings/oleObject6.bin"/><Relationship Id="rId3" Type="http://schemas.openxmlformats.org/officeDocument/2006/relationships/image" Target="../media/image2.png"/><Relationship Id="rId29" Type="http://schemas.openxmlformats.org/officeDocument/2006/relationships/image" Target="../media/image7.wmf"/><Relationship Id="rId28" Type="http://schemas.openxmlformats.org/officeDocument/2006/relationships/oleObject" Target="../embeddings/oleObject5.bin"/><Relationship Id="rId27" Type="http://schemas.openxmlformats.org/officeDocument/2006/relationships/tags" Target="../tags/tag17.xml"/><Relationship Id="rId26" Type="http://schemas.openxmlformats.org/officeDocument/2006/relationships/tags" Target="../tags/tag16.xml"/><Relationship Id="rId25" Type="http://schemas.openxmlformats.org/officeDocument/2006/relationships/tags" Target="../tags/tag15.xml"/><Relationship Id="rId24" Type="http://schemas.openxmlformats.org/officeDocument/2006/relationships/tags" Target="../tags/tag14.xml"/><Relationship Id="rId23" Type="http://schemas.openxmlformats.org/officeDocument/2006/relationships/tags" Target="../tags/tag13.xml"/><Relationship Id="rId22" Type="http://schemas.openxmlformats.org/officeDocument/2006/relationships/tags" Target="../tags/tag12.xml"/><Relationship Id="rId21" Type="http://schemas.openxmlformats.org/officeDocument/2006/relationships/tags" Target="../tags/tag11.xml"/><Relationship Id="rId20" Type="http://schemas.openxmlformats.org/officeDocument/2006/relationships/image" Target="../media/image6.wmf"/><Relationship Id="rId2" Type="http://schemas.openxmlformats.org/officeDocument/2006/relationships/tags" Target="../tags/tag1.xml"/><Relationship Id="rId19" Type="http://schemas.openxmlformats.org/officeDocument/2006/relationships/oleObject" Target="../embeddings/oleObject4.bin"/><Relationship Id="rId18" Type="http://schemas.openxmlformats.org/officeDocument/2006/relationships/tags" Target="../tags/tag10.xml"/><Relationship Id="rId17" Type="http://schemas.openxmlformats.org/officeDocument/2006/relationships/image" Target="../media/image5.wmf"/><Relationship Id="rId16" Type="http://schemas.openxmlformats.org/officeDocument/2006/relationships/oleObject" Target="../embeddings/oleObject3.bin"/><Relationship Id="rId15" Type="http://schemas.openxmlformats.org/officeDocument/2006/relationships/tags" Target="../tags/tag9.xml"/><Relationship Id="rId14" Type="http://schemas.openxmlformats.org/officeDocument/2006/relationships/image" Target="../media/image4.wmf"/><Relationship Id="rId13" Type="http://schemas.openxmlformats.org/officeDocument/2006/relationships/oleObject" Target="../embeddings/oleObject2.bin"/><Relationship Id="rId12" Type="http://schemas.openxmlformats.org/officeDocument/2006/relationships/tags" Target="../tags/tag8.xml"/><Relationship Id="rId11" Type="http://schemas.openxmlformats.org/officeDocument/2006/relationships/image" Target="../media/image3.wmf"/><Relationship Id="rId10" Type="http://schemas.openxmlformats.org/officeDocument/2006/relationships/oleObject" Target="../embeddings/oleObject1.bin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13.png"/><Relationship Id="rId2" Type="http://schemas.openxmlformats.org/officeDocument/2006/relationships/image" Target="../media/image2.png"/><Relationship Id="rId1" Type="http://schemas.openxmlformats.org/officeDocument/2006/relationships/image" Target="../media/image14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5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/>
          <p:cNvGrpSpPr/>
          <p:nvPr/>
        </p:nvGrpSpPr>
        <p:grpSpPr>
          <a:xfrm>
            <a:off x="228600" y="-1905"/>
            <a:ext cx="9956800" cy="7123430"/>
            <a:chOff x="360" y="-3"/>
            <a:chExt cx="15680" cy="11218"/>
          </a:xfrm>
        </p:grpSpPr>
        <p:grpSp>
          <p:nvGrpSpPr>
            <p:cNvPr id="629" name="组合 628"/>
            <p:cNvGrpSpPr/>
            <p:nvPr/>
          </p:nvGrpSpPr>
          <p:grpSpPr>
            <a:xfrm rot="5400000">
              <a:off x="6380" y="7506"/>
              <a:ext cx="3589" cy="1563"/>
              <a:chOff x="4577197" y="422376"/>
              <a:chExt cx="2437300" cy="1016000"/>
            </a:xfrm>
          </p:grpSpPr>
          <p:sp>
            <p:nvSpPr>
              <p:cNvPr id="744" name="矩形: 圆角 743"/>
              <p:cNvSpPr/>
              <p:nvPr/>
            </p:nvSpPr>
            <p:spPr>
              <a:xfrm>
                <a:off x="4577197" y="422376"/>
                <a:ext cx="2437300" cy="1016000"/>
              </a:xfrm>
              <a:prstGeom prst="roundRect">
                <a:avLst>
                  <a:gd name="adj" fmla="val 10446"/>
                </a:avLst>
              </a:prstGeom>
              <a:solidFill>
                <a:schemeClr val="accent5">
                  <a:lumMod val="60000"/>
                  <a:lumOff val="40000"/>
                </a:schemeClr>
              </a:solidFill>
              <a:ln w="15875">
                <a:noFill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760"/>
              </a:p>
            </p:txBody>
          </p:sp>
          <p:sp>
            <p:nvSpPr>
              <p:cNvPr id="745" name="矩形: 圆角 744"/>
              <p:cNvSpPr/>
              <p:nvPr/>
            </p:nvSpPr>
            <p:spPr>
              <a:xfrm>
                <a:off x="4972899" y="694849"/>
                <a:ext cx="267855" cy="471054"/>
              </a:xfrm>
              <a:prstGeom prst="roundRect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r>
                  <a:rPr lang="en-US" altLang="zh-CN" sz="1170" dirty="0">
                    <a:solidFill>
                      <a:sysClr val="windowText" lastClr="000000"/>
                    </a:solidFill>
                  </a:rPr>
                  <a:t>Conv</a:t>
                </a:r>
                <a:endParaRPr lang="zh-CN" altLang="en-US" sz="1170" dirty="0">
                  <a:solidFill>
                    <a:sysClr val="windowText" lastClr="000000"/>
                  </a:solidFill>
                </a:endParaRPr>
              </a:p>
            </p:txBody>
          </p:sp>
          <p:sp>
            <p:nvSpPr>
              <p:cNvPr id="746" name="矩形: 圆角 745"/>
              <p:cNvSpPr/>
              <p:nvPr/>
            </p:nvSpPr>
            <p:spPr>
              <a:xfrm>
                <a:off x="5331886" y="694849"/>
                <a:ext cx="267855" cy="471054"/>
              </a:xfrm>
              <a:prstGeom prst="roundRect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r>
                  <a:rPr lang="en-US" altLang="zh-CN" sz="1170" dirty="0">
                    <a:solidFill>
                      <a:sysClr val="windowText" lastClr="000000"/>
                    </a:solidFill>
                  </a:rPr>
                  <a:t>Conv</a:t>
                </a:r>
                <a:endParaRPr lang="zh-CN" altLang="en-US" sz="1170" dirty="0">
                  <a:solidFill>
                    <a:sysClr val="windowText" lastClr="000000"/>
                  </a:solidFill>
                </a:endParaRPr>
              </a:p>
            </p:txBody>
          </p:sp>
          <p:cxnSp>
            <p:nvCxnSpPr>
              <p:cNvPr id="747" name="直接连接符 746"/>
              <p:cNvCxnSpPr>
                <a:stCxn id="745" idx="3"/>
                <a:endCxn id="746" idx="1"/>
              </p:cNvCxnSpPr>
              <p:nvPr/>
            </p:nvCxnSpPr>
            <p:spPr>
              <a:xfrm>
                <a:off x="5240754" y="930376"/>
                <a:ext cx="91132" cy="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48" name="流程图: 或者 747"/>
              <p:cNvSpPr/>
              <p:nvPr/>
            </p:nvSpPr>
            <p:spPr>
              <a:xfrm flipH="1">
                <a:off x="5780868" y="859660"/>
                <a:ext cx="141431" cy="141431"/>
              </a:xfrm>
              <a:prstGeom prst="flowChartOr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760" dirty="0"/>
              </a:p>
            </p:txBody>
          </p:sp>
          <p:sp>
            <p:nvSpPr>
              <p:cNvPr id="749" name="矩形: 圆角 748"/>
              <p:cNvSpPr/>
              <p:nvPr/>
            </p:nvSpPr>
            <p:spPr>
              <a:xfrm>
                <a:off x="6174201" y="694849"/>
                <a:ext cx="267855" cy="471054"/>
              </a:xfrm>
              <a:prstGeom prst="roundRect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r>
                  <a:rPr lang="en-US" altLang="zh-CN" sz="1170" dirty="0">
                    <a:solidFill>
                      <a:schemeClr val="tx1"/>
                    </a:solidFill>
                  </a:rPr>
                  <a:t>MBA</a:t>
                </a:r>
                <a:endParaRPr lang="zh-CN" altLang="en-US" sz="117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750" name="流程图: 或者 749"/>
              <p:cNvSpPr/>
              <p:nvPr/>
            </p:nvSpPr>
            <p:spPr>
              <a:xfrm flipH="1">
                <a:off x="6585585" y="859660"/>
                <a:ext cx="141431" cy="141431"/>
              </a:xfrm>
              <a:prstGeom prst="flowChartOr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760" dirty="0"/>
              </a:p>
            </p:txBody>
          </p:sp>
          <p:cxnSp>
            <p:nvCxnSpPr>
              <p:cNvPr id="751" name="直接连接符 750"/>
              <p:cNvCxnSpPr>
                <a:stCxn id="746" idx="3"/>
                <a:endCxn id="748" idx="6"/>
              </p:cNvCxnSpPr>
              <p:nvPr/>
            </p:nvCxnSpPr>
            <p:spPr>
              <a:xfrm flipV="1">
                <a:off x="5599741" y="930375"/>
                <a:ext cx="175027" cy="1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52" name="直接箭头连接符 751"/>
              <p:cNvCxnSpPr>
                <a:stCxn id="748" idx="2"/>
                <a:endCxn id="749" idx="1"/>
              </p:cNvCxnSpPr>
              <p:nvPr/>
            </p:nvCxnSpPr>
            <p:spPr>
              <a:xfrm>
                <a:off x="5922299" y="930376"/>
                <a:ext cx="251902" cy="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53" name="直接连接符 752"/>
              <p:cNvCxnSpPr>
                <a:stCxn id="749" idx="3"/>
                <a:endCxn id="750" idx="6"/>
              </p:cNvCxnSpPr>
              <p:nvPr/>
            </p:nvCxnSpPr>
            <p:spPr>
              <a:xfrm>
                <a:off x="6442056" y="930376"/>
                <a:ext cx="143529" cy="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54" name="直接箭头连接符 753"/>
              <p:cNvCxnSpPr>
                <a:stCxn id="744" idx="1"/>
                <a:endCxn id="745" idx="1"/>
              </p:cNvCxnSpPr>
              <p:nvPr/>
            </p:nvCxnSpPr>
            <p:spPr>
              <a:xfrm>
                <a:off x="4577197" y="930376"/>
                <a:ext cx="395702" cy="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55" name="直接箭头连接符 754"/>
              <p:cNvCxnSpPr>
                <a:stCxn id="750" idx="2"/>
                <a:endCxn id="744" idx="3"/>
              </p:cNvCxnSpPr>
              <p:nvPr/>
            </p:nvCxnSpPr>
            <p:spPr>
              <a:xfrm>
                <a:off x="6727016" y="930376"/>
                <a:ext cx="287481" cy="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56" name="连接符: 肘形 755"/>
              <p:cNvCxnSpPr>
                <a:endCxn id="748" idx="0"/>
              </p:cNvCxnSpPr>
              <p:nvPr/>
            </p:nvCxnSpPr>
            <p:spPr>
              <a:xfrm flipV="1">
                <a:off x="4788534" y="859660"/>
                <a:ext cx="1063049" cy="70715"/>
              </a:xfrm>
              <a:prstGeom prst="bentConnector4">
                <a:avLst>
                  <a:gd name="adj1" fmla="val -244"/>
                  <a:gd name="adj2" fmla="val 449393"/>
                </a:avLst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57" name="连接符: 肘形 756"/>
              <p:cNvCxnSpPr>
                <a:endCxn id="750" idx="0"/>
              </p:cNvCxnSpPr>
              <p:nvPr/>
            </p:nvCxnSpPr>
            <p:spPr>
              <a:xfrm flipV="1">
                <a:off x="5998497" y="859660"/>
                <a:ext cx="657803" cy="70715"/>
              </a:xfrm>
              <a:prstGeom prst="bentConnector4">
                <a:avLst>
                  <a:gd name="adj1" fmla="val 3905"/>
                  <a:gd name="adj2" fmla="val 462454"/>
                </a:avLst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58" name="矩形: 圆角 757"/>
              <p:cNvSpPr/>
              <p:nvPr/>
            </p:nvSpPr>
            <p:spPr>
              <a:xfrm>
                <a:off x="4686934" y="519357"/>
                <a:ext cx="1273023" cy="775849"/>
              </a:xfrm>
              <a:prstGeom prst="round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760"/>
              </a:p>
            </p:txBody>
          </p:sp>
          <p:sp>
            <p:nvSpPr>
              <p:cNvPr id="759" name="矩形: 圆角 758"/>
              <p:cNvSpPr/>
              <p:nvPr/>
            </p:nvSpPr>
            <p:spPr>
              <a:xfrm>
                <a:off x="4686934" y="519357"/>
                <a:ext cx="1273023" cy="802112"/>
              </a:xfrm>
              <a:prstGeom prst="roundRect">
                <a:avLst/>
              </a:prstGeom>
              <a:noFill/>
              <a:ln>
                <a:solidFill>
                  <a:schemeClr val="tx1"/>
                </a:solidFill>
                <a:prstDash val="sysDot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760"/>
              </a:p>
            </p:txBody>
          </p:sp>
          <p:sp>
            <p:nvSpPr>
              <p:cNvPr id="760" name="文本框 759"/>
              <p:cNvSpPr txBox="1"/>
              <p:nvPr/>
            </p:nvSpPr>
            <p:spPr>
              <a:xfrm rot="16200000">
                <a:off x="5561225" y="969572"/>
                <a:ext cx="467976" cy="29147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170" dirty="0"/>
                  <a:t>x2</a:t>
                </a:r>
                <a:endParaRPr lang="zh-CN" altLang="en-US" sz="1170" dirty="0"/>
              </a:p>
            </p:txBody>
          </p:sp>
        </p:grpSp>
        <p:pic>
          <p:nvPicPr>
            <p:cNvPr id="697" name="图片 696"/>
            <p:cNvPicPr>
              <a:picLocks noChangeAspect="1"/>
            </p:cNvPicPr>
            <p:nvPr/>
          </p:nvPicPr>
          <p:blipFill>
            <a:blip r:embed="rId1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360" y="2062"/>
              <a:ext cx="1439" cy="1433"/>
            </a:xfrm>
            <a:prstGeom prst="rect">
              <a:avLst/>
            </a:prstGeom>
            <a:scene3d>
              <a:camera prst="isometricRightUp">
                <a:rot lat="900000" lon="19199999" rev="0"/>
              </a:camera>
              <a:lightRig rig="threePt" dir="t"/>
            </a:scene3d>
          </p:spPr>
        </p:pic>
        <p:pic>
          <p:nvPicPr>
            <p:cNvPr id="698" name="图片 697"/>
            <p:cNvPicPr>
              <a:picLocks noChangeAspect="1"/>
            </p:cNvPicPr>
            <p:nvPr/>
          </p:nvPicPr>
          <p:blipFill>
            <a:blip r:embed="rId1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732" y="2062"/>
              <a:ext cx="1439" cy="1433"/>
            </a:xfrm>
            <a:prstGeom prst="rect">
              <a:avLst/>
            </a:prstGeom>
            <a:scene3d>
              <a:camera prst="isometricRightUp">
                <a:rot lat="900000" lon="19199999" rev="0"/>
              </a:camera>
              <a:lightRig rig="threePt" dir="t"/>
            </a:scene3d>
          </p:spPr>
        </p:pic>
        <p:pic>
          <p:nvPicPr>
            <p:cNvPr id="699" name="图片 698"/>
            <p:cNvPicPr>
              <a:picLocks noChangeAspect="1"/>
            </p:cNvPicPr>
            <p:nvPr/>
          </p:nvPicPr>
          <p:blipFill>
            <a:blip r:embed="rId1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4764" y="2073"/>
              <a:ext cx="1439" cy="1433"/>
            </a:xfrm>
            <a:prstGeom prst="rect">
              <a:avLst/>
            </a:prstGeom>
            <a:scene3d>
              <a:camera prst="isometricRightUp">
                <a:rot lat="900000" lon="19199999" rev="0"/>
              </a:camera>
              <a:lightRig rig="threePt" dir="t"/>
            </a:scene3d>
          </p:spPr>
        </p:pic>
        <p:sp>
          <p:nvSpPr>
            <p:cNvPr id="700" name="矩形: 圆角 699"/>
            <p:cNvSpPr/>
            <p:nvPr/>
          </p:nvSpPr>
          <p:spPr>
            <a:xfrm>
              <a:off x="564" y="3987"/>
              <a:ext cx="1472" cy="321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170" dirty="0" err="1">
                  <a:solidFill>
                    <a:schemeClr val="tx1"/>
                  </a:solidFill>
                </a:rPr>
                <a:t>ResBlock</a:t>
              </a:r>
              <a:endParaRPr lang="zh-CN" altLang="en-US" sz="1170" dirty="0">
                <a:solidFill>
                  <a:schemeClr val="tx1"/>
                </a:solidFill>
              </a:endParaRPr>
            </a:p>
          </p:txBody>
        </p:sp>
        <p:cxnSp>
          <p:nvCxnSpPr>
            <p:cNvPr id="701" name="直接箭头连接符 700"/>
            <p:cNvCxnSpPr>
              <a:endCxn id="700" idx="0"/>
            </p:cNvCxnSpPr>
            <p:nvPr/>
          </p:nvCxnSpPr>
          <p:spPr>
            <a:xfrm>
              <a:off x="1301" y="3495"/>
              <a:ext cx="0" cy="492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02" name="矩形: 圆角 701"/>
            <p:cNvSpPr/>
            <p:nvPr/>
          </p:nvSpPr>
          <p:spPr>
            <a:xfrm>
              <a:off x="564" y="4490"/>
              <a:ext cx="1472" cy="517"/>
            </a:xfrm>
            <a:prstGeom prst="roundRect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170" dirty="0" err="1">
                  <a:solidFill>
                    <a:schemeClr val="tx1"/>
                  </a:solidFill>
                </a:rPr>
                <a:t>MRBlock</a:t>
              </a:r>
              <a:endParaRPr lang="zh-CN" altLang="en-US" sz="1170" dirty="0">
                <a:solidFill>
                  <a:schemeClr val="tx1"/>
                </a:solidFill>
              </a:endParaRPr>
            </a:p>
          </p:txBody>
        </p:sp>
        <p:cxnSp>
          <p:nvCxnSpPr>
            <p:cNvPr id="703" name="直接连接符 702"/>
            <p:cNvCxnSpPr>
              <a:stCxn id="700" idx="2"/>
              <a:endCxn id="702" idx="0"/>
            </p:cNvCxnSpPr>
            <p:nvPr/>
          </p:nvCxnSpPr>
          <p:spPr>
            <a:xfrm>
              <a:off x="1301" y="4308"/>
              <a:ext cx="0" cy="182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04" name="矩形: 圆角 703"/>
            <p:cNvSpPr/>
            <p:nvPr/>
          </p:nvSpPr>
          <p:spPr>
            <a:xfrm>
              <a:off x="564" y="5479"/>
              <a:ext cx="1472" cy="321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170" dirty="0" err="1">
                  <a:solidFill>
                    <a:schemeClr val="tx1"/>
                  </a:solidFill>
                </a:rPr>
                <a:t>ResBlock</a:t>
              </a:r>
              <a:endParaRPr lang="zh-CN" altLang="en-US" sz="1170" dirty="0">
                <a:solidFill>
                  <a:schemeClr val="tx1"/>
                </a:solidFill>
              </a:endParaRPr>
            </a:p>
          </p:txBody>
        </p:sp>
        <p:sp>
          <p:nvSpPr>
            <p:cNvPr id="705" name="矩形: 圆角 704"/>
            <p:cNvSpPr/>
            <p:nvPr/>
          </p:nvSpPr>
          <p:spPr>
            <a:xfrm>
              <a:off x="564" y="5982"/>
              <a:ext cx="1472" cy="517"/>
            </a:xfrm>
            <a:prstGeom prst="roundRect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170" dirty="0" err="1">
                  <a:solidFill>
                    <a:schemeClr val="tx1"/>
                  </a:solidFill>
                </a:rPr>
                <a:t>MRBlock</a:t>
              </a:r>
              <a:endParaRPr lang="zh-CN" altLang="en-US" sz="1170" dirty="0">
                <a:solidFill>
                  <a:schemeClr val="tx1"/>
                </a:solidFill>
              </a:endParaRPr>
            </a:p>
          </p:txBody>
        </p:sp>
        <p:cxnSp>
          <p:nvCxnSpPr>
            <p:cNvPr id="706" name="直接连接符 705"/>
            <p:cNvCxnSpPr>
              <a:stCxn id="704" idx="2"/>
              <a:endCxn id="705" idx="0"/>
            </p:cNvCxnSpPr>
            <p:nvPr/>
          </p:nvCxnSpPr>
          <p:spPr>
            <a:xfrm>
              <a:off x="1301" y="5800"/>
              <a:ext cx="0" cy="182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07" name="矩形: 圆角 706"/>
            <p:cNvSpPr/>
            <p:nvPr/>
          </p:nvSpPr>
          <p:spPr>
            <a:xfrm>
              <a:off x="564" y="6960"/>
              <a:ext cx="1472" cy="321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170" dirty="0" err="1">
                  <a:solidFill>
                    <a:schemeClr val="tx1"/>
                  </a:solidFill>
                </a:rPr>
                <a:t>ResBlock</a:t>
              </a:r>
              <a:endParaRPr lang="zh-CN" altLang="en-US" sz="1170" dirty="0">
                <a:solidFill>
                  <a:schemeClr val="tx1"/>
                </a:solidFill>
              </a:endParaRPr>
            </a:p>
          </p:txBody>
        </p:sp>
        <p:sp>
          <p:nvSpPr>
            <p:cNvPr id="708" name="矩形: 圆角 707"/>
            <p:cNvSpPr/>
            <p:nvPr/>
          </p:nvSpPr>
          <p:spPr>
            <a:xfrm>
              <a:off x="564" y="7462"/>
              <a:ext cx="1472" cy="517"/>
            </a:xfrm>
            <a:prstGeom prst="roundRect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170" dirty="0" err="1">
                  <a:solidFill>
                    <a:schemeClr val="tx1"/>
                  </a:solidFill>
                </a:rPr>
                <a:t>MRBlock</a:t>
              </a:r>
              <a:endParaRPr lang="zh-CN" altLang="en-US" sz="1170" dirty="0">
                <a:solidFill>
                  <a:schemeClr val="tx1"/>
                </a:solidFill>
              </a:endParaRPr>
            </a:p>
          </p:txBody>
        </p:sp>
        <p:cxnSp>
          <p:nvCxnSpPr>
            <p:cNvPr id="709" name="直接连接符 708"/>
            <p:cNvCxnSpPr>
              <a:stCxn id="707" idx="2"/>
              <a:endCxn id="708" idx="0"/>
            </p:cNvCxnSpPr>
            <p:nvPr/>
          </p:nvCxnSpPr>
          <p:spPr>
            <a:xfrm>
              <a:off x="1301" y="7281"/>
              <a:ext cx="0" cy="182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10" name="矩形: 圆角 709"/>
            <p:cNvSpPr/>
            <p:nvPr/>
          </p:nvSpPr>
          <p:spPr>
            <a:xfrm>
              <a:off x="564" y="8446"/>
              <a:ext cx="1472" cy="321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170" dirty="0" err="1">
                  <a:solidFill>
                    <a:schemeClr val="tx1"/>
                  </a:solidFill>
                </a:rPr>
                <a:t>ResBlock</a:t>
              </a:r>
              <a:endParaRPr lang="zh-CN" altLang="en-US" sz="1170" dirty="0">
                <a:solidFill>
                  <a:schemeClr val="tx1"/>
                </a:solidFill>
              </a:endParaRPr>
            </a:p>
          </p:txBody>
        </p:sp>
        <p:sp>
          <p:nvSpPr>
            <p:cNvPr id="711" name="矩形: 圆角 710"/>
            <p:cNvSpPr/>
            <p:nvPr/>
          </p:nvSpPr>
          <p:spPr>
            <a:xfrm>
              <a:off x="564" y="8948"/>
              <a:ext cx="1472" cy="517"/>
            </a:xfrm>
            <a:prstGeom prst="roundRect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170" dirty="0" err="1">
                  <a:solidFill>
                    <a:schemeClr val="tx1"/>
                  </a:solidFill>
                </a:rPr>
                <a:t>MRBlock</a:t>
              </a:r>
              <a:endParaRPr lang="zh-CN" altLang="en-US" sz="1170" dirty="0">
                <a:solidFill>
                  <a:schemeClr val="tx1"/>
                </a:solidFill>
              </a:endParaRPr>
            </a:p>
          </p:txBody>
        </p:sp>
        <p:cxnSp>
          <p:nvCxnSpPr>
            <p:cNvPr id="712" name="直接连接符 711"/>
            <p:cNvCxnSpPr>
              <a:stCxn id="710" idx="2"/>
              <a:endCxn id="711" idx="0"/>
            </p:cNvCxnSpPr>
            <p:nvPr/>
          </p:nvCxnSpPr>
          <p:spPr>
            <a:xfrm>
              <a:off x="1301" y="8767"/>
              <a:ext cx="0" cy="182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13" name="矩形: 圆角 712"/>
            <p:cNvSpPr/>
            <p:nvPr/>
          </p:nvSpPr>
          <p:spPr>
            <a:xfrm>
              <a:off x="4863" y="3987"/>
              <a:ext cx="1472" cy="321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170" dirty="0" err="1">
                  <a:solidFill>
                    <a:schemeClr val="tx1"/>
                  </a:solidFill>
                </a:rPr>
                <a:t>ResBlock</a:t>
              </a:r>
              <a:endParaRPr lang="zh-CN" altLang="en-US" sz="1170" dirty="0">
                <a:solidFill>
                  <a:schemeClr val="tx1"/>
                </a:solidFill>
              </a:endParaRPr>
            </a:p>
          </p:txBody>
        </p:sp>
        <p:sp>
          <p:nvSpPr>
            <p:cNvPr id="714" name="矩形: 圆角 713"/>
            <p:cNvSpPr/>
            <p:nvPr/>
          </p:nvSpPr>
          <p:spPr>
            <a:xfrm>
              <a:off x="4863" y="4490"/>
              <a:ext cx="1472" cy="517"/>
            </a:xfrm>
            <a:prstGeom prst="roundRect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170" dirty="0" err="1">
                  <a:solidFill>
                    <a:schemeClr val="tx1"/>
                  </a:solidFill>
                </a:rPr>
                <a:t>MRBlock</a:t>
              </a:r>
              <a:endParaRPr lang="zh-CN" altLang="en-US" sz="1170" dirty="0">
                <a:solidFill>
                  <a:schemeClr val="tx1"/>
                </a:solidFill>
              </a:endParaRPr>
            </a:p>
          </p:txBody>
        </p:sp>
        <p:cxnSp>
          <p:nvCxnSpPr>
            <p:cNvPr id="715" name="直接连接符 714"/>
            <p:cNvCxnSpPr>
              <a:stCxn id="713" idx="2"/>
              <a:endCxn id="714" idx="0"/>
            </p:cNvCxnSpPr>
            <p:nvPr/>
          </p:nvCxnSpPr>
          <p:spPr>
            <a:xfrm>
              <a:off x="5599" y="4308"/>
              <a:ext cx="0" cy="182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16" name="矩形: 圆角 715"/>
            <p:cNvSpPr/>
            <p:nvPr/>
          </p:nvSpPr>
          <p:spPr>
            <a:xfrm>
              <a:off x="4863" y="5479"/>
              <a:ext cx="1472" cy="321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170" dirty="0" err="1">
                  <a:solidFill>
                    <a:schemeClr val="tx1"/>
                  </a:solidFill>
                </a:rPr>
                <a:t>ResBlock</a:t>
              </a:r>
              <a:endParaRPr lang="zh-CN" altLang="en-US" sz="1170" dirty="0">
                <a:solidFill>
                  <a:schemeClr val="tx1"/>
                </a:solidFill>
              </a:endParaRPr>
            </a:p>
          </p:txBody>
        </p:sp>
        <p:sp>
          <p:nvSpPr>
            <p:cNvPr id="717" name="矩形: 圆角 716"/>
            <p:cNvSpPr/>
            <p:nvPr/>
          </p:nvSpPr>
          <p:spPr>
            <a:xfrm>
              <a:off x="4863" y="5982"/>
              <a:ext cx="1472" cy="517"/>
            </a:xfrm>
            <a:prstGeom prst="roundRect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170" dirty="0" err="1">
                  <a:solidFill>
                    <a:schemeClr val="tx1"/>
                  </a:solidFill>
                </a:rPr>
                <a:t>MRBlock</a:t>
              </a:r>
              <a:endParaRPr lang="zh-CN" altLang="en-US" sz="1170" dirty="0">
                <a:solidFill>
                  <a:schemeClr val="tx1"/>
                </a:solidFill>
              </a:endParaRPr>
            </a:p>
          </p:txBody>
        </p:sp>
        <p:cxnSp>
          <p:nvCxnSpPr>
            <p:cNvPr id="718" name="直接连接符 717"/>
            <p:cNvCxnSpPr>
              <a:stCxn id="716" idx="2"/>
              <a:endCxn id="717" idx="0"/>
            </p:cNvCxnSpPr>
            <p:nvPr/>
          </p:nvCxnSpPr>
          <p:spPr>
            <a:xfrm>
              <a:off x="5599" y="5800"/>
              <a:ext cx="0" cy="182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19" name="矩形: 圆角 718"/>
            <p:cNvSpPr/>
            <p:nvPr/>
          </p:nvSpPr>
          <p:spPr>
            <a:xfrm>
              <a:off x="4863" y="6960"/>
              <a:ext cx="1472" cy="321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170" dirty="0" err="1">
                  <a:solidFill>
                    <a:schemeClr val="tx1"/>
                  </a:solidFill>
                </a:rPr>
                <a:t>ResBlock</a:t>
              </a:r>
              <a:endParaRPr lang="zh-CN" altLang="en-US" sz="1170" dirty="0">
                <a:solidFill>
                  <a:schemeClr val="tx1"/>
                </a:solidFill>
              </a:endParaRPr>
            </a:p>
          </p:txBody>
        </p:sp>
        <p:sp>
          <p:nvSpPr>
            <p:cNvPr id="720" name="矩形: 圆角 719"/>
            <p:cNvSpPr/>
            <p:nvPr/>
          </p:nvSpPr>
          <p:spPr>
            <a:xfrm>
              <a:off x="4863" y="7462"/>
              <a:ext cx="1472" cy="517"/>
            </a:xfrm>
            <a:prstGeom prst="roundRect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170" dirty="0" err="1">
                  <a:solidFill>
                    <a:schemeClr val="tx1"/>
                  </a:solidFill>
                </a:rPr>
                <a:t>MRBlock</a:t>
              </a:r>
              <a:endParaRPr lang="zh-CN" altLang="en-US" sz="1170" dirty="0">
                <a:solidFill>
                  <a:schemeClr val="tx1"/>
                </a:solidFill>
              </a:endParaRPr>
            </a:p>
          </p:txBody>
        </p:sp>
        <p:cxnSp>
          <p:nvCxnSpPr>
            <p:cNvPr id="721" name="直接连接符 720"/>
            <p:cNvCxnSpPr>
              <a:stCxn id="719" idx="2"/>
              <a:endCxn id="720" idx="0"/>
            </p:cNvCxnSpPr>
            <p:nvPr/>
          </p:nvCxnSpPr>
          <p:spPr>
            <a:xfrm>
              <a:off x="5599" y="7281"/>
              <a:ext cx="0" cy="182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22" name="矩形: 圆角 721"/>
            <p:cNvSpPr/>
            <p:nvPr/>
          </p:nvSpPr>
          <p:spPr>
            <a:xfrm>
              <a:off x="4863" y="8446"/>
              <a:ext cx="1472" cy="321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170" dirty="0" err="1">
                  <a:solidFill>
                    <a:schemeClr val="tx1"/>
                  </a:solidFill>
                </a:rPr>
                <a:t>ResBlock</a:t>
              </a:r>
              <a:endParaRPr lang="zh-CN" altLang="en-US" sz="1170" dirty="0">
                <a:solidFill>
                  <a:schemeClr val="tx1"/>
                </a:solidFill>
              </a:endParaRPr>
            </a:p>
          </p:txBody>
        </p:sp>
        <p:sp>
          <p:nvSpPr>
            <p:cNvPr id="723" name="矩形: 圆角 722"/>
            <p:cNvSpPr/>
            <p:nvPr/>
          </p:nvSpPr>
          <p:spPr>
            <a:xfrm>
              <a:off x="4863" y="8948"/>
              <a:ext cx="1472" cy="517"/>
            </a:xfrm>
            <a:prstGeom prst="roundRect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170" dirty="0" err="1">
                  <a:solidFill>
                    <a:schemeClr val="tx1"/>
                  </a:solidFill>
                </a:rPr>
                <a:t>MRBlock</a:t>
              </a:r>
              <a:endParaRPr lang="zh-CN" altLang="en-US" sz="1170" dirty="0">
                <a:solidFill>
                  <a:schemeClr val="tx1"/>
                </a:solidFill>
              </a:endParaRPr>
            </a:p>
          </p:txBody>
        </p:sp>
        <p:cxnSp>
          <p:nvCxnSpPr>
            <p:cNvPr id="724" name="直接连接符 723"/>
            <p:cNvCxnSpPr>
              <a:stCxn id="722" idx="2"/>
              <a:endCxn id="723" idx="0"/>
            </p:cNvCxnSpPr>
            <p:nvPr/>
          </p:nvCxnSpPr>
          <p:spPr>
            <a:xfrm>
              <a:off x="5599" y="8767"/>
              <a:ext cx="0" cy="182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5" name="直接箭头连接符 724"/>
            <p:cNvCxnSpPr>
              <a:stCxn id="702" idx="2"/>
              <a:endCxn id="704" idx="0"/>
            </p:cNvCxnSpPr>
            <p:nvPr/>
          </p:nvCxnSpPr>
          <p:spPr>
            <a:xfrm>
              <a:off x="1301" y="5006"/>
              <a:ext cx="0" cy="473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6" name="直接箭头连接符 725"/>
            <p:cNvCxnSpPr/>
            <p:nvPr/>
          </p:nvCxnSpPr>
          <p:spPr>
            <a:xfrm>
              <a:off x="1301" y="6499"/>
              <a:ext cx="0" cy="473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7" name="直接箭头连接符 726"/>
            <p:cNvCxnSpPr/>
            <p:nvPr/>
          </p:nvCxnSpPr>
          <p:spPr>
            <a:xfrm>
              <a:off x="1301" y="7979"/>
              <a:ext cx="0" cy="473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8" name="直接箭头连接符 727"/>
            <p:cNvCxnSpPr>
              <a:stCxn id="722" idx="0"/>
              <a:endCxn id="720" idx="2"/>
            </p:cNvCxnSpPr>
            <p:nvPr/>
          </p:nvCxnSpPr>
          <p:spPr>
            <a:xfrm flipV="1">
              <a:off x="5599" y="7979"/>
              <a:ext cx="0" cy="467"/>
            </a:xfrm>
            <a:prstGeom prst="straightConnector1">
              <a:avLst/>
            </a:prstGeom>
            <a:ln w="19050">
              <a:solidFill>
                <a:srgbClr val="00B050"/>
              </a:solidFill>
              <a:tailEnd type="triangle"/>
            </a:ln>
          </p:spPr>
          <p:style>
            <a:lnRef idx="1">
              <a:schemeClr val="accent6"/>
            </a:lnRef>
            <a:fillRef idx="0">
              <a:schemeClr val="accent6"/>
            </a:fillRef>
            <a:effectRef idx="0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729" name="直接箭头连接符 728"/>
            <p:cNvCxnSpPr/>
            <p:nvPr/>
          </p:nvCxnSpPr>
          <p:spPr>
            <a:xfrm flipV="1">
              <a:off x="5599" y="6505"/>
              <a:ext cx="0" cy="467"/>
            </a:xfrm>
            <a:prstGeom prst="straightConnector1">
              <a:avLst/>
            </a:prstGeom>
            <a:ln>
              <a:solidFill>
                <a:srgbClr val="00B050"/>
              </a:solidFill>
              <a:tailEnd type="triangle"/>
            </a:ln>
          </p:spPr>
          <p:style>
            <a:lnRef idx="1">
              <a:schemeClr val="accent6"/>
            </a:lnRef>
            <a:fillRef idx="0">
              <a:schemeClr val="accent6"/>
            </a:fillRef>
            <a:effectRef idx="0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730" name="直接箭头连接符 729"/>
            <p:cNvCxnSpPr/>
            <p:nvPr/>
          </p:nvCxnSpPr>
          <p:spPr>
            <a:xfrm flipV="1">
              <a:off x="5599" y="5006"/>
              <a:ext cx="0" cy="467"/>
            </a:xfrm>
            <a:prstGeom prst="straightConnector1">
              <a:avLst/>
            </a:prstGeom>
            <a:ln w="19050">
              <a:solidFill>
                <a:srgbClr val="00B050"/>
              </a:solidFill>
              <a:tailEnd type="triangle"/>
            </a:ln>
          </p:spPr>
          <p:style>
            <a:lnRef idx="1">
              <a:schemeClr val="accent6"/>
            </a:lnRef>
            <a:fillRef idx="0">
              <a:schemeClr val="accent6"/>
            </a:fillRef>
            <a:effectRef idx="0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731" name="直接箭头连接符 730"/>
            <p:cNvCxnSpPr>
              <a:stCxn id="713" idx="0"/>
            </p:cNvCxnSpPr>
            <p:nvPr/>
          </p:nvCxnSpPr>
          <p:spPr>
            <a:xfrm flipV="1">
              <a:off x="5599" y="3488"/>
              <a:ext cx="0" cy="498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2" name="直接箭头连接符 731"/>
            <p:cNvCxnSpPr/>
            <p:nvPr/>
          </p:nvCxnSpPr>
          <p:spPr>
            <a:xfrm flipV="1">
              <a:off x="5599" y="6505"/>
              <a:ext cx="0" cy="467"/>
            </a:xfrm>
            <a:prstGeom prst="straightConnector1">
              <a:avLst/>
            </a:prstGeom>
            <a:ln w="19050">
              <a:solidFill>
                <a:srgbClr val="00B050"/>
              </a:solidFill>
              <a:tailEnd type="triangle"/>
            </a:ln>
          </p:spPr>
          <p:style>
            <a:lnRef idx="1">
              <a:schemeClr val="accent6"/>
            </a:lnRef>
            <a:fillRef idx="0">
              <a:schemeClr val="accent6"/>
            </a:fillRef>
            <a:effectRef idx="0">
              <a:schemeClr val="accent6"/>
            </a:effectRef>
            <a:fontRef idx="minor">
              <a:schemeClr val="tx1"/>
            </a:fontRef>
          </p:style>
        </p:cxnSp>
        <p:sp>
          <p:nvSpPr>
            <p:cNvPr id="733" name="矩形: 圆角 732"/>
            <p:cNvSpPr/>
            <p:nvPr/>
          </p:nvSpPr>
          <p:spPr>
            <a:xfrm>
              <a:off x="2740" y="9821"/>
              <a:ext cx="1278" cy="517"/>
            </a:xfrm>
            <a:prstGeom prst="roundRect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170" dirty="0" err="1">
                  <a:solidFill>
                    <a:schemeClr val="tx1"/>
                  </a:solidFill>
                </a:rPr>
                <a:t>MRBlock</a:t>
              </a:r>
              <a:endParaRPr lang="zh-CN" altLang="en-US" sz="1170" dirty="0">
                <a:solidFill>
                  <a:schemeClr val="tx1"/>
                </a:solidFill>
              </a:endParaRPr>
            </a:p>
          </p:txBody>
        </p:sp>
        <p:cxnSp>
          <p:nvCxnSpPr>
            <p:cNvPr id="735" name="直接连接符 734"/>
            <p:cNvCxnSpPr>
              <a:stCxn id="954" idx="3"/>
              <a:endCxn id="733" idx="1"/>
            </p:cNvCxnSpPr>
            <p:nvPr/>
          </p:nvCxnSpPr>
          <p:spPr>
            <a:xfrm flipV="1">
              <a:off x="2046" y="10079"/>
              <a:ext cx="694" cy="5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6" name="直接连接符 735"/>
            <p:cNvCxnSpPr>
              <a:stCxn id="733" idx="3"/>
              <a:endCxn id="955" idx="1"/>
            </p:cNvCxnSpPr>
            <p:nvPr/>
          </p:nvCxnSpPr>
          <p:spPr>
            <a:xfrm>
              <a:off x="4018" y="10079"/>
              <a:ext cx="845" cy="2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7" name="直接箭头连接符 736"/>
            <p:cNvCxnSpPr>
              <a:stCxn id="702" idx="3"/>
              <a:endCxn id="714" idx="1"/>
            </p:cNvCxnSpPr>
            <p:nvPr/>
          </p:nvCxnSpPr>
          <p:spPr>
            <a:xfrm>
              <a:off x="2037" y="4748"/>
              <a:ext cx="2826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8" name="直接箭头连接符 737"/>
            <p:cNvCxnSpPr>
              <a:stCxn id="705" idx="3"/>
              <a:endCxn id="717" idx="1"/>
            </p:cNvCxnSpPr>
            <p:nvPr/>
          </p:nvCxnSpPr>
          <p:spPr>
            <a:xfrm>
              <a:off x="2037" y="6240"/>
              <a:ext cx="2826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9" name="直接箭头连接符 738"/>
            <p:cNvCxnSpPr>
              <a:stCxn id="708" idx="3"/>
              <a:endCxn id="720" idx="1"/>
            </p:cNvCxnSpPr>
            <p:nvPr/>
          </p:nvCxnSpPr>
          <p:spPr>
            <a:xfrm>
              <a:off x="2037" y="7720"/>
              <a:ext cx="2826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0" name="直接箭头连接符 739"/>
            <p:cNvCxnSpPr>
              <a:stCxn id="711" idx="3"/>
              <a:endCxn id="723" idx="1"/>
            </p:cNvCxnSpPr>
            <p:nvPr/>
          </p:nvCxnSpPr>
          <p:spPr>
            <a:xfrm>
              <a:off x="2037" y="9207"/>
              <a:ext cx="2826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41" name="文本框 740"/>
            <p:cNvSpPr txBox="1"/>
            <p:nvPr/>
          </p:nvSpPr>
          <p:spPr>
            <a:xfrm>
              <a:off x="2539" y="4407"/>
              <a:ext cx="1883" cy="3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980" dirty="0"/>
                <a:t>Skip Connections</a:t>
              </a:r>
              <a:endParaRPr lang="en-US" altLang="zh-CN" sz="980" dirty="0"/>
            </a:p>
          </p:txBody>
        </p:sp>
        <p:cxnSp>
          <p:nvCxnSpPr>
            <p:cNvPr id="742" name="直接箭头连接符 741"/>
            <p:cNvCxnSpPr>
              <a:stCxn id="711" idx="2"/>
              <a:endCxn id="954" idx="0"/>
            </p:cNvCxnSpPr>
            <p:nvPr/>
          </p:nvCxnSpPr>
          <p:spPr>
            <a:xfrm>
              <a:off x="1301" y="9465"/>
              <a:ext cx="10" cy="459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3" name="直接箭头连接符 742"/>
            <p:cNvCxnSpPr>
              <a:stCxn id="955" idx="0"/>
              <a:endCxn id="723" idx="2"/>
            </p:cNvCxnSpPr>
            <p:nvPr/>
          </p:nvCxnSpPr>
          <p:spPr>
            <a:xfrm flipV="1">
              <a:off x="5599" y="9465"/>
              <a:ext cx="0" cy="456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84" name="文本框 683"/>
            <p:cNvSpPr txBox="1"/>
            <p:nvPr/>
          </p:nvSpPr>
          <p:spPr>
            <a:xfrm>
              <a:off x="11159" y="10595"/>
              <a:ext cx="1590" cy="6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980" dirty="0"/>
                <a:t>Average Pooling</a:t>
              </a:r>
              <a:endParaRPr lang="en-US" altLang="zh-CN" sz="980" dirty="0"/>
            </a:p>
            <a:p>
              <a:endParaRPr lang="en-US" altLang="zh-CN" sz="980" dirty="0"/>
            </a:p>
          </p:txBody>
        </p:sp>
        <p:sp>
          <p:nvSpPr>
            <p:cNvPr id="681" name="文本框 680"/>
            <p:cNvSpPr txBox="1"/>
            <p:nvPr/>
          </p:nvSpPr>
          <p:spPr>
            <a:xfrm>
              <a:off x="7464" y="10164"/>
              <a:ext cx="1601" cy="388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l"/>
              <a:r>
                <a:rPr lang="en-US" altLang="zh-CN" sz="1000" dirty="0">
                  <a:latin typeface="Arial" panose="020B0604020202020204" pitchFamily="34" charset="0"/>
                  <a:ea typeface="微软雅黑" panose="020B0503020204020204" charset="-122"/>
                </a:rPr>
                <a:t>(b)</a:t>
              </a:r>
              <a:r>
                <a:rPr lang="en-US" altLang="zh-CN" sz="1000" dirty="0" err="1">
                  <a:latin typeface="Arial" panose="020B0604020202020204" pitchFamily="34" charset="0"/>
                  <a:ea typeface="微软雅黑" panose="020B0503020204020204" charset="-122"/>
                </a:rPr>
                <a:t>MRBlock</a:t>
              </a:r>
              <a:endParaRPr lang="en-US" altLang="zh-CN" sz="1000" dirty="0">
                <a:latin typeface="Arial" panose="020B0604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682" name="文本框 681"/>
            <p:cNvSpPr txBox="1"/>
            <p:nvPr/>
          </p:nvSpPr>
          <p:spPr>
            <a:xfrm>
              <a:off x="2660" y="10467"/>
              <a:ext cx="1725" cy="388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l"/>
              <a:r>
                <a:rPr lang="en-US" altLang="zh-CN" sz="1000" dirty="0">
                  <a:latin typeface="Arial" panose="020B0604020202020204" pitchFamily="34" charset="0"/>
                  <a:ea typeface="微软雅黑" panose="020B0503020204020204" charset="-122"/>
                </a:rPr>
                <a:t>(a)MR-Net</a:t>
              </a:r>
              <a:endParaRPr lang="en-US" altLang="zh-CN" sz="1000" dirty="0">
                <a:latin typeface="Arial" panose="020B0604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683" name="文本框 682"/>
            <p:cNvSpPr txBox="1"/>
            <p:nvPr/>
          </p:nvSpPr>
          <p:spPr>
            <a:xfrm>
              <a:off x="12544" y="9472"/>
              <a:ext cx="1316" cy="388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l"/>
              <a:r>
                <a:rPr lang="en-US" altLang="zh-CN" sz="1000" dirty="0">
                  <a:latin typeface="Arial" panose="020B0604020202020204" pitchFamily="34" charset="0"/>
                  <a:ea typeface="微软雅黑" panose="020B0503020204020204" charset="-122"/>
                </a:rPr>
                <a:t>(d)MBA</a:t>
              </a:r>
              <a:endParaRPr lang="en-US" altLang="zh-CN" sz="1000" dirty="0">
                <a:latin typeface="Arial" panose="020B0604020202020204" pitchFamily="34" charset="0"/>
                <a:ea typeface="微软雅黑" panose="020B0503020204020204" charset="-122"/>
              </a:endParaRPr>
            </a:p>
          </p:txBody>
        </p:sp>
        <p:grpSp>
          <p:nvGrpSpPr>
            <p:cNvPr id="600" name="组合 599"/>
            <p:cNvGrpSpPr/>
            <p:nvPr/>
          </p:nvGrpSpPr>
          <p:grpSpPr>
            <a:xfrm rot="0">
              <a:off x="3030" y="-3"/>
              <a:ext cx="9865" cy="1995"/>
              <a:chOff x="1585695" y="17048"/>
              <a:chExt cx="5636587" cy="1139769"/>
            </a:xfrm>
          </p:grpSpPr>
          <p:pic>
            <p:nvPicPr>
              <p:cNvPr id="601" name="图片 600"/>
              <p:cNvPicPr>
                <a:picLocks noChangeAspect="1"/>
              </p:cNvPicPr>
              <p:nvPr>
                <p:custDataLst>
                  <p:tags r:id="rId2"/>
                </p:custDataLst>
              </p:nvPr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585695" y="313863"/>
                <a:ext cx="639808" cy="636900"/>
              </a:xfrm>
              <a:prstGeom prst="rect">
                <a:avLst/>
              </a:prstGeom>
            </p:spPr>
          </p:pic>
          <p:pic>
            <p:nvPicPr>
              <p:cNvPr id="602" name="图片 601"/>
              <p:cNvPicPr>
                <a:picLocks noChangeAspect="1"/>
              </p:cNvPicPr>
              <p:nvPr>
                <p:custDataLst>
                  <p:tags r:id="rId4"/>
                </p:custDataLst>
              </p:nvPr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537616" y="314914"/>
                <a:ext cx="639808" cy="636900"/>
              </a:xfrm>
              <a:prstGeom prst="rect">
                <a:avLst/>
              </a:prstGeom>
            </p:spPr>
          </p:pic>
          <p:grpSp>
            <p:nvGrpSpPr>
              <p:cNvPr id="603" name="组合 602"/>
              <p:cNvGrpSpPr/>
              <p:nvPr/>
            </p:nvGrpSpPr>
            <p:grpSpPr>
              <a:xfrm>
                <a:off x="2364567" y="341385"/>
                <a:ext cx="4044077" cy="768076"/>
                <a:chOff x="2372835" y="1050265"/>
                <a:chExt cx="4044077" cy="768076"/>
              </a:xfrm>
            </p:grpSpPr>
            <p:sp>
              <p:nvSpPr>
                <p:cNvPr id="607" name="椭圆 606"/>
                <p:cNvSpPr/>
                <p:nvPr>
                  <p:custDataLst>
                    <p:tags r:id="rId5"/>
                  </p:custDataLst>
                </p:nvPr>
              </p:nvSpPr>
              <p:spPr>
                <a:xfrm>
                  <a:off x="2372835" y="1164137"/>
                  <a:ext cx="363922" cy="362268"/>
                </a:xfrm>
                <a:prstGeom prst="ellipse">
                  <a:avLst/>
                </a:prstGeom>
                <a:solidFill>
                  <a:schemeClr val="bg1">
                    <a:lumMod val="50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  <p:sp>
              <p:nvSpPr>
                <p:cNvPr id="608" name="椭圆 607"/>
                <p:cNvSpPr/>
                <p:nvPr>
                  <p:custDataLst>
                    <p:tags r:id="rId6"/>
                  </p:custDataLst>
                </p:nvPr>
              </p:nvSpPr>
              <p:spPr>
                <a:xfrm>
                  <a:off x="3459554" y="1164137"/>
                  <a:ext cx="363922" cy="362268"/>
                </a:xfrm>
                <a:prstGeom prst="ellipse">
                  <a:avLst/>
                </a:prstGeom>
                <a:solidFill>
                  <a:schemeClr val="bg1">
                    <a:lumMod val="65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  <p:sp>
              <p:nvSpPr>
                <p:cNvPr id="609" name="椭圆 608"/>
                <p:cNvSpPr/>
                <p:nvPr>
                  <p:custDataLst>
                    <p:tags r:id="rId7"/>
                  </p:custDataLst>
                </p:nvPr>
              </p:nvSpPr>
              <p:spPr>
                <a:xfrm>
                  <a:off x="4966270" y="1164137"/>
                  <a:ext cx="363922" cy="362268"/>
                </a:xfrm>
                <a:prstGeom prst="ellipse">
                  <a:avLst/>
                </a:prstGeom>
                <a:solidFill>
                  <a:schemeClr val="bg1">
                    <a:lumMod val="85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  <p:sp>
              <p:nvSpPr>
                <p:cNvPr id="610" name="椭圆 609"/>
                <p:cNvSpPr/>
                <p:nvPr>
                  <p:custDataLst>
                    <p:tags r:id="rId8"/>
                  </p:custDataLst>
                </p:nvPr>
              </p:nvSpPr>
              <p:spPr>
                <a:xfrm>
                  <a:off x="6052990" y="1164137"/>
                  <a:ext cx="363922" cy="362268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zh-CN" sz="1760"/>
                </a:p>
              </p:txBody>
            </p:sp>
            <p:graphicFrame>
              <p:nvGraphicFramePr>
                <p:cNvPr id="611" name="对象 610">
                  <a:hlinkClick r:id="" action="ppaction://ole?verb=0"/>
                </p:cNvPr>
                <p:cNvGraphicFramePr>
                  <a:graphicFrameLocks noChangeAspect="1"/>
                </p:cNvGraphicFramePr>
                <p:nvPr>
                  <p:custDataLst>
                    <p:tags r:id="rId9"/>
                  </p:custDataLst>
                </p:nvPr>
              </p:nvGraphicFramePr>
              <p:xfrm>
                <a:off x="6162335" y="1245075"/>
                <a:ext cx="145793" cy="200950"/>
              </p:xfrm>
              <a:graphic>
                <a:graphicData uri="http://schemas.openxmlformats.org/presentationml/2006/ole">
                  <mc:AlternateContent xmlns:mc="http://schemas.openxmlformats.org/markup-compatibility/2006">
                    <mc:Choice xmlns:v="urn:schemas-microsoft-com:vml" Requires="v">
                      <p:oleObj spid="_x0000_s3322" name="" r:id="rId10" imgW="165100" imgH="228600" progId="Equation.KSEE3">
                        <p:embed/>
                      </p:oleObj>
                    </mc:Choice>
                    <mc:Fallback>
                      <p:oleObj name="" r:id="rId10" imgW="165100" imgH="228600" progId="Equation.KSEE3">
                        <p:embed/>
                        <p:pic>
                          <p:nvPicPr>
                            <p:cNvPr id="0" name="对象 323">
                              <a:hlinkClick r:id="" action="ppaction://ole?verb=0"/>
                            </p:cNvPr>
                            <p:cNvPicPr/>
                            <p:nvPr/>
                          </p:nvPicPr>
                          <p:blipFill>
                            <a:blip r:embed="rId11"/>
                            <a:stretch>
                              <a:fillRect/>
                            </a:stretch>
                          </p:blipFill>
                          <p:spPr>
                            <a:xfrm>
                              <a:off x="6162335" y="1245075"/>
                              <a:ext cx="145793" cy="200950"/>
                            </a:xfrm>
                            <a:prstGeom prst="rect">
                              <a:avLst/>
                            </a:prstGeom>
                          </p:spPr>
                        </p:pic>
                      </p:oleObj>
                    </mc:Fallback>
                  </mc:AlternateContent>
                </a:graphicData>
              </a:graphic>
            </p:graphicFrame>
            <p:graphicFrame>
              <p:nvGraphicFramePr>
                <p:cNvPr id="612" name="对象 611">
                  <a:hlinkClick r:id="" action="ppaction://ole?verb=0"/>
                </p:cNvPr>
                <p:cNvGraphicFramePr>
                  <a:graphicFrameLocks noChangeAspect="1"/>
                </p:cNvGraphicFramePr>
                <p:nvPr>
                  <p:custDataLst>
                    <p:tags r:id="rId12"/>
                  </p:custDataLst>
                </p:nvPr>
              </p:nvGraphicFramePr>
              <p:xfrm>
                <a:off x="5047578" y="1245075"/>
                <a:ext cx="201867" cy="200950"/>
              </p:xfrm>
              <a:graphic>
                <a:graphicData uri="http://schemas.openxmlformats.org/presentationml/2006/ole">
                  <mc:AlternateContent xmlns:mc="http://schemas.openxmlformats.org/markup-compatibility/2006">
                    <mc:Choice xmlns:v="urn:schemas-microsoft-com:vml" Requires="v">
                      <p:oleObj spid="_x0000_s3323" name="" r:id="rId13" imgW="228600" imgH="228600" progId="Equation.KSEE3">
                        <p:embed/>
                      </p:oleObj>
                    </mc:Choice>
                    <mc:Fallback>
                      <p:oleObj name="" r:id="rId13" imgW="228600" imgH="228600" progId="Equation.KSEE3">
                        <p:embed/>
                        <p:pic>
                          <p:nvPicPr>
                            <p:cNvPr id="0" name="对象 324">
                              <a:hlinkClick r:id="" action="ppaction://ole?verb=0"/>
                            </p:cNvPr>
                            <p:cNvPicPr/>
                            <p:nvPr/>
                          </p:nvPicPr>
                          <p:blipFill>
                            <a:blip r:embed="rId14"/>
                            <a:stretch>
                              <a:fillRect/>
                            </a:stretch>
                          </p:blipFill>
                          <p:spPr>
                            <a:xfrm>
                              <a:off x="5047578" y="1245075"/>
                              <a:ext cx="201867" cy="200950"/>
                            </a:xfrm>
                            <a:prstGeom prst="rect">
                              <a:avLst/>
                            </a:prstGeom>
                          </p:spPr>
                        </p:pic>
                      </p:oleObj>
                    </mc:Fallback>
                  </mc:AlternateContent>
                </a:graphicData>
              </a:graphic>
            </p:graphicFrame>
            <p:graphicFrame>
              <p:nvGraphicFramePr>
                <p:cNvPr id="613" name="对象 612">
                  <a:hlinkClick r:id="" action="ppaction://ole?verb=0"/>
                </p:cNvPr>
                <p:cNvGraphicFramePr>
                  <a:graphicFrameLocks noChangeAspect="1"/>
                </p:cNvGraphicFramePr>
                <p:nvPr>
                  <p:custDataLst>
                    <p:tags r:id="rId15"/>
                  </p:custDataLst>
                </p:nvPr>
              </p:nvGraphicFramePr>
              <p:xfrm>
                <a:off x="3574507" y="1245075"/>
                <a:ext cx="134578" cy="200950"/>
              </p:xfrm>
              <a:graphic>
                <a:graphicData uri="http://schemas.openxmlformats.org/presentationml/2006/ole">
                  <mc:AlternateContent xmlns:mc="http://schemas.openxmlformats.org/markup-compatibility/2006">
                    <mc:Choice xmlns:v="urn:schemas-microsoft-com:vml" Requires="v">
                      <p:oleObj spid="_x0000_s3324" name="" r:id="rId16" imgW="152400" imgH="228600" progId="Equation.KSEE3">
                        <p:embed/>
                      </p:oleObj>
                    </mc:Choice>
                    <mc:Fallback>
                      <p:oleObj name="" r:id="rId16" imgW="152400" imgH="228600" progId="Equation.KSEE3">
                        <p:embed/>
                        <p:pic>
                          <p:nvPicPr>
                            <p:cNvPr id="0" name="对象 325">
                              <a:hlinkClick r:id="" action="ppaction://ole?verb=0"/>
                            </p:cNvPr>
                            <p:cNvPicPr/>
                            <p:nvPr/>
                          </p:nvPicPr>
                          <p:blipFill>
                            <a:blip r:embed="rId17"/>
                            <a:stretch>
                              <a:fillRect/>
                            </a:stretch>
                          </p:blipFill>
                          <p:spPr>
                            <a:xfrm>
                              <a:off x="3574507" y="1245075"/>
                              <a:ext cx="134578" cy="200950"/>
                            </a:xfrm>
                            <a:prstGeom prst="rect">
                              <a:avLst/>
                            </a:prstGeom>
                          </p:spPr>
                        </p:pic>
                      </p:oleObj>
                    </mc:Fallback>
                  </mc:AlternateContent>
                </a:graphicData>
              </a:graphic>
            </p:graphicFrame>
            <p:graphicFrame>
              <p:nvGraphicFramePr>
                <p:cNvPr id="614" name="对象 613">
                  <a:hlinkClick r:id="" action="ppaction://ole?verb=0"/>
                </p:cNvPr>
                <p:cNvGraphicFramePr>
                  <a:graphicFrameLocks noChangeAspect="1"/>
                </p:cNvGraphicFramePr>
                <p:nvPr>
                  <p:custDataLst>
                    <p:tags r:id="rId18"/>
                  </p:custDataLst>
                </p:nvPr>
              </p:nvGraphicFramePr>
              <p:xfrm>
                <a:off x="2477133" y="1250657"/>
                <a:ext cx="156447" cy="189786"/>
              </p:xfrm>
              <a:graphic>
                <a:graphicData uri="http://schemas.openxmlformats.org/presentationml/2006/ole">
                  <mc:AlternateContent xmlns:mc="http://schemas.openxmlformats.org/markup-compatibility/2006">
                    <mc:Choice xmlns:v="urn:schemas-microsoft-com:vml" Requires="v">
                      <p:oleObj spid="_x0000_s3325" name="" r:id="rId19" imgW="177165" imgH="215900" progId="Equation.KSEE3">
                        <p:embed/>
                      </p:oleObj>
                    </mc:Choice>
                    <mc:Fallback>
                      <p:oleObj name="" r:id="rId19" imgW="177165" imgH="215900" progId="Equation.KSEE3">
                        <p:embed/>
                        <p:pic>
                          <p:nvPicPr>
                            <p:cNvPr id="0" name="对象 326">
                              <a:hlinkClick r:id="" action="ppaction://ole?verb=0"/>
                            </p:cNvPr>
                            <p:cNvPicPr/>
                            <p:nvPr/>
                          </p:nvPicPr>
                          <p:blipFill>
                            <a:blip r:embed="rId20"/>
                            <a:stretch>
                              <a:fillRect/>
                            </a:stretch>
                          </p:blipFill>
                          <p:spPr>
                            <a:xfrm>
                              <a:off x="2477133" y="1250657"/>
                              <a:ext cx="156447" cy="189786"/>
                            </a:xfrm>
                            <a:prstGeom prst="rect">
                              <a:avLst/>
                            </a:prstGeom>
                          </p:spPr>
                        </p:pic>
                      </p:oleObj>
                    </mc:Fallback>
                  </mc:AlternateContent>
                </a:graphicData>
              </a:graphic>
            </p:graphicFrame>
            <p:cxnSp>
              <p:nvCxnSpPr>
                <p:cNvPr id="615" name="直接箭头连接符 614"/>
                <p:cNvCxnSpPr>
                  <a:stCxn id="608" idx="6"/>
                  <a:endCxn id="609" idx="2"/>
                </p:cNvCxnSpPr>
                <p:nvPr>
                  <p:custDataLst>
                    <p:tags r:id="rId21"/>
                  </p:custDataLst>
                </p:nvPr>
              </p:nvCxnSpPr>
              <p:spPr>
                <a:xfrm>
                  <a:off x="3823477" y="1345550"/>
                  <a:ext cx="1142794" cy="0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</p:cxnSp>
            <p:cxnSp>
              <p:nvCxnSpPr>
                <p:cNvPr id="616" name="直接箭头连接符 615"/>
                <p:cNvCxnSpPr>
                  <a:stCxn id="607" idx="6"/>
                </p:cNvCxnSpPr>
                <p:nvPr>
                  <p:custDataLst>
                    <p:tags r:id="rId22"/>
                  </p:custDataLst>
                </p:nvPr>
              </p:nvCxnSpPr>
              <p:spPr>
                <a:xfrm>
                  <a:off x="2736757" y="1345550"/>
                  <a:ext cx="194017" cy="0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</p:cxnSp>
            <p:cxnSp>
              <p:nvCxnSpPr>
                <p:cNvPr id="617" name="直接箭头连接符 616"/>
                <p:cNvCxnSpPr/>
                <p:nvPr>
                  <p:custDataLst>
                    <p:tags r:id="rId23"/>
                  </p:custDataLst>
                </p:nvPr>
              </p:nvCxnSpPr>
              <p:spPr>
                <a:xfrm>
                  <a:off x="3265537" y="1345550"/>
                  <a:ext cx="194017" cy="0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</p:cxnSp>
            <p:cxnSp>
              <p:nvCxnSpPr>
                <p:cNvPr id="618" name="直接箭头连接符 617"/>
                <p:cNvCxnSpPr/>
                <p:nvPr>
                  <p:custDataLst>
                    <p:tags r:id="rId24"/>
                  </p:custDataLst>
                </p:nvPr>
              </p:nvCxnSpPr>
              <p:spPr>
                <a:xfrm>
                  <a:off x="5330753" y="1345550"/>
                  <a:ext cx="194017" cy="0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</p:cxnSp>
            <p:cxnSp>
              <p:nvCxnSpPr>
                <p:cNvPr id="619" name="直接箭头连接符 618"/>
                <p:cNvCxnSpPr/>
                <p:nvPr>
                  <p:custDataLst>
                    <p:tags r:id="rId25"/>
                  </p:custDataLst>
                </p:nvPr>
              </p:nvCxnSpPr>
              <p:spPr>
                <a:xfrm>
                  <a:off x="5858973" y="1345550"/>
                  <a:ext cx="194017" cy="0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</p:cxnSp>
            <p:sp>
              <p:nvSpPr>
                <p:cNvPr id="620" name="文本框 619"/>
                <p:cNvSpPr txBox="1"/>
                <p:nvPr>
                  <p:custDataLst>
                    <p:tags r:id="rId26"/>
                  </p:custDataLst>
                </p:nvPr>
              </p:nvSpPr>
              <p:spPr>
                <a:xfrm>
                  <a:off x="2916196" y="1116691"/>
                  <a:ext cx="363361" cy="326961"/>
                </a:xfrm>
                <a:prstGeom prst="rect">
                  <a:avLst/>
                </a:prstGeom>
                <a:noFill/>
              </p:spPr>
              <p:txBody>
                <a:bodyPr wrap="square" rtlCol="0" anchor="t">
                  <a:spAutoFit/>
                </a:bodyPr>
                <a:lstStyle/>
                <a:p>
                  <a:r>
                    <a:rPr lang="zh-CN" altLang="en-US" sz="1760">
                      <a:latin typeface="Arial" panose="020B0604020202020204" pitchFamily="34" charset="0"/>
                      <a:cs typeface="Arial" panose="020B0604020202020204" pitchFamily="34" charset="0"/>
                    </a:rPr>
                    <a:t>…</a:t>
                  </a:r>
                  <a:endParaRPr lang="zh-CN" altLang="en-US" sz="176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621" name="文本框 620"/>
                <p:cNvSpPr txBox="1"/>
                <p:nvPr>
                  <p:custDataLst>
                    <p:tags r:id="rId27"/>
                  </p:custDataLst>
                </p:nvPr>
              </p:nvSpPr>
              <p:spPr>
                <a:xfrm>
                  <a:off x="5494490" y="1116691"/>
                  <a:ext cx="363361" cy="326961"/>
                </a:xfrm>
                <a:prstGeom prst="rect">
                  <a:avLst/>
                </a:prstGeom>
                <a:noFill/>
              </p:spPr>
              <p:txBody>
                <a:bodyPr wrap="square" rtlCol="0" anchor="t">
                  <a:spAutoFit/>
                </a:bodyPr>
                <a:lstStyle/>
                <a:p>
                  <a:r>
                    <a:rPr lang="zh-CN" altLang="en-US" sz="176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…</a:t>
                  </a:r>
                  <a:endParaRPr lang="zh-CN" altLang="en-US" sz="1760" dirty="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cxnSp>
              <p:nvCxnSpPr>
                <p:cNvPr id="622" name="曲线连接符 42"/>
                <p:cNvCxnSpPr>
                  <a:stCxn id="610" idx="4"/>
                  <a:endCxn id="609" idx="5"/>
                </p:cNvCxnSpPr>
                <p:nvPr/>
              </p:nvCxnSpPr>
              <p:spPr>
                <a:xfrm rot="5400000" flipH="1">
                  <a:off x="5729563" y="1020178"/>
                  <a:ext cx="53028" cy="958310"/>
                </a:xfrm>
                <a:prstGeom prst="curvedConnector3">
                  <a:avLst>
                    <a:gd name="adj1" fmla="val -205263"/>
                  </a:avLst>
                </a:prstGeom>
                <a:ln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</p:cxnSp>
            <p:cxnSp>
              <p:nvCxnSpPr>
                <p:cNvPr id="623" name="曲线连接符 44"/>
                <p:cNvCxnSpPr>
                  <a:stCxn id="609" idx="3"/>
                  <a:endCxn id="608" idx="5"/>
                </p:cNvCxnSpPr>
                <p:nvPr/>
              </p:nvCxnSpPr>
              <p:spPr>
                <a:xfrm rot="5400000">
                  <a:off x="4394880" y="848709"/>
                  <a:ext cx="2791" cy="1249335"/>
                </a:xfrm>
                <a:prstGeom prst="curvedConnector3">
                  <a:avLst>
                    <a:gd name="adj1" fmla="val 4970000"/>
                  </a:avLst>
                </a:prstGeom>
                <a:ln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</p:cxnSp>
            <p:cxnSp>
              <p:nvCxnSpPr>
                <p:cNvPr id="624" name="曲线连接符 45"/>
                <p:cNvCxnSpPr>
                  <a:stCxn id="608" idx="3"/>
                  <a:endCxn id="607" idx="5"/>
                </p:cNvCxnSpPr>
                <p:nvPr/>
              </p:nvCxnSpPr>
              <p:spPr>
                <a:xfrm rot="5400000">
                  <a:off x="3097882" y="1058428"/>
                  <a:ext cx="2791" cy="829339"/>
                </a:xfrm>
                <a:prstGeom prst="curvedConnector3">
                  <a:avLst>
                    <a:gd name="adj1" fmla="val 5240000"/>
                  </a:avLst>
                </a:prstGeom>
                <a:ln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</p:cxnSp>
            <p:sp>
              <p:nvSpPr>
                <p:cNvPr id="625" name="文本框 624"/>
                <p:cNvSpPr txBox="1"/>
                <p:nvPr/>
              </p:nvSpPr>
              <p:spPr>
                <a:xfrm>
                  <a:off x="2810775" y="1050265"/>
                  <a:ext cx="599434" cy="205974"/>
                </a:xfrm>
                <a:prstGeom prst="rect">
                  <a:avLst/>
                </a:prstGeom>
              </p:spPr>
              <p:txBody>
                <a:bodyPr wrap="square">
                  <a:noAutofit/>
                </a:bodyPr>
                <a:lstStyle/>
                <a:p>
                  <a:pPr algn="l"/>
                  <a:r>
                    <a:rPr lang="en-US" altLang="zh-CN" sz="980" dirty="0">
                      <a:latin typeface="Arial" panose="020B0604020202020204" pitchFamily="34" charset="0"/>
                      <a:ea typeface="微软雅黑" panose="020B0503020204020204" charset="-122"/>
                    </a:rPr>
                    <a:t>reverse</a:t>
                  </a:r>
                  <a:endParaRPr lang="en-US" altLang="zh-CN" sz="980" dirty="0">
                    <a:latin typeface="Arial" panose="020B0604020202020204" pitchFamily="34" charset="0"/>
                    <a:ea typeface="微软雅黑" panose="020B0503020204020204" charset="-122"/>
                  </a:endParaRPr>
                </a:p>
              </p:txBody>
            </p:sp>
            <p:sp>
              <p:nvSpPr>
                <p:cNvPr id="626" name="文本框 625"/>
                <p:cNvSpPr txBox="1"/>
                <p:nvPr/>
              </p:nvSpPr>
              <p:spPr>
                <a:xfrm>
                  <a:off x="5502901" y="1602320"/>
                  <a:ext cx="596070" cy="216021"/>
                </a:xfrm>
                <a:prstGeom prst="rect">
                  <a:avLst/>
                </a:prstGeom>
              </p:spPr>
              <p:txBody>
                <a:bodyPr wrap="square">
                  <a:noAutofit/>
                </a:bodyPr>
                <a:lstStyle/>
                <a:p>
                  <a:pPr algn="l"/>
                  <a:r>
                    <a:rPr lang="en-US" altLang="zh-CN" sz="980" dirty="0">
                      <a:solidFill>
                        <a:schemeClr val="accent1">
                          <a:lumMod val="75000"/>
                        </a:schemeClr>
                      </a:solidFill>
                      <a:latin typeface="Arial" panose="020B0604020202020204" pitchFamily="34" charset="0"/>
                      <a:ea typeface="微软雅黑" panose="020B0503020204020204" charset="-122"/>
                    </a:rPr>
                    <a:t>forward</a:t>
                  </a:r>
                  <a:endParaRPr lang="en-US" altLang="zh-CN" sz="980" dirty="0">
                    <a:solidFill>
                      <a:schemeClr val="accent1">
                        <a:lumMod val="75000"/>
                      </a:schemeClr>
                    </a:solidFill>
                    <a:latin typeface="Arial" panose="020B0604020202020204" pitchFamily="34" charset="0"/>
                    <a:ea typeface="微软雅黑" panose="020B0503020204020204" charset="-122"/>
                  </a:endParaRPr>
                </a:p>
              </p:txBody>
            </p:sp>
            <p:graphicFrame>
              <p:nvGraphicFramePr>
                <p:cNvPr id="627" name="对象 626">
                  <a:hlinkClick r:id="" action="ppaction://ole?verb=0"/>
                </p:cNvPr>
                <p:cNvGraphicFramePr>
                  <a:graphicFrameLocks noChangeAspect="1"/>
                </p:cNvGraphicFramePr>
                <p:nvPr/>
              </p:nvGraphicFramePr>
              <p:xfrm>
                <a:off x="4173941" y="1150182"/>
                <a:ext cx="426165" cy="200950"/>
              </p:xfrm>
              <a:graphic>
                <a:graphicData uri="http://schemas.openxmlformats.org/presentationml/2006/ole">
                  <mc:AlternateContent xmlns:mc="http://schemas.openxmlformats.org/markup-compatibility/2006">
                    <mc:Choice xmlns:v="urn:schemas-microsoft-com:vml" Requires="v">
                      <p:oleObj spid="_x0000_s3326" name="" r:id="rId28" imgW="482600" imgH="228600" progId="Equation.KSEE3">
                        <p:embed/>
                      </p:oleObj>
                    </mc:Choice>
                    <mc:Fallback>
                      <p:oleObj name="" r:id="rId28" imgW="482600" imgH="228600" progId="Equation.KSEE3">
                        <p:embed/>
                        <p:pic>
                          <p:nvPicPr>
                            <p:cNvPr id="0" name="对象 339">
                              <a:hlinkClick r:id="" action="ppaction://ole?verb=0"/>
                            </p:cNvPr>
                            <p:cNvPicPr/>
                            <p:nvPr/>
                          </p:nvPicPr>
                          <p:blipFill>
                            <a:blip r:embed="rId29"/>
                            <a:stretch>
                              <a:fillRect/>
                            </a:stretch>
                          </p:blipFill>
                          <p:spPr>
                            <a:xfrm>
                              <a:off x="4173941" y="1150182"/>
                              <a:ext cx="426165" cy="200950"/>
                            </a:xfrm>
                            <a:prstGeom prst="rect">
                              <a:avLst/>
                            </a:prstGeom>
                          </p:spPr>
                        </p:pic>
                      </p:oleObj>
                    </mc:Fallback>
                  </mc:AlternateContent>
                </a:graphicData>
              </a:graphic>
            </p:graphicFrame>
            <p:graphicFrame>
              <p:nvGraphicFramePr>
                <p:cNvPr id="628" name="对象 627">
                  <a:hlinkClick r:id="" action="ppaction://ole?verb=0"/>
                </p:cNvPr>
                <p:cNvGraphicFramePr>
                  <a:graphicFrameLocks noChangeAspect="1"/>
                </p:cNvGraphicFramePr>
                <p:nvPr/>
              </p:nvGraphicFramePr>
              <p:xfrm>
                <a:off x="4183473" y="1571061"/>
                <a:ext cx="426165" cy="200950"/>
              </p:xfrm>
              <a:graphic>
                <a:graphicData uri="http://schemas.openxmlformats.org/presentationml/2006/ole">
                  <mc:AlternateContent xmlns:mc="http://schemas.openxmlformats.org/markup-compatibility/2006">
                    <mc:Choice xmlns:v="urn:schemas-microsoft-com:vml" Requires="v">
                      <p:oleObj spid="_x0000_s3327" name="" r:id="rId30" imgW="482600" imgH="228600" progId="Equation.KSEE3">
                        <p:embed/>
                      </p:oleObj>
                    </mc:Choice>
                    <mc:Fallback>
                      <p:oleObj name="" r:id="rId30" imgW="482600" imgH="228600" progId="Equation.KSEE3">
                        <p:embed/>
                        <p:pic>
                          <p:nvPicPr>
                            <p:cNvPr id="0" name="对象 341">
                              <a:hlinkClick r:id="" action="ppaction://ole?verb=0"/>
                            </p:cNvPr>
                            <p:cNvPicPr/>
                            <p:nvPr/>
                          </p:nvPicPr>
                          <p:blipFill>
                            <a:blip r:embed="rId31"/>
                            <a:stretch>
                              <a:fillRect/>
                            </a:stretch>
                          </p:blipFill>
                          <p:spPr>
                            <a:xfrm>
                              <a:off x="4183473" y="1571061"/>
                              <a:ext cx="426165" cy="200950"/>
                            </a:xfrm>
                            <a:prstGeom prst="rect">
                              <a:avLst/>
                            </a:prstGeom>
                          </p:spPr>
                        </p:pic>
                      </p:oleObj>
                    </mc:Fallback>
                  </mc:AlternateContent>
                </a:graphicData>
              </a:graphic>
            </p:graphicFrame>
          </p:grpSp>
          <p:sp>
            <p:nvSpPr>
              <p:cNvPr id="604" name="文本框 603"/>
              <p:cNvSpPr txBox="1"/>
              <p:nvPr/>
            </p:nvSpPr>
            <p:spPr>
              <a:xfrm>
                <a:off x="3924410" y="17048"/>
                <a:ext cx="915693" cy="245119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l"/>
                <a:r>
                  <a:rPr lang="en-US" altLang="zh-CN" sz="1170" b="1" dirty="0" err="1">
                    <a:latin typeface="Arial" panose="020B0604020202020204" pitchFamily="34" charset="0"/>
                    <a:ea typeface="微软雅黑" panose="020B0503020204020204" charset="-122"/>
                  </a:rPr>
                  <a:t>MAResDiff</a:t>
                </a:r>
                <a:endParaRPr lang="en-US" altLang="zh-CN" sz="1170" b="1" dirty="0">
                  <a:latin typeface="Arial" panose="020B0604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605" name="文本框 604"/>
              <p:cNvSpPr txBox="1"/>
              <p:nvPr/>
            </p:nvSpPr>
            <p:spPr>
              <a:xfrm>
                <a:off x="6622848" y="940581"/>
                <a:ext cx="599434" cy="205974"/>
              </a:xfrm>
              <a:prstGeom prst="rect">
                <a:avLst/>
              </a:prstGeom>
            </p:spPr>
            <p:txBody>
              <a:bodyPr wrap="square">
                <a:noAutofit/>
              </a:bodyPr>
              <a:lstStyle/>
              <a:p>
                <a:pPr algn="l"/>
                <a:r>
                  <a:rPr lang="en-US" altLang="zh-CN" sz="980" dirty="0">
                    <a:latin typeface="Arial" panose="020B0604020202020204" pitchFamily="34" charset="0"/>
                    <a:ea typeface="微软雅黑" panose="020B0503020204020204" charset="-122"/>
                  </a:rPr>
                  <a:t>NDCT</a:t>
                </a:r>
                <a:endParaRPr lang="en-US" altLang="zh-CN" sz="980" dirty="0">
                  <a:latin typeface="Arial" panose="020B0604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606" name="文本框 605"/>
              <p:cNvSpPr txBox="1"/>
              <p:nvPr/>
            </p:nvSpPr>
            <p:spPr>
              <a:xfrm>
                <a:off x="1694930" y="950843"/>
                <a:ext cx="599434" cy="205974"/>
              </a:xfrm>
              <a:prstGeom prst="rect">
                <a:avLst/>
              </a:prstGeom>
            </p:spPr>
            <p:txBody>
              <a:bodyPr wrap="square">
                <a:noAutofit/>
              </a:bodyPr>
              <a:lstStyle/>
              <a:p>
                <a:pPr algn="l"/>
                <a:r>
                  <a:rPr lang="en-US" altLang="zh-CN" sz="980" dirty="0">
                    <a:latin typeface="Arial" panose="020B0604020202020204" pitchFamily="34" charset="0"/>
                    <a:ea typeface="微软雅黑" panose="020B0503020204020204" charset="-122"/>
                  </a:rPr>
                  <a:t>LDCT</a:t>
                </a:r>
                <a:endParaRPr lang="en-US" altLang="zh-CN" sz="980" dirty="0">
                  <a:latin typeface="Arial" panose="020B0604020202020204" pitchFamily="34" charset="0"/>
                  <a:ea typeface="微软雅黑" panose="020B0503020204020204" charset="-122"/>
                </a:endParaRPr>
              </a:p>
            </p:txBody>
          </p:sp>
        </p:grpSp>
        <p:grpSp>
          <p:nvGrpSpPr>
            <p:cNvPr id="43" name="组合 42"/>
            <p:cNvGrpSpPr/>
            <p:nvPr/>
          </p:nvGrpSpPr>
          <p:grpSpPr>
            <a:xfrm rot="0">
              <a:off x="10646" y="10141"/>
              <a:ext cx="5394" cy="828"/>
              <a:chOff x="6618786" y="6569213"/>
              <a:chExt cx="3425327" cy="525599"/>
            </a:xfrm>
          </p:grpSpPr>
          <p:cxnSp>
            <p:nvCxnSpPr>
              <p:cNvPr id="686" name="直接箭头连接符 685"/>
              <p:cNvCxnSpPr/>
              <p:nvPr/>
            </p:nvCxnSpPr>
            <p:spPr>
              <a:xfrm>
                <a:off x="6930547" y="6600015"/>
                <a:ext cx="0" cy="179000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87" name="文本框 686"/>
              <p:cNvSpPr txBox="1"/>
              <p:nvPr/>
            </p:nvSpPr>
            <p:spPr>
              <a:xfrm>
                <a:off x="6929939" y="6569213"/>
                <a:ext cx="914068" cy="2430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80" dirty="0" err="1"/>
                  <a:t>Downsample</a:t>
                </a:r>
                <a:endParaRPr lang="en-US" altLang="zh-CN" sz="980" dirty="0"/>
              </a:p>
            </p:txBody>
          </p:sp>
          <p:cxnSp>
            <p:nvCxnSpPr>
              <p:cNvPr id="688" name="直接箭头连接符 687"/>
              <p:cNvCxnSpPr/>
              <p:nvPr/>
            </p:nvCxnSpPr>
            <p:spPr>
              <a:xfrm flipV="1">
                <a:off x="8009611" y="6600015"/>
                <a:ext cx="0" cy="173593"/>
              </a:xfrm>
              <a:prstGeom prst="straightConnector1">
                <a:avLst/>
              </a:prstGeom>
              <a:ln w="19050">
                <a:solidFill>
                  <a:srgbClr val="00B050"/>
                </a:solidFill>
                <a:tailEnd type="triangle"/>
              </a:ln>
            </p:spPr>
            <p:style>
              <a:lnRef idx="1">
                <a:schemeClr val="accent6"/>
              </a:lnRef>
              <a:fillRef idx="0">
                <a:schemeClr val="accent6"/>
              </a:fillRef>
              <a:effectRef idx="0">
                <a:schemeClr val="accent6"/>
              </a:effectRef>
              <a:fontRef idx="minor">
                <a:schemeClr val="tx1"/>
              </a:fontRef>
            </p:style>
          </p:cxnSp>
          <p:sp>
            <p:nvSpPr>
              <p:cNvPr id="689" name="文本框 688"/>
              <p:cNvSpPr txBox="1"/>
              <p:nvPr/>
            </p:nvSpPr>
            <p:spPr>
              <a:xfrm>
                <a:off x="8023712" y="6569213"/>
                <a:ext cx="914068" cy="2430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80" dirty="0" err="1"/>
                  <a:t>Upsample</a:t>
                </a:r>
                <a:endParaRPr lang="en-US" altLang="zh-CN" sz="980" dirty="0"/>
              </a:p>
            </p:txBody>
          </p:sp>
          <p:sp>
            <p:nvSpPr>
              <p:cNvPr id="690" name="流程图: 或者 689"/>
              <p:cNvSpPr/>
              <p:nvPr/>
            </p:nvSpPr>
            <p:spPr>
              <a:xfrm>
                <a:off x="8913739" y="6631658"/>
                <a:ext cx="141571" cy="140944"/>
              </a:xfrm>
              <a:prstGeom prst="flowChartOr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760"/>
              </a:p>
            </p:txBody>
          </p:sp>
          <p:sp>
            <p:nvSpPr>
              <p:cNvPr id="691" name="文本框 690"/>
              <p:cNvSpPr txBox="1"/>
              <p:nvPr/>
            </p:nvSpPr>
            <p:spPr>
              <a:xfrm>
                <a:off x="9021437" y="6590717"/>
                <a:ext cx="914068" cy="2430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80" dirty="0"/>
                  <a:t>Addition</a:t>
                </a:r>
                <a:endParaRPr lang="en-US" altLang="zh-CN" sz="980" dirty="0"/>
              </a:p>
            </p:txBody>
          </p:sp>
          <p:sp>
            <p:nvSpPr>
              <p:cNvPr id="692" name="矩形: 圆角 691"/>
              <p:cNvSpPr/>
              <p:nvPr/>
            </p:nvSpPr>
            <p:spPr>
              <a:xfrm>
                <a:off x="6618786" y="6898132"/>
                <a:ext cx="367219" cy="166661"/>
              </a:xfrm>
              <a:prstGeom prst="round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785" dirty="0">
                    <a:solidFill>
                      <a:schemeClr val="tx1"/>
                    </a:solidFill>
                  </a:rPr>
                  <a:t>AP</a:t>
                </a:r>
                <a:endParaRPr lang="zh-CN" altLang="en-US" sz="785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693" name="矩形: 圆角 692"/>
              <p:cNvSpPr/>
              <p:nvPr/>
            </p:nvSpPr>
            <p:spPr>
              <a:xfrm>
                <a:off x="7963354" y="6893512"/>
                <a:ext cx="341677" cy="154868"/>
              </a:xfrm>
              <a:prstGeom prst="round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785" dirty="0">
                    <a:solidFill>
                      <a:schemeClr val="tx1"/>
                    </a:solidFill>
                  </a:rPr>
                  <a:t>UP</a:t>
                </a:r>
                <a:endParaRPr lang="zh-CN" altLang="en-US" sz="785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694" name="文本框 693"/>
              <p:cNvSpPr txBox="1"/>
              <p:nvPr/>
            </p:nvSpPr>
            <p:spPr>
              <a:xfrm>
                <a:off x="8266010" y="6851797"/>
                <a:ext cx="693415" cy="2430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80" dirty="0" err="1"/>
                  <a:t>Upsample</a:t>
                </a:r>
                <a:endParaRPr lang="en-US" altLang="zh-CN" sz="980" dirty="0"/>
              </a:p>
            </p:txBody>
          </p:sp>
          <p:sp>
            <p:nvSpPr>
              <p:cNvPr id="946" name="矩形: 圆角 945"/>
              <p:cNvSpPr/>
              <p:nvPr/>
            </p:nvSpPr>
            <p:spPr>
              <a:xfrm rot="5400000">
                <a:off x="9050251" y="6802471"/>
                <a:ext cx="166661" cy="336950"/>
              </a:xfrm>
              <a:prstGeom prst="roundRect">
                <a:avLst/>
              </a:prstGeom>
              <a:solidFill>
                <a:schemeClr val="accent2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r>
                  <a:rPr lang="en-US" altLang="zh-CN" sz="800" dirty="0">
                    <a:solidFill>
                      <a:sysClr val="windowText" lastClr="000000"/>
                    </a:solidFill>
                  </a:rPr>
                  <a:t>GN</a:t>
                </a:r>
                <a:endParaRPr lang="zh-CN" altLang="en-US" sz="800" dirty="0">
                  <a:solidFill>
                    <a:sysClr val="windowText" lastClr="000000"/>
                  </a:solidFill>
                </a:endParaRPr>
              </a:p>
            </p:txBody>
          </p:sp>
          <p:sp>
            <p:nvSpPr>
              <p:cNvPr id="947" name="文本框 946"/>
              <p:cNvSpPr txBox="1"/>
              <p:nvPr/>
            </p:nvSpPr>
            <p:spPr>
              <a:xfrm>
                <a:off x="9235054" y="6851436"/>
                <a:ext cx="809059" cy="2430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80" dirty="0" err="1"/>
                  <a:t>GroupNorm</a:t>
                </a:r>
                <a:endParaRPr lang="en-US" altLang="zh-CN" sz="980" dirty="0"/>
              </a:p>
            </p:txBody>
          </p:sp>
        </p:grpSp>
        <p:sp>
          <p:nvSpPr>
            <p:cNvPr id="948" name="文本框 947"/>
            <p:cNvSpPr txBox="1"/>
            <p:nvPr/>
          </p:nvSpPr>
          <p:spPr>
            <a:xfrm>
              <a:off x="7389" y="5950"/>
              <a:ext cx="1601" cy="388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l"/>
              <a:r>
                <a:rPr lang="en-US" altLang="zh-CN" sz="1000" dirty="0">
                  <a:latin typeface="Arial" panose="020B0604020202020204" pitchFamily="34" charset="0"/>
                  <a:ea typeface="微软雅黑" panose="020B0503020204020204" charset="-122"/>
                </a:rPr>
                <a:t>(b)</a:t>
              </a:r>
              <a:r>
                <a:rPr lang="en-US" altLang="zh-CN" sz="1000" dirty="0" err="1">
                  <a:latin typeface="Arial" panose="020B0604020202020204" pitchFamily="34" charset="0"/>
                  <a:ea typeface="微软雅黑" panose="020B0503020204020204" charset="-122"/>
                </a:rPr>
                <a:t>ResBlock</a:t>
              </a:r>
              <a:endParaRPr lang="en-US" altLang="zh-CN" sz="1000" dirty="0">
                <a:latin typeface="Arial" panose="020B0604020202020204" pitchFamily="34" charset="0"/>
                <a:ea typeface="微软雅黑" panose="020B0503020204020204" charset="-122"/>
              </a:endParaRPr>
            </a:p>
          </p:txBody>
        </p:sp>
        <p:cxnSp>
          <p:nvCxnSpPr>
            <p:cNvPr id="45" name="直接连接符 44"/>
            <p:cNvCxnSpPr/>
            <p:nvPr/>
          </p:nvCxnSpPr>
          <p:spPr>
            <a:xfrm flipV="1">
              <a:off x="6249" y="2790"/>
              <a:ext cx="1140" cy="1178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9" name="直接连接符 948"/>
            <p:cNvCxnSpPr/>
            <p:nvPr/>
          </p:nvCxnSpPr>
          <p:spPr>
            <a:xfrm>
              <a:off x="6230" y="4302"/>
              <a:ext cx="1203" cy="1612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0" name="直接连接符 949"/>
            <p:cNvCxnSpPr/>
            <p:nvPr/>
          </p:nvCxnSpPr>
          <p:spPr>
            <a:xfrm flipV="1">
              <a:off x="6310" y="6544"/>
              <a:ext cx="1133" cy="926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1" name="直接连接符 950"/>
            <p:cNvCxnSpPr/>
            <p:nvPr/>
          </p:nvCxnSpPr>
          <p:spPr>
            <a:xfrm>
              <a:off x="6257" y="7999"/>
              <a:ext cx="1160" cy="2002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2" name="直接连接符 951"/>
            <p:cNvCxnSpPr/>
            <p:nvPr/>
          </p:nvCxnSpPr>
          <p:spPr>
            <a:xfrm flipV="1">
              <a:off x="8513" y="2868"/>
              <a:ext cx="2086" cy="5983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3" name="直接连接符 952"/>
            <p:cNvCxnSpPr/>
            <p:nvPr/>
          </p:nvCxnSpPr>
          <p:spPr>
            <a:xfrm>
              <a:off x="8550" y="9224"/>
              <a:ext cx="2365" cy="287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54" name="矩形: 圆角 953"/>
            <p:cNvSpPr/>
            <p:nvPr/>
          </p:nvSpPr>
          <p:spPr>
            <a:xfrm>
              <a:off x="574" y="9924"/>
              <a:ext cx="1472" cy="321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170" dirty="0" err="1">
                  <a:solidFill>
                    <a:schemeClr val="tx1"/>
                  </a:solidFill>
                </a:rPr>
                <a:t>ResBlock</a:t>
              </a:r>
              <a:endParaRPr lang="zh-CN" altLang="en-US" sz="1170" dirty="0">
                <a:solidFill>
                  <a:schemeClr val="tx1"/>
                </a:solidFill>
              </a:endParaRPr>
            </a:p>
          </p:txBody>
        </p:sp>
        <p:sp>
          <p:nvSpPr>
            <p:cNvPr id="955" name="矩形: 圆角 954"/>
            <p:cNvSpPr/>
            <p:nvPr/>
          </p:nvSpPr>
          <p:spPr>
            <a:xfrm>
              <a:off x="4863" y="9921"/>
              <a:ext cx="1472" cy="321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170" dirty="0" err="1">
                  <a:solidFill>
                    <a:schemeClr val="tx1"/>
                  </a:solidFill>
                </a:rPr>
                <a:t>ResBlock</a:t>
              </a:r>
              <a:endParaRPr lang="zh-CN" altLang="en-US" sz="1170" dirty="0">
                <a:solidFill>
                  <a:schemeClr val="tx1"/>
                </a:solidFill>
              </a:endParaRPr>
            </a:p>
          </p:txBody>
        </p:sp>
        <p:grpSp>
          <p:nvGrpSpPr>
            <p:cNvPr id="974" name="组合 973"/>
            <p:cNvGrpSpPr/>
            <p:nvPr/>
          </p:nvGrpSpPr>
          <p:grpSpPr>
            <a:xfrm rot="0">
              <a:off x="7364" y="2661"/>
              <a:ext cx="1563" cy="3316"/>
              <a:chOff x="1859300" y="2478832"/>
              <a:chExt cx="992762" cy="2105867"/>
            </a:xfrm>
          </p:grpSpPr>
          <p:sp>
            <p:nvSpPr>
              <p:cNvPr id="975" name="矩形: 圆角 974"/>
              <p:cNvSpPr/>
              <p:nvPr/>
            </p:nvSpPr>
            <p:spPr>
              <a:xfrm>
                <a:off x="1859300" y="2478832"/>
                <a:ext cx="992762" cy="2105867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976" name="矩形: 圆角 975"/>
              <p:cNvSpPr/>
              <p:nvPr/>
            </p:nvSpPr>
            <p:spPr>
              <a:xfrm rot="5400000">
                <a:off x="2233761" y="2749731"/>
                <a:ext cx="250428" cy="460280"/>
              </a:xfrm>
              <a:prstGeom prst="roundRect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r>
                  <a:rPr lang="en-US" altLang="zh-CN" sz="1170" dirty="0">
                    <a:solidFill>
                      <a:sysClr val="windowText" lastClr="000000"/>
                    </a:solidFill>
                  </a:rPr>
                  <a:t>Conv</a:t>
                </a:r>
                <a:endParaRPr lang="zh-CN" altLang="en-US" sz="1170" dirty="0">
                  <a:solidFill>
                    <a:sysClr val="windowText" lastClr="000000"/>
                  </a:solidFill>
                </a:endParaRPr>
              </a:p>
            </p:txBody>
          </p:sp>
          <p:sp>
            <p:nvSpPr>
              <p:cNvPr id="977" name="矩形: 圆角 976"/>
              <p:cNvSpPr/>
              <p:nvPr/>
            </p:nvSpPr>
            <p:spPr>
              <a:xfrm rot="5400000">
                <a:off x="2234800" y="3102756"/>
                <a:ext cx="250428" cy="460280"/>
              </a:xfrm>
              <a:prstGeom prst="roundRect">
                <a:avLst/>
              </a:prstGeom>
              <a:solidFill>
                <a:schemeClr val="accent2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r>
                  <a:rPr lang="en-US" altLang="zh-CN" sz="1170" dirty="0">
                    <a:solidFill>
                      <a:sysClr val="windowText" lastClr="000000"/>
                    </a:solidFill>
                  </a:rPr>
                  <a:t>GN</a:t>
                </a:r>
                <a:endParaRPr lang="zh-CN" altLang="en-US" sz="1170" dirty="0">
                  <a:solidFill>
                    <a:sysClr val="windowText" lastClr="000000"/>
                  </a:solidFill>
                </a:endParaRPr>
              </a:p>
            </p:txBody>
          </p:sp>
          <p:sp>
            <p:nvSpPr>
              <p:cNvPr id="978" name="矩形: 圆角 977"/>
              <p:cNvSpPr/>
              <p:nvPr/>
            </p:nvSpPr>
            <p:spPr>
              <a:xfrm rot="5400000">
                <a:off x="2231625" y="3714874"/>
                <a:ext cx="250428" cy="460280"/>
              </a:xfrm>
              <a:prstGeom prst="round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r>
                  <a:rPr lang="en-US" altLang="zh-CN" sz="1170" dirty="0" err="1">
                    <a:solidFill>
                      <a:sysClr val="windowText" lastClr="000000"/>
                    </a:solidFill>
                  </a:rPr>
                  <a:t>SiLU</a:t>
                </a:r>
                <a:endParaRPr lang="zh-CN" altLang="en-US" sz="1170" dirty="0">
                  <a:solidFill>
                    <a:sysClr val="windowText" lastClr="000000"/>
                  </a:solidFill>
                </a:endParaRPr>
              </a:p>
            </p:txBody>
          </p:sp>
          <p:sp>
            <p:nvSpPr>
              <p:cNvPr id="979" name="立方体 978"/>
              <p:cNvSpPr/>
              <p:nvPr/>
            </p:nvSpPr>
            <p:spPr>
              <a:xfrm>
                <a:off x="2032000" y="3559242"/>
                <a:ext cx="615950" cy="166824"/>
              </a:xfrm>
              <a:prstGeom prst="cube">
                <a:avLst>
                  <a:gd name="adj" fmla="val 23129"/>
                </a:avLst>
              </a:prstGeom>
              <a:solidFill>
                <a:schemeClr val="bg1">
                  <a:lumMod val="75000"/>
                </a:schemeClr>
              </a:solidFill>
              <a:ln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400" dirty="0">
                    <a:solidFill>
                      <a:schemeClr val="tx1"/>
                    </a:solidFill>
                  </a:rPr>
                  <a:t>Timestep embedding</a:t>
                </a:r>
                <a:endParaRPr lang="zh-CN" altLang="en-US" sz="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980" name="矩形: 圆角 979"/>
              <p:cNvSpPr/>
              <p:nvPr/>
            </p:nvSpPr>
            <p:spPr>
              <a:xfrm>
                <a:off x="1987550" y="2711450"/>
                <a:ext cx="755650" cy="1509151"/>
              </a:xfrm>
              <a:prstGeom prst="roundRect">
                <a:avLst/>
              </a:prstGeom>
              <a:noFill/>
              <a:ln>
                <a:solidFill>
                  <a:schemeClr val="tx1"/>
                </a:solidFill>
                <a:prstDash val="sysDot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981" name="直接箭头连接符 980"/>
              <p:cNvCxnSpPr>
                <a:stCxn id="975" idx="0"/>
                <a:endCxn id="976" idx="1"/>
              </p:cNvCxnSpPr>
              <p:nvPr/>
            </p:nvCxnSpPr>
            <p:spPr>
              <a:xfrm>
                <a:off x="2355681" y="2478832"/>
                <a:ext cx="3294" cy="375825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82" name="流程图: 或者 981"/>
              <p:cNvSpPr/>
              <p:nvPr/>
            </p:nvSpPr>
            <p:spPr>
              <a:xfrm>
                <a:off x="2275497" y="4269747"/>
                <a:ext cx="162684" cy="162000"/>
              </a:xfrm>
              <a:prstGeom prst="flowChartOr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760"/>
              </a:p>
            </p:txBody>
          </p:sp>
          <p:cxnSp>
            <p:nvCxnSpPr>
              <p:cNvPr id="983" name="直接连接符 982"/>
              <p:cNvCxnSpPr>
                <a:stCxn id="976" idx="3"/>
                <a:endCxn id="977" idx="1"/>
              </p:cNvCxnSpPr>
              <p:nvPr/>
            </p:nvCxnSpPr>
            <p:spPr>
              <a:xfrm>
                <a:off x="2358975" y="3105085"/>
                <a:ext cx="1039" cy="102597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84" name="直接连接符 983"/>
              <p:cNvCxnSpPr>
                <a:stCxn id="978" idx="3"/>
                <a:endCxn id="982" idx="0"/>
              </p:cNvCxnSpPr>
              <p:nvPr/>
            </p:nvCxnSpPr>
            <p:spPr>
              <a:xfrm>
                <a:off x="2356839" y="4070228"/>
                <a:ext cx="0" cy="199519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85" name="直接箭头连接符 984"/>
              <p:cNvCxnSpPr>
                <a:stCxn id="982" idx="4"/>
                <a:endCxn id="975" idx="2"/>
              </p:cNvCxnSpPr>
              <p:nvPr/>
            </p:nvCxnSpPr>
            <p:spPr>
              <a:xfrm flipH="1">
                <a:off x="2355681" y="4431747"/>
                <a:ext cx="1158" cy="152952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86" name="文本框 985"/>
              <p:cNvSpPr txBox="1"/>
              <p:nvPr/>
            </p:nvSpPr>
            <p:spPr>
              <a:xfrm>
                <a:off x="1977287" y="4007266"/>
                <a:ext cx="457272" cy="2725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170" dirty="0"/>
                  <a:t>x2</a:t>
                </a:r>
                <a:endParaRPr lang="zh-CN" altLang="en-US" sz="1170" dirty="0"/>
              </a:p>
            </p:txBody>
          </p:sp>
          <p:cxnSp>
            <p:nvCxnSpPr>
              <p:cNvPr id="987" name="直接连接符 986"/>
              <p:cNvCxnSpPr>
                <a:stCxn id="977" idx="3"/>
                <a:endCxn id="979" idx="0"/>
              </p:cNvCxnSpPr>
              <p:nvPr/>
            </p:nvCxnSpPr>
            <p:spPr>
              <a:xfrm flipH="1">
                <a:off x="2359267" y="3458110"/>
                <a:ext cx="747" cy="101132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88" name="直接连接符 987"/>
              <p:cNvCxnSpPr>
                <a:endCxn id="978" idx="1"/>
              </p:cNvCxnSpPr>
              <p:nvPr/>
            </p:nvCxnSpPr>
            <p:spPr>
              <a:xfrm>
                <a:off x="2356839" y="3739310"/>
                <a:ext cx="0" cy="8049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89" name="连接符: 肘形 988"/>
              <p:cNvCxnSpPr>
                <a:endCxn id="982" idx="2"/>
              </p:cNvCxnSpPr>
              <p:nvPr/>
            </p:nvCxnSpPr>
            <p:spPr>
              <a:xfrm rot="5400000">
                <a:off x="1457048" y="3452111"/>
                <a:ext cx="1717086" cy="80187"/>
              </a:xfrm>
              <a:prstGeom prst="bentConnector4">
                <a:avLst>
                  <a:gd name="adj1" fmla="val -2561"/>
                  <a:gd name="adj2" fmla="val 539504"/>
                </a:avLst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" name="组合 1"/>
            <p:cNvGrpSpPr/>
            <p:nvPr/>
          </p:nvGrpSpPr>
          <p:grpSpPr>
            <a:xfrm rot="0">
              <a:off x="10514" y="2755"/>
              <a:ext cx="5010" cy="6777"/>
              <a:chOff x="6534766" y="1878979"/>
              <a:chExt cx="3181189" cy="4303531"/>
            </a:xfrm>
          </p:grpSpPr>
          <p:grpSp>
            <p:nvGrpSpPr>
              <p:cNvPr id="35" name="组合 34"/>
              <p:cNvGrpSpPr/>
              <p:nvPr/>
            </p:nvGrpSpPr>
            <p:grpSpPr>
              <a:xfrm>
                <a:off x="6534766" y="1878979"/>
                <a:ext cx="3181189" cy="4303531"/>
                <a:chOff x="6498113" y="1672308"/>
                <a:chExt cx="3470273" cy="4694606"/>
              </a:xfrm>
            </p:grpSpPr>
            <p:sp>
              <p:nvSpPr>
                <p:cNvPr id="630" name="矩形: 圆角 629"/>
                <p:cNvSpPr/>
                <p:nvPr/>
              </p:nvSpPr>
              <p:spPr>
                <a:xfrm>
                  <a:off x="6531759" y="1672308"/>
                  <a:ext cx="3436627" cy="4694606"/>
                </a:xfrm>
                <a:prstGeom prst="roundRect">
                  <a:avLst>
                    <a:gd name="adj" fmla="val 7615"/>
                  </a:avLst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 w="158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 dirty="0"/>
                </a:p>
              </p:txBody>
            </p:sp>
            <p:cxnSp>
              <p:nvCxnSpPr>
                <p:cNvPr id="631" name="直接箭头连接符 630"/>
                <p:cNvCxnSpPr>
                  <a:stCxn id="630" idx="0"/>
                  <a:endCxn id="632" idx="1"/>
                </p:cNvCxnSpPr>
                <p:nvPr/>
              </p:nvCxnSpPr>
              <p:spPr>
                <a:xfrm flipH="1">
                  <a:off x="8240270" y="1672308"/>
                  <a:ext cx="9803" cy="333373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632" name="矩形: 圆角 631"/>
                <p:cNvSpPr/>
                <p:nvPr/>
              </p:nvSpPr>
              <p:spPr>
                <a:xfrm rot="5400000">
                  <a:off x="8079665" y="1882651"/>
                  <a:ext cx="321211" cy="567271"/>
                </a:xfrm>
                <a:prstGeom prst="roundRect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4">
                    <a:shade val="50000"/>
                  </a:schemeClr>
                </a:lnRef>
                <a:fillRef idx="1">
                  <a:schemeClr val="accent4"/>
                </a:fillRef>
                <a:effectRef idx="0">
                  <a:schemeClr val="accent4"/>
                </a:effectRef>
                <a:fontRef idx="minor">
                  <a:schemeClr val="lt1"/>
                </a:fontRef>
              </p:style>
              <p:txBody>
                <a:bodyPr vert="vert270" rtlCol="0" anchor="ctr"/>
                <a:lstStyle/>
                <a:p>
                  <a:pPr algn="ctr"/>
                  <a:r>
                    <a:rPr lang="en-US" altLang="zh-CN" sz="1170" dirty="0">
                      <a:solidFill>
                        <a:sysClr val="windowText" lastClr="000000"/>
                      </a:solidFill>
                    </a:rPr>
                    <a:t>Conv</a:t>
                  </a:r>
                  <a:endParaRPr lang="zh-CN" altLang="en-US" sz="1170" dirty="0">
                    <a:solidFill>
                      <a:sysClr val="windowText" lastClr="000000"/>
                    </a:solidFill>
                  </a:endParaRPr>
                </a:p>
              </p:txBody>
            </p:sp>
            <p:cxnSp>
              <p:nvCxnSpPr>
                <p:cNvPr id="633" name="直接连接符 632"/>
                <p:cNvCxnSpPr>
                  <a:stCxn id="632" idx="3"/>
                </p:cNvCxnSpPr>
                <p:nvPr/>
              </p:nvCxnSpPr>
              <p:spPr>
                <a:xfrm>
                  <a:off x="8240270" y="2326891"/>
                  <a:ext cx="0" cy="247959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34" name="直接连接符 633"/>
                <p:cNvCxnSpPr/>
                <p:nvPr/>
              </p:nvCxnSpPr>
              <p:spPr>
                <a:xfrm>
                  <a:off x="7202483" y="2574851"/>
                  <a:ext cx="2138075" cy="0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636" name="矩形: 圆角 635"/>
                <p:cNvSpPr/>
                <p:nvPr/>
              </p:nvSpPr>
              <p:spPr>
                <a:xfrm>
                  <a:off x="8024322" y="2885502"/>
                  <a:ext cx="429557" cy="242241"/>
                </a:xfrm>
                <a:prstGeom prst="roundRect">
                  <a:avLst/>
                </a:prstGeom>
                <a:noFill/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170" dirty="0">
                      <a:solidFill>
                        <a:schemeClr val="tx1"/>
                      </a:solidFill>
                    </a:rPr>
                    <a:t>AP</a:t>
                  </a:r>
                  <a:endParaRPr lang="zh-CN" altLang="en-US" sz="117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637" name="矩形: 圆角 636"/>
                <p:cNvSpPr/>
                <p:nvPr/>
              </p:nvSpPr>
              <p:spPr>
                <a:xfrm>
                  <a:off x="9134545" y="2885502"/>
                  <a:ext cx="429557" cy="242241"/>
                </a:xfrm>
                <a:prstGeom prst="roundRect">
                  <a:avLst/>
                </a:prstGeom>
                <a:noFill/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170" dirty="0">
                      <a:solidFill>
                        <a:schemeClr val="tx1"/>
                      </a:solidFill>
                    </a:rPr>
                    <a:t>AP</a:t>
                  </a:r>
                  <a:endParaRPr lang="zh-CN" altLang="en-US" sz="1170" dirty="0">
                    <a:solidFill>
                      <a:schemeClr val="tx1"/>
                    </a:solidFill>
                  </a:endParaRPr>
                </a:p>
              </p:txBody>
            </p:sp>
            <p:cxnSp>
              <p:nvCxnSpPr>
                <p:cNvPr id="638" name="直接箭头连接符 637"/>
                <p:cNvCxnSpPr/>
                <p:nvPr/>
              </p:nvCxnSpPr>
              <p:spPr>
                <a:xfrm>
                  <a:off x="7202483" y="2564683"/>
                  <a:ext cx="0" cy="320819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39" name="直接箭头连接符 638"/>
                <p:cNvCxnSpPr/>
                <p:nvPr/>
              </p:nvCxnSpPr>
              <p:spPr>
                <a:xfrm>
                  <a:off x="8238574" y="2574851"/>
                  <a:ext cx="528" cy="310652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40" name="直接箭头连接符 639"/>
                <p:cNvCxnSpPr>
                  <a:endCxn id="637" idx="0"/>
                </p:cNvCxnSpPr>
                <p:nvPr/>
              </p:nvCxnSpPr>
              <p:spPr>
                <a:xfrm>
                  <a:off x="9349324" y="2564683"/>
                  <a:ext cx="0" cy="320819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641" name="矩形: 圆角 640"/>
                <p:cNvSpPr/>
                <p:nvPr/>
              </p:nvSpPr>
              <p:spPr>
                <a:xfrm>
                  <a:off x="6896435" y="3741528"/>
                  <a:ext cx="613077" cy="242241"/>
                </a:xfrm>
                <a:prstGeom prst="roundRect">
                  <a:avLst/>
                </a:prstGeom>
                <a:solidFill>
                  <a:schemeClr val="accent2">
                    <a:lumMod val="60000"/>
                    <a:lumOff val="40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170" dirty="0">
                      <a:solidFill>
                        <a:schemeClr val="tx1"/>
                      </a:solidFill>
                    </a:rPr>
                    <a:t>MAA</a:t>
                  </a:r>
                  <a:endParaRPr lang="zh-CN" altLang="en-US" sz="117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642" name="矩形: 圆角 641"/>
                <p:cNvSpPr/>
                <p:nvPr/>
              </p:nvSpPr>
              <p:spPr>
                <a:xfrm>
                  <a:off x="7933731" y="3744120"/>
                  <a:ext cx="613077" cy="242241"/>
                </a:xfrm>
                <a:prstGeom prst="roundRect">
                  <a:avLst/>
                </a:prstGeom>
                <a:solidFill>
                  <a:schemeClr val="accent2">
                    <a:lumMod val="60000"/>
                    <a:lumOff val="40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170" dirty="0">
                      <a:solidFill>
                        <a:schemeClr val="tx1"/>
                      </a:solidFill>
                    </a:rPr>
                    <a:t>MAA</a:t>
                  </a:r>
                  <a:endParaRPr lang="zh-CN" altLang="en-US" sz="1170" dirty="0"/>
                </a:p>
              </p:txBody>
            </p:sp>
            <p:sp>
              <p:nvSpPr>
                <p:cNvPr id="643" name="矩形: 圆角 642"/>
                <p:cNvSpPr/>
                <p:nvPr/>
              </p:nvSpPr>
              <p:spPr>
                <a:xfrm>
                  <a:off x="9041197" y="3741528"/>
                  <a:ext cx="613077" cy="242241"/>
                </a:xfrm>
                <a:prstGeom prst="roundRect">
                  <a:avLst/>
                </a:prstGeom>
                <a:solidFill>
                  <a:schemeClr val="accent2">
                    <a:lumMod val="60000"/>
                    <a:lumOff val="40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170" dirty="0">
                      <a:solidFill>
                        <a:schemeClr val="tx1"/>
                      </a:solidFill>
                    </a:rPr>
                    <a:t>MAA</a:t>
                  </a:r>
                  <a:endParaRPr lang="zh-CN" altLang="en-US" sz="1170" dirty="0"/>
                </a:p>
              </p:txBody>
            </p:sp>
            <p:cxnSp>
              <p:nvCxnSpPr>
                <p:cNvPr id="644" name="直接箭头连接符 643"/>
                <p:cNvCxnSpPr>
                  <a:endCxn id="641" idx="0"/>
                </p:cNvCxnSpPr>
                <p:nvPr/>
              </p:nvCxnSpPr>
              <p:spPr>
                <a:xfrm>
                  <a:off x="7202483" y="3127744"/>
                  <a:ext cx="491" cy="613784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645" name="流程图: 或者 644"/>
                <p:cNvSpPr/>
                <p:nvPr/>
              </p:nvSpPr>
              <p:spPr>
                <a:xfrm>
                  <a:off x="8151536" y="3340335"/>
                  <a:ext cx="177468" cy="176721"/>
                </a:xfrm>
                <a:prstGeom prst="flowChartOr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  <p:sp>
              <p:nvSpPr>
                <p:cNvPr id="646" name="流程图: 或者 645"/>
                <p:cNvSpPr/>
                <p:nvPr/>
              </p:nvSpPr>
              <p:spPr>
                <a:xfrm>
                  <a:off x="9259002" y="3322565"/>
                  <a:ext cx="177468" cy="176721"/>
                </a:xfrm>
                <a:prstGeom prst="flowChartOr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  <p:cxnSp>
              <p:nvCxnSpPr>
                <p:cNvPr id="647" name="直接箭头连接符 646"/>
                <p:cNvCxnSpPr>
                  <a:endCxn id="642" idx="0"/>
                </p:cNvCxnSpPr>
                <p:nvPr/>
              </p:nvCxnSpPr>
              <p:spPr>
                <a:xfrm>
                  <a:off x="8240269" y="3127744"/>
                  <a:ext cx="0" cy="616376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48" name="直接箭头连接符 647"/>
                <p:cNvCxnSpPr>
                  <a:stCxn id="637" idx="2"/>
                  <a:endCxn id="643" idx="0"/>
                </p:cNvCxnSpPr>
                <p:nvPr/>
              </p:nvCxnSpPr>
              <p:spPr>
                <a:xfrm flipH="1">
                  <a:off x="9347735" y="3127744"/>
                  <a:ext cx="1589" cy="613784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49" name="连接符: 肘形 648"/>
                <p:cNvCxnSpPr>
                  <a:stCxn id="641" idx="3"/>
                  <a:endCxn id="645" idx="2"/>
                </p:cNvCxnSpPr>
                <p:nvPr/>
              </p:nvCxnSpPr>
              <p:spPr>
                <a:xfrm flipV="1">
                  <a:off x="7509512" y="3428696"/>
                  <a:ext cx="642025" cy="433953"/>
                </a:xfrm>
                <a:prstGeom prst="bentConnector3">
                  <a:avLst/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50" name="连接符: 肘形 649"/>
                <p:cNvCxnSpPr>
                  <a:stCxn id="642" idx="3"/>
                  <a:endCxn id="646" idx="2"/>
                </p:cNvCxnSpPr>
                <p:nvPr/>
              </p:nvCxnSpPr>
              <p:spPr>
                <a:xfrm flipV="1">
                  <a:off x="8546808" y="3410927"/>
                  <a:ext cx="712193" cy="454315"/>
                </a:xfrm>
                <a:prstGeom prst="bentConnector3">
                  <a:avLst/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651" name="矩形: 圆角 650"/>
                <p:cNvSpPr/>
                <p:nvPr/>
              </p:nvSpPr>
              <p:spPr>
                <a:xfrm>
                  <a:off x="6967019" y="4340937"/>
                  <a:ext cx="471909" cy="242241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170" dirty="0">
                      <a:solidFill>
                        <a:schemeClr val="tx1"/>
                      </a:solidFill>
                    </a:rPr>
                    <a:t>UP</a:t>
                  </a:r>
                  <a:endParaRPr lang="zh-CN" altLang="en-US" sz="117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652" name="矩形: 圆角 651"/>
                <p:cNvSpPr/>
                <p:nvPr/>
              </p:nvSpPr>
              <p:spPr>
                <a:xfrm>
                  <a:off x="8004316" y="4340937"/>
                  <a:ext cx="471909" cy="242241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170" dirty="0">
                      <a:solidFill>
                        <a:schemeClr val="tx1"/>
                      </a:solidFill>
                    </a:rPr>
                    <a:t>UP</a:t>
                  </a:r>
                  <a:endParaRPr lang="zh-CN" altLang="en-US" sz="117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653" name="矩形: 圆角 652"/>
                <p:cNvSpPr/>
                <p:nvPr/>
              </p:nvSpPr>
              <p:spPr>
                <a:xfrm>
                  <a:off x="9111780" y="4347295"/>
                  <a:ext cx="471909" cy="242241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170" dirty="0">
                      <a:solidFill>
                        <a:schemeClr val="tx1"/>
                      </a:solidFill>
                    </a:rPr>
                    <a:t>UP</a:t>
                  </a:r>
                  <a:endParaRPr lang="zh-CN" altLang="en-US" sz="1170" dirty="0">
                    <a:solidFill>
                      <a:schemeClr val="tx1"/>
                    </a:solidFill>
                  </a:endParaRPr>
                </a:p>
              </p:txBody>
            </p:sp>
            <p:cxnSp>
              <p:nvCxnSpPr>
                <p:cNvPr id="654" name="直接箭头连接符 653"/>
                <p:cNvCxnSpPr>
                  <a:stCxn id="641" idx="2"/>
                  <a:endCxn id="651" idx="0"/>
                </p:cNvCxnSpPr>
                <p:nvPr/>
              </p:nvCxnSpPr>
              <p:spPr>
                <a:xfrm flipH="1">
                  <a:off x="7202973" y="3983768"/>
                  <a:ext cx="1" cy="357168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55" name="直接箭头连接符 654"/>
                <p:cNvCxnSpPr>
                  <a:stCxn id="642" idx="2"/>
                </p:cNvCxnSpPr>
                <p:nvPr/>
              </p:nvCxnSpPr>
              <p:spPr>
                <a:xfrm>
                  <a:off x="8240269" y="3986362"/>
                  <a:ext cx="0" cy="354576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56" name="直接箭头连接符 655"/>
                <p:cNvCxnSpPr>
                  <a:stCxn id="643" idx="2"/>
                  <a:endCxn id="653" idx="0"/>
                </p:cNvCxnSpPr>
                <p:nvPr/>
              </p:nvCxnSpPr>
              <p:spPr>
                <a:xfrm flipH="1">
                  <a:off x="9347734" y="3983768"/>
                  <a:ext cx="1" cy="363525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657" name="流程图: 或者 656"/>
                <p:cNvSpPr/>
                <p:nvPr/>
              </p:nvSpPr>
              <p:spPr>
                <a:xfrm>
                  <a:off x="8153621" y="4785131"/>
                  <a:ext cx="177468" cy="176721"/>
                </a:xfrm>
                <a:prstGeom prst="flowChartOr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 dirty="0"/>
                </a:p>
              </p:txBody>
            </p:sp>
            <p:cxnSp>
              <p:nvCxnSpPr>
                <p:cNvPr id="658" name="连接符: 肘形 657"/>
                <p:cNvCxnSpPr>
                  <a:stCxn id="651" idx="2"/>
                  <a:endCxn id="657" idx="2"/>
                </p:cNvCxnSpPr>
                <p:nvPr/>
              </p:nvCxnSpPr>
              <p:spPr>
                <a:xfrm rot="16200000" flipH="1">
                  <a:off x="7533141" y="4253010"/>
                  <a:ext cx="290313" cy="950650"/>
                </a:xfrm>
                <a:prstGeom prst="bentConnector2">
                  <a:avLst/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59" name="直接箭头连接符 658"/>
                <p:cNvCxnSpPr>
                  <a:stCxn id="652" idx="2"/>
                  <a:endCxn id="657" idx="0"/>
                </p:cNvCxnSpPr>
                <p:nvPr/>
              </p:nvCxnSpPr>
              <p:spPr>
                <a:xfrm>
                  <a:off x="8240269" y="4583179"/>
                  <a:ext cx="2087" cy="201953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60" name="连接符: 肘形 659"/>
                <p:cNvCxnSpPr>
                  <a:stCxn id="653" idx="2"/>
                  <a:endCxn id="657" idx="6"/>
                </p:cNvCxnSpPr>
                <p:nvPr/>
              </p:nvCxnSpPr>
              <p:spPr>
                <a:xfrm rot="5400000">
                  <a:off x="8697435" y="4223192"/>
                  <a:ext cx="283955" cy="1016645"/>
                </a:xfrm>
                <a:prstGeom prst="bentConnector2">
                  <a:avLst/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661" name="矩形: 圆角 660"/>
                <p:cNvSpPr/>
                <p:nvPr/>
              </p:nvSpPr>
              <p:spPr>
                <a:xfrm rot="5400000">
                  <a:off x="8084777" y="5020074"/>
                  <a:ext cx="321211" cy="567271"/>
                </a:xfrm>
                <a:prstGeom prst="roundRect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4">
                    <a:shade val="50000"/>
                  </a:schemeClr>
                </a:lnRef>
                <a:fillRef idx="1">
                  <a:schemeClr val="accent4"/>
                </a:fillRef>
                <a:effectRef idx="0">
                  <a:schemeClr val="accent4"/>
                </a:effectRef>
                <a:fontRef idx="minor">
                  <a:schemeClr val="lt1"/>
                </a:fontRef>
              </p:style>
              <p:txBody>
                <a:bodyPr vert="vert270" rtlCol="0" anchor="ctr"/>
                <a:lstStyle/>
                <a:p>
                  <a:pPr algn="ctr"/>
                  <a:r>
                    <a:rPr lang="en-US" altLang="zh-CN" sz="1170" dirty="0">
                      <a:solidFill>
                        <a:sysClr val="windowText" lastClr="000000"/>
                      </a:solidFill>
                    </a:rPr>
                    <a:t>Conv</a:t>
                  </a:r>
                  <a:endParaRPr lang="zh-CN" altLang="en-US" sz="1170" dirty="0">
                    <a:solidFill>
                      <a:sysClr val="windowText" lastClr="000000"/>
                    </a:solidFill>
                  </a:endParaRPr>
                </a:p>
              </p:txBody>
            </p:sp>
            <p:sp>
              <p:nvSpPr>
                <p:cNvPr id="662" name="矩形: 圆角 661"/>
                <p:cNvSpPr/>
                <p:nvPr/>
              </p:nvSpPr>
              <p:spPr>
                <a:xfrm rot="5400000">
                  <a:off x="8081820" y="5747456"/>
                  <a:ext cx="321211" cy="567271"/>
                </a:xfrm>
                <a:prstGeom prst="roundRect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4">
                    <a:shade val="50000"/>
                  </a:schemeClr>
                </a:lnRef>
                <a:fillRef idx="1">
                  <a:schemeClr val="accent4"/>
                </a:fillRef>
                <a:effectRef idx="0">
                  <a:schemeClr val="accent4"/>
                </a:effectRef>
                <a:fontRef idx="minor">
                  <a:schemeClr val="lt1"/>
                </a:fontRef>
              </p:style>
              <p:txBody>
                <a:bodyPr vert="vert270" rtlCol="0" anchor="ctr"/>
                <a:lstStyle/>
                <a:p>
                  <a:pPr algn="ctr"/>
                  <a:r>
                    <a:rPr lang="en-US" altLang="zh-CN" sz="1170" dirty="0">
                      <a:solidFill>
                        <a:sysClr val="windowText" lastClr="000000"/>
                      </a:solidFill>
                    </a:rPr>
                    <a:t>Conv</a:t>
                  </a:r>
                  <a:endParaRPr lang="zh-CN" altLang="en-US" sz="1170" dirty="0">
                    <a:solidFill>
                      <a:sysClr val="windowText" lastClr="000000"/>
                    </a:solidFill>
                  </a:endParaRPr>
                </a:p>
              </p:txBody>
            </p:sp>
            <p:cxnSp>
              <p:nvCxnSpPr>
                <p:cNvPr id="663" name="直接箭头连接符 662"/>
                <p:cNvCxnSpPr>
                  <a:endCxn id="661" idx="1"/>
                </p:cNvCxnSpPr>
                <p:nvPr/>
              </p:nvCxnSpPr>
              <p:spPr>
                <a:xfrm>
                  <a:off x="8242354" y="4961852"/>
                  <a:ext cx="3026" cy="181252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64" name="直接箭头连接符 663"/>
                <p:cNvCxnSpPr>
                  <a:stCxn id="661" idx="3"/>
                  <a:endCxn id="662" idx="1"/>
                </p:cNvCxnSpPr>
                <p:nvPr/>
              </p:nvCxnSpPr>
              <p:spPr>
                <a:xfrm flipH="1">
                  <a:off x="8242426" y="5464316"/>
                  <a:ext cx="2957" cy="406172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665" name="流程图: 或者 664"/>
                <p:cNvSpPr/>
                <p:nvPr/>
              </p:nvSpPr>
              <p:spPr>
                <a:xfrm>
                  <a:off x="8159673" y="5562993"/>
                  <a:ext cx="177468" cy="176721"/>
                </a:xfrm>
                <a:prstGeom prst="flowChartOr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  <p:cxnSp>
              <p:nvCxnSpPr>
                <p:cNvPr id="666" name="直接连接符 665"/>
                <p:cNvCxnSpPr/>
                <p:nvPr/>
              </p:nvCxnSpPr>
              <p:spPr>
                <a:xfrm>
                  <a:off x="8240269" y="2450871"/>
                  <a:ext cx="1530150" cy="0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67" name="连接符: 肘形 666"/>
                <p:cNvCxnSpPr>
                  <a:endCxn id="665" idx="6"/>
                </p:cNvCxnSpPr>
                <p:nvPr/>
              </p:nvCxnSpPr>
              <p:spPr>
                <a:xfrm rot="5400000">
                  <a:off x="7447208" y="3340801"/>
                  <a:ext cx="3200482" cy="1420622"/>
                </a:xfrm>
                <a:prstGeom prst="bentConnector2">
                  <a:avLst/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68" name="直接箭头连接符 667"/>
                <p:cNvCxnSpPr>
                  <a:stCxn id="662" idx="3"/>
                  <a:endCxn id="630" idx="2"/>
                </p:cNvCxnSpPr>
                <p:nvPr/>
              </p:nvCxnSpPr>
              <p:spPr>
                <a:xfrm>
                  <a:off x="8242425" y="6191697"/>
                  <a:ext cx="7648" cy="175217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669" name="文本框 668"/>
                    <p:cNvSpPr txBox="1"/>
                    <p:nvPr/>
                  </p:nvSpPr>
                  <p:spPr>
                    <a:xfrm>
                      <a:off x="6498113" y="2887701"/>
                      <a:ext cx="640985" cy="22595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f>
                              <m:fPr>
                                <m:ctrlPr>
                                  <a:rPr lang="zh-CN" altLang="en-US" sz="785" i="1">
                                    <a:solidFill>
                                      <a:srgbClr val="836967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zh-CN" altLang="en-US" sz="785" i="1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num>
                              <m:den>
                                <m:r>
                                  <a:rPr lang="zh-CN" altLang="en-US" sz="785">
                                    <a:latin typeface="Cambria Math" panose="02040503050406030204" pitchFamily="18" charset="0"/>
                                  </a:rPr>
                                  <m:t>8</m:t>
                                </m:r>
                              </m:den>
                            </m:f>
                            <m:r>
                              <a:rPr lang="zh-CN" altLang="en-US" sz="785">
                                <a:latin typeface="Cambria Math" panose="02040503050406030204" pitchFamily="18" charset="0"/>
                              </a:rPr>
                              <m:t>×</m:t>
                            </m:r>
                            <m:f>
                              <m:fPr>
                                <m:ctrlPr>
                                  <a:rPr lang="zh-CN" altLang="en-US" sz="785" i="1">
                                    <a:solidFill>
                                      <a:srgbClr val="836967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altLang="zh-CN" sz="785" i="1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num>
                              <m:den>
                                <m:r>
                                  <a:rPr lang="zh-CN" altLang="en-US" sz="785">
                                    <a:latin typeface="Cambria Math" panose="02040503050406030204" pitchFamily="18" charset="0"/>
                                  </a:rPr>
                                  <m:t>8</m:t>
                                </m:r>
                              </m:den>
                            </m:f>
                          </m:oMath>
                        </m:oMathPara>
                      </a14:m>
                      <a:endParaRPr lang="zh-CN" altLang="en-US" sz="785" dirty="0"/>
                    </a:p>
                  </p:txBody>
                </p:sp>
              </mc:Choice>
              <mc:Fallback>
                <p:sp>
                  <p:nvSpPr>
                    <p:cNvPr id="669" name="文本框 668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498113" y="2887701"/>
                      <a:ext cx="640985" cy="225959"/>
                    </a:xfrm>
                    <a:prstGeom prst="rect">
                      <a:avLst/>
                    </a:prstGeom>
                    <a:blipFill rotWithShape="1">
                      <a:blip r:embed="rId32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670" name="文本框 669"/>
                    <p:cNvSpPr txBox="1"/>
                    <p:nvPr/>
                  </p:nvSpPr>
                  <p:spPr>
                    <a:xfrm>
                      <a:off x="7531236" y="2885501"/>
                      <a:ext cx="640985" cy="225190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f>
                              <m:fPr>
                                <m:ctrlPr>
                                  <a:rPr lang="zh-CN" altLang="en-US" sz="785" i="1">
                                    <a:solidFill>
                                      <a:srgbClr val="836967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zh-CN" altLang="en-US" sz="785" i="1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num>
                              <m:den>
                                <m:r>
                                  <a:rPr lang="en-US" altLang="zh-CN" sz="785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den>
                            </m:f>
                            <m:r>
                              <a:rPr lang="zh-CN" altLang="en-US" sz="785">
                                <a:latin typeface="Cambria Math" panose="02040503050406030204" pitchFamily="18" charset="0"/>
                              </a:rPr>
                              <m:t>×</m:t>
                            </m:r>
                            <m:f>
                              <m:fPr>
                                <m:ctrlPr>
                                  <a:rPr lang="zh-CN" altLang="en-US" sz="785" i="1">
                                    <a:solidFill>
                                      <a:srgbClr val="836967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altLang="zh-CN" sz="785" i="1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num>
                              <m:den>
                                <m:r>
                                  <a:rPr lang="en-US" altLang="zh-CN" sz="785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den>
                            </m:f>
                          </m:oMath>
                        </m:oMathPara>
                      </a14:m>
                      <a:endParaRPr lang="zh-CN" altLang="en-US" sz="785" dirty="0"/>
                    </a:p>
                  </p:txBody>
                </p:sp>
              </mc:Choice>
              <mc:Fallback>
                <p:sp>
                  <p:nvSpPr>
                    <p:cNvPr id="670" name="文本框 669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531236" y="2885501"/>
                      <a:ext cx="640985" cy="225190"/>
                    </a:xfrm>
                    <a:prstGeom prst="rect">
                      <a:avLst/>
                    </a:prstGeom>
                    <a:blipFill rotWithShape="1">
                      <a:blip r:embed="rId33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671" name="文本框 670"/>
                    <p:cNvSpPr txBox="1"/>
                    <p:nvPr/>
                  </p:nvSpPr>
                  <p:spPr>
                    <a:xfrm>
                      <a:off x="8637298" y="2900933"/>
                      <a:ext cx="640985" cy="225190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f>
                              <m:fPr>
                                <m:ctrlPr>
                                  <a:rPr lang="zh-CN" altLang="en-US" sz="785" i="1">
                                    <a:solidFill>
                                      <a:srgbClr val="836967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zh-CN" altLang="en-US" sz="785" i="1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num>
                              <m:den>
                                <m:r>
                                  <a:rPr lang="en-US" altLang="zh-CN" sz="785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  <m:r>
                              <a:rPr lang="zh-CN" altLang="en-US" sz="785">
                                <a:latin typeface="Cambria Math" panose="02040503050406030204" pitchFamily="18" charset="0"/>
                              </a:rPr>
                              <m:t>×</m:t>
                            </m:r>
                            <m:f>
                              <m:fPr>
                                <m:ctrlPr>
                                  <a:rPr lang="zh-CN" altLang="en-US" sz="785" i="1">
                                    <a:solidFill>
                                      <a:srgbClr val="836967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altLang="zh-CN" sz="785" i="1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num>
                              <m:den>
                                <m:r>
                                  <a:rPr lang="en-US" altLang="zh-CN" sz="785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</m:oMath>
                        </m:oMathPara>
                      </a14:m>
                      <a:endParaRPr lang="zh-CN" altLang="en-US" sz="785" dirty="0"/>
                    </a:p>
                  </p:txBody>
                </p:sp>
              </mc:Choice>
              <mc:Fallback>
                <p:sp>
                  <p:nvSpPr>
                    <p:cNvPr id="671" name="文本框 670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637298" y="2900933"/>
                      <a:ext cx="640985" cy="225190"/>
                    </a:xfrm>
                    <a:prstGeom prst="rect">
                      <a:avLst/>
                    </a:prstGeom>
                    <a:blipFill rotWithShape="1">
                      <a:blip r:embed="rId34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672" name="文本框 671"/>
                    <p:cNvSpPr txBox="1"/>
                    <p:nvPr/>
                  </p:nvSpPr>
                  <p:spPr>
                    <a:xfrm>
                      <a:off x="6639000" y="4444065"/>
                      <a:ext cx="308995" cy="120482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zh-CN" altLang="en-US" sz="785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  <m:r>
                              <a:rPr lang="zh-CN" altLang="en-US" sz="785">
                                <a:latin typeface="Cambria Math" panose="02040503050406030204" pitchFamily="18" charset="0"/>
                              </a:rPr>
                              <m:t>×</m:t>
                            </m:r>
                            <m:r>
                              <m:rPr>
                                <m:sty m:val="p"/>
                              </m:rPr>
                              <a:rPr lang="en-US" altLang="zh-CN" sz="785">
                                <a:latin typeface="Cambria Math" panose="02040503050406030204" pitchFamily="18" charset="0"/>
                              </a:rPr>
                              <m:t>W</m:t>
                            </m:r>
                          </m:oMath>
                        </m:oMathPara>
                      </a14:m>
                      <a:endParaRPr lang="zh-CN" altLang="en-US" sz="785" dirty="0"/>
                    </a:p>
                  </p:txBody>
                </p:sp>
              </mc:Choice>
              <mc:Fallback>
                <p:sp>
                  <p:nvSpPr>
                    <p:cNvPr id="672" name="文本框 671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639000" y="4444065"/>
                      <a:ext cx="308995" cy="120482"/>
                    </a:xfrm>
                    <a:prstGeom prst="rect">
                      <a:avLst/>
                    </a:prstGeom>
                    <a:blipFill rotWithShape="1">
                      <a:blip r:embed="rId35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673" name="文本框 672"/>
                    <p:cNvSpPr txBox="1"/>
                    <p:nvPr/>
                  </p:nvSpPr>
                  <p:spPr>
                    <a:xfrm>
                      <a:off x="7693913" y="4426990"/>
                      <a:ext cx="308995" cy="120482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zh-CN" altLang="en-US" sz="785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  <m:r>
                              <a:rPr lang="zh-CN" altLang="en-US" sz="785">
                                <a:latin typeface="Cambria Math" panose="02040503050406030204" pitchFamily="18" charset="0"/>
                              </a:rPr>
                              <m:t>×</m:t>
                            </m:r>
                            <m:r>
                              <m:rPr>
                                <m:sty m:val="p"/>
                              </m:rPr>
                              <a:rPr lang="en-US" altLang="zh-CN" sz="785">
                                <a:latin typeface="Cambria Math" panose="02040503050406030204" pitchFamily="18" charset="0"/>
                              </a:rPr>
                              <m:t>W</m:t>
                            </m:r>
                          </m:oMath>
                        </m:oMathPara>
                      </a14:m>
                      <a:endParaRPr lang="zh-CN" altLang="en-US" sz="785" dirty="0"/>
                    </a:p>
                  </p:txBody>
                </p:sp>
              </mc:Choice>
              <mc:Fallback>
                <p:sp>
                  <p:nvSpPr>
                    <p:cNvPr id="673" name="文本框 672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693913" y="4426990"/>
                      <a:ext cx="308995" cy="120482"/>
                    </a:xfrm>
                    <a:prstGeom prst="rect">
                      <a:avLst/>
                    </a:prstGeom>
                    <a:blipFill rotWithShape="1">
                      <a:blip r:embed="rId35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674" name="文本框 673"/>
                    <p:cNvSpPr txBox="1"/>
                    <p:nvPr/>
                  </p:nvSpPr>
                  <p:spPr>
                    <a:xfrm>
                      <a:off x="8799475" y="4419841"/>
                      <a:ext cx="308995" cy="120482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zh-CN" altLang="en-US" sz="785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  <m:r>
                              <a:rPr lang="zh-CN" altLang="en-US" sz="785">
                                <a:latin typeface="Cambria Math" panose="02040503050406030204" pitchFamily="18" charset="0"/>
                              </a:rPr>
                              <m:t>×</m:t>
                            </m:r>
                            <m:r>
                              <m:rPr>
                                <m:sty m:val="p"/>
                              </m:rPr>
                              <a:rPr lang="en-US" altLang="zh-CN" sz="785">
                                <a:latin typeface="Cambria Math" panose="02040503050406030204" pitchFamily="18" charset="0"/>
                              </a:rPr>
                              <m:t>W</m:t>
                            </m:r>
                          </m:oMath>
                        </m:oMathPara>
                      </a14:m>
                      <a:endParaRPr lang="zh-CN" altLang="en-US" sz="785" dirty="0"/>
                    </a:p>
                  </p:txBody>
                </p:sp>
              </mc:Choice>
              <mc:Fallback>
                <p:sp>
                  <p:nvSpPr>
                    <p:cNvPr id="674" name="文本框 673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799475" y="4419841"/>
                      <a:ext cx="308995" cy="120482"/>
                    </a:xfrm>
                    <a:prstGeom prst="rect">
                      <a:avLst/>
                    </a:prstGeom>
                    <a:blipFill rotWithShape="1">
                      <a:blip r:embed="rId35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182" name="矩形: 圆角 181"/>
              <p:cNvSpPr/>
              <p:nvPr/>
            </p:nvSpPr>
            <p:spPr>
              <a:xfrm>
                <a:off x="7009579" y="2996350"/>
                <a:ext cx="393774" cy="222062"/>
              </a:xfrm>
              <a:prstGeom prst="round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170" dirty="0">
                    <a:solidFill>
                      <a:schemeClr val="tx1"/>
                    </a:solidFill>
                  </a:rPr>
                  <a:t>AP</a:t>
                </a:r>
                <a:endParaRPr lang="zh-CN" altLang="en-US" sz="1170" dirty="0">
                  <a:solidFill>
                    <a:schemeClr val="tx1"/>
                  </a:solidFill>
                </a:endParaRPr>
              </a:p>
            </p:txBody>
          </p:sp>
        </p:grp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组合 5"/>
          <p:cNvGrpSpPr/>
          <p:nvPr/>
        </p:nvGrpSpPr>
        <p:grpSpPr>
          <a:xfrm>
            <a:off x="1859280" y="2479040"/>
            <a:ext cx="2966085" cy="2105660"/>
            <a:chOff x="2928" y="3904"/>
            <a:chExt cx="4671" cy="3316"/>
          </a:xfrm>
        </p:grpSpPr>
        <p:grpSp>
          <p:nvGrpSpPr>
            <p:cNvPr id="144" name="组合 143"/>
            <p:cNvGrpSpPr/>
            <p:nvPr/>
          </p:nvGrpSpPr>
          <p:grpSpPr>
            <a:xfrm>
              <a:off x="2928" y="3904"/>
              <a:ext cx="1563" cy="3316"/>
              <a:chOff x="1859300" y="2478832"/>
              <a:chExt cx="992762" cy="2105867"/>
            </a:xfrm>
          </p:grpSpPr>
          <p:sp>
            <p:nvSpPr>
              <p:cNvPr id="2" name="矩形: 圆角 1"/>
              <p:cNvSpPr/>
              <p:nvPr/>
            </p:nvSpPr>
            <p:spPr>
              <a:xfrm>
                <a:off x="1859300" y="2478832"/>
                <a:ext cx="992762" cy="2105867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3" name="矩形: 圆角 2"/>
              <p:cNvSpPr/>
              <p:nvPr/>
            </p:nvSpPr>
            <p:spPr>
              <a:xfrm rot="5400000">
                <a:off x="2233761" y="2749731"/>
                <a:ext cx="250428" cy="460280"/>
              </a:xfrm>
              <a:prstGeom prst="roundRect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r>
                  <a:rPr lang="en-US" altLang="zh-CN" sz="1170" dirty="0">
                    <a:solidFill>
                      <a:sysClr val="windowText" lastClr="000000"/>
                    </a:solidFill>
                  </a:rPr>
                  <a:t>Conv</a:t>
                </a:r>
                <a:endParaRPr lang="zh-CN" altLang="en-US" sz="1170" dirty="0">
                  <a:solidFill>
                    <a:sysClr val="windowText" lastClr="000000"/>
                  </a:solidFill>
                </a:endParaRPr>
              </a:p>
            </p:txBody>
          </p:sp>
          <p:sp>
            <p:nvSpPr>
              <p:cNvPr id="4" name="矩形: 圆角 3"/>
              <p:cNvSpPr/>
              <p:nvPr/>
            </p:nvSpPr>
            <p:spPr>
              <a:xfrm rot="5400000">
                <a:off x="2234800" y="3102756"/>
                <a:ext cx="250428" cy="460280"/>
              </a:xfrm>
              <a:prstGeom prst="roundRect">
                <a:avLst/>
              </a:prstGeom>
              <a:solidFill>
                <a:schemeClr val="accent2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r>
                  <a:rPr lang="en-US" altLang="zh-CN" sz="1170" dirty="0">
                    <a:solidFill>
                      <a:sysClr val="windowText" lastClr="000000"/>
                    </a:solidFill>
                  </a:rPr>
                  <a:t>GN</a:t>
                </a:r>
                <a:endParaRPr lang="zh-CN" altLang="en-US" sz="1170" dirty="0">
                  <a:solidFill>
                    <a:sysClr val="windowText" lastClr="000000"/>
                  </a:solidFill>
                </a:endParaRPr>
              </a:p>
            </p:txBody>
          </p:sp>
          <p:sp>
            <p:nvSpPr>
              <p:cNvPr id="5" name="矩形: 圆角 4"/>
              <p:cNvSpPr/>
              <p:nvPr/>
            </p:nvSpPr>
            <p:spPr>
              <a:xfrm rot="5400000">
                <a:off x="2231625" y="3714874"/>
                <a:ext cx="250428" cy="460280"/>
              </a:xfrm>
              <a:prstGeom prst="round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r>
                  <a:rPr lang="en-US" altLang="zh-CN" sz="1170" dirty="0" err="1">
                    <a:solidFill>
                      <a:sysClr val="windowText" lastClr="000000"/>
                    </a:solidFill>
                  </a:rPr>
                  <a:t>SiLU</a:t>
                </a:r>
                <a:endParaRPr lang="zh-CN" altLang="en-US" sz="1170" dirty="0">
                  <a:solidFill>
                    <a:sysClr val="windowText" lastClr="000000"/>
                  </a:solidFill>
                </a:endParaRPr>
              </a:p>
            </p:txBody>
          </p:sp>
          <p:sp>
            <p:nvSpPr>
              <p:cNvPr id="7" name="立方体 6"/>
              <p:cNvSpPr/>
              <p:nvPr/>
            </p:nvSpPr>
            <p:spPr>
              <a:xfrm>
                <a:off x="2032000" y="3559242"/>
                <a:ext cx="615950" cy="166824"/>
              </a:xfrm>
              <a:prstGeom prst="cube">
                <a:avLst>
                  <a:gd name="adj" fmla="val 23129"/>
                </a:avLst>
              </a:prstGeom>
              <a:solidFill>
                <a:schemeClr val="bg1">
                  <a:lumMod val="75000"/>
                </a:schemeClr>
              </a:solidFill>
              <a:ln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400" dirty="0">
                    <a:solidFill>
                      <a:schemeClr val="tx1"/>
                    </a:solidFill>
                  </a:rPr>
                  <a:t>Timestep embedding</a:t>
                </a:r>
                <a:endParaRPr lang="zh-CN" altLang="en-US" sz="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8" name="矩形: 圆角 7"/>
              <p:cNvSpPr/>
              <p:nvPr/>
            </p:nvSpPr>
            <p:spPr>
              <a:xfrm>
                <a:off x="1987550" y="2711450"/>
                <a:ext cx="755650" cy="1509151"/>
              </a:xfrm>
              <a:prstGeom prst="roundRect">
                <a:avLst/>
              </a:prstGeom>
              <a:noFill/>
              <a:ln>
                <a:solidFill>
                  <a:schemeClr val="tx1"/>
                </a:solidFill>
                <a:prstDash val="sysDot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16" name="直接箭头连接符 15"/>
              <p:cNvCxnSpPr>
                <a:stCxn id="2" idx="0"/>
                <a:endCxn id="3" idx="1"/>
              </p:cNvCxnSpPr>
              <p:nvPr/>
            </p:nvCxnSpPr>
            <p:spPr>
              <a:xfrm>
                <a:off x="2355681" y="2478832"/>
                <a:ext cx="3294" cy="375825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" name="流程图: 或者 18"/>
              <p:cNvSpPr/>
              <p:nvPr/>
            </p:nvSpPr>
            <p:spPr>
              <a:xfrm>
                <a:off x="2275497" y="4269747"/>
                <a:ext cx="162684" cy="162000"/>
              </a:xfrm>
              <a:prstGeom prst="flowChartOr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760"/>
              </a:p>
            </p:txBody>
          </p:sp>
          <p:cxnSp>
            <p:nvCxnSpPr>
              <p:cNvPr id="22" name="直接连接符 21"/>
              <p:cNvCxnSpPr>
                <a:stCxn id="3" idx="3"/>
                <a:endCxn id="4" idx="1"/>
              </p:cNvCxnSpPr>
              <p:nvPr/>
            </p:nvCxnSpPr>
            <p:spPr>
              <a:xfrm>
                <a:off x="2358975" y="3105085"/>
                <a:ext cx="1039" cy="102597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直接连接符 28"/>
              <p:cNvCxnSpPr>
                <a:stCxn id="5" idx="3"/>
                <a:endCxn id="19" idx="0"/>
              </p:cNvCxnSpPr>
              <p:nvPr/>
            </p:nvCxnSpPr>
            <p:spPr>
              <a:xfrm>
                <a:off x="2356839" y="4070228"/>
                <a:ext cx="0" cy="199519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直接箭头连接符 33"/>
              <p:cNvCxnSpPr>
                <a:stCxn id="19" idx="4"/>
                <a:endCxn id="2" idx="2"/>
              </p:cNvCxnSpPr>
              <p:nvPr/>
            </p:nvCxnSpPr>
            <p:spPr>
              <a:xfrm flipH="1">
                <a:off x="2355681" y="4431747"/>
                <a:ext cx="1158" cy="152952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5" name="文本框 34"/>
              <p:cNvSpPr txBox="1"/>
              <p:nvPr/>
            </p:nvSpPr>
            <p:spPr>
              <a:xfrm>
                <a:off x="1977287" y="4007266"/>
                <a:ext cx="457272" cy="2725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170" dirty="0"/>
                  <a:t>x2</a:t>
                </a:r>
                <a:endParaRPr lang="zh-CN" altLang="en-US" sz="1170" dirty="0"/>
              </a:p>
            </p:txBody>
          </p:sp>
          <p:cxnSp>
            <p:nvCxnSpPr>
              <p:cNvPr id="42" name="直接连接符 41"/>
              <p:cNvCxnSpPr>
                <a:stCxn id="4" idx="3"/>
                <a:endCxn id="7" idx="0"/>
              </p:cNvCxnSpPr>
              <p:nvPr/>
            </p:nvCxnSpPr>
            <p:spPr>
              <a:xfrm flipH="1">
                <a:off x="2359267" y="3458110"/>
                <a:ext cx="747" cy="101132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" name="直接连接符 47"/>
              <p:cNvCxnSpPr>
                <a:endCxn id="5" idx="1"/>
              </p:cNvCxnSpPr>
              <p:nvPr/>
            </p:nvCxnSpPr>
            <p:spPr>
              <a:xfrm>
                <a:off x="2356839" y="3739310"/>
                <a:ext cx="0" cy="8049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" name="连接符: 肘形 53"/>
              <p:cNvCxnSpPr>
                <a:endCxn id="19" idx="2"/>
              </p:cNvCxnSpPr>
              <p:nvPr/>
            </p:nvCxnSpPr>
            <p:spPr>
              <a:xfrm rot="5400000">
                <a:off x="1457048" y="3452111"/>
                <a:ext cx="1717086" cy="80187"/>
              </a:xfrm>
              <a:prstGeom prst="bentConnector4">
                <a:avLst>
                  <a:gd name="adj1" fmla="val -2561"/>
                  <a:gd name="adj2" fmla="val 539504"/>
                </a:avLst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65" name="矩形: 圆角 64"/>
            <p:cNvSpPr/>
            <p:nvPr/>
          </p:nvSpPr>
          <p:spPr>
            <a:xfrm>
              <a:off x="5147" y="4890"/>
              <a:ext cx="2452" cy="1644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6" name="立方体 65"/>
            <p:cNvSpPr/>
            <p:nvPr/>
          </p:nvSpPr>
          <p:spPr>
            <a:xfrm>
              <a:off x="7338" y="5571"/>
              <a:ext cx="203" cy="178"/>
            </a:xfrm>
            <a:prstGeom prst="cub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800" dirty="0">
                  <a:solidFill>
                    <a:schemeClr val="tx1"/>
                  </a:solidFill>
                </a:rPr>
                <a:t>t</a:t>
              </a:r>
              <a:endParaRPr lang="zh-CN" altLang="en-US" sz="800" dirty="0">
                <a:solidFill>
                  <a:schemeClr val="tx1"/>
                </a:solidFill>
              </a:endParaRPr>
            </a:p>
          </p:txBody>
        </p:sp>
        <p:sp>
          <p:nvSpPr>
            <p:cNvPr id="67" name="立方体 66"/>
            <p:cNvSpPr/>
            <p:nvPr/>
          </p:nvSpPr>
          <p:spPr>
            <a:xfrm>
              <a:off x="6007" y="5189"/>
              <a:ext cx="648" cy="237"/>
            </a:xfrm>
            <a:prstGeom prst="cube">
              <a:avLst>
                <a:gd name="adj" fmla="val 23129"/>
              </a:avLst>
            </a:prstGeom>
            <a:solidFill>
              <a:schemeClr val="bg1">
                <a:lumMod val="75000"/>
              </a:schemeClr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700" dirty="0">
                  <a:solidFill>
                    <a:schemeClr val="tx1"/>
                  </a:solidFill>
                </a:rPr>
                <a:t>Scale</a:t>
              </a:r>
              <a:endParaRPr lang="zh-CN" altLang="en-US" sz="800" dirty="0">
                <a:solidFill>
                  <a:schemeClr val="tx1"/>
                </a:solidFill>
              </a:endParaRPr>
            </a:p>
          </p:txBody>
        </p:sp>
        <p:sp>
          <p:nvSpPr>
            <p:cNvPr id="68" name="立方体 67"/>
            <p:cNvSpPr/>
            <p:nvPr/>
          </p:nvSpPr>
          <p:spPr>
            <a:xfrm>
              <a:off x="6007" y="5950"/>
              <a:ext cx="648" cy="237"/>
            </a:xfrm>
            <a:prstGeom prst="cube">
              <a:avLst>
                <a:gd name="adj" fmla="val 23129"/>
              </a:avLst>
            </a:prstGeom>
            <a:solidFill>
              <a:schemeClr val="bg1">
                <a:lumMod val="75000"/>
              </a:schemeClr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800" dirty="0">
                  <a:solidFill>
                    <a:schemeClr val="tx1"/>
                  </a:solidFill>
                </a:rPr>
                <a:t>Shift</a:t>
              </a:r>
              <a:endParaRPr lang="zh-CN" altLang="en-US" sz="800" dirty="0">
                <a:solidFill>
                  <a:schemeClr val="tx1"/>
                </a:solidFill>
              </a:endParaRPr>
            </a:p>
          </p:txBody>
        </p:sp>
        <p:sp>
          <p:nvSpPr>
            <p:cNvPr id="72" name="椭圆 71"/>
            <p:cNvSpPr/>
            <p:nvPr/>
          </p:nvSpPr>
          <p:spPr>
            <a:xfrm>
              <a:off x="6725" y="5509"/>
              <a:ext cx="341" cy="341"/>
            </a:xfrm>
            <a:prstGeom prst="ellipse">
              <a:avLst/>
            </a:prstGeom>
            <a:solidFill>
              <a:schemeClr val="accent4">
                <a:lumMod val="40000"/>
                <a:lumOff val="60000"/>
              </a:schemeClr>
            </a:solidFill>
            <a:ln>
              <a:solidFill>
                <a:schemeClr val="accent4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3" name="文本框 72"/>
            <p:cNvSpPr txBox="1"/>
            <p:nvPr/>
          </p:nvSpPr>
          <p:spPr>
            <a:xfrm>
              <a:off x="6636" y="5517"/>
              <a:ext cx="572" cy="31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700" dirty="0"/>
                <a:t>MLP</a:t>
              </a:r>
              <a:endParaRPr lang="zh-CN" altLang="en-US" sz="700" dirty="0"/>
            </a:p>
          </p:txBody>
        </p:sp>
        <p:cxnSp>
          <p:nvCxnSpPr>
            <p:cNvPr id="80" name="直接箭头连接符 79"/>
            <p:cNvCxnSpPr>
              <a:stCxn id="66" idx="2"/>
              <a:endCxn id="72" idx="6"/>
            </p:cNvCxnSpPr>
            <p:nvPr/>
          </p:nvCxnSpPr>
          <p:spPr>
            <a:xfrm flipH="1" flipV="1">
              <a:off x="7067" y="5680"/>
              <a:ext cx="271" cy="3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连接符: 肘形 93"/>
            <p:cNvCxnSpPr>
              <a:stCxn id="72" idx="0"/>
              <a:endCxn id="67" idx="5"/>
            </p:cNvCxnSpPr>
            <p:nvPr/>
          </p:nvCxnSpPr>
          <p:spPr>
            <a:xfrm rot="16200000" flipV="1">
              <a:off x="6661" y="5274"/>
              <a:ext cx="229" cy="241"/>
            </a:xfrm>
            <a:prstGeom prst="bentConnector2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连接符: 肘形 94"/>
            <p:cNvCxnSpPr>
              <a:stCxn id="72" idx="4"/>
              <a:endCxn id="68" idx="5"/>
            </p:cNvCxnSpPr>
            <p:nvPr/>
          </p:nvCxnSpPr>
          <p:spPr>
            <a:xfrm rot="5400000">
              <a:off x="6680" y="5825"/>
              <a:ext cx="191" cy="241"/>
            </a:xfrm>
            <a:prstGeom prst="bentConnector2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1" name="流程图: 或者 100"/>
            <p:cNvSpPr/>
            <p:nvPr/>
          </p:nvSpPr>
          <p:spPr>
            <a:xfrm>
              <a:off x="5484" y="5968"/>
              <a:ext cx="256" cy="255"/>
            </a:xfrm>
            <a:prstGeom prst="flowChartOr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/>
            </a:p>
          </p:txBody>
        </p:sp>
        <p:sp>
          <p:nvSpPr>
            <p:cNvPr id="102" name="流程图: 汇总连接 101"/>
            <p:cNvSpPr/>
            <p:nvPr/>
          </p:nvSpPr>
          <p:spPr>
            <a:xfrm>
              <a:off x="5490" y="5219"/>
              <a:ext cx="243" cy="235"/>
            </a:xfrm>
            <a:prstGeom prst="flowChartSummingJunction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115"/>
            </a:p>
          </p:txBody>
        </p:sp>
        <p:cxnSp>
          <p:nvCxnSpPr>
            <p:cNvPr id="114" name="连接符: 肘形 113"/>
            <p:cNvCxnSpPr>
              <a:stCxn id="65" idx="0"/>
              <a:endCxn id="102" idx="0"/>
            </p:cNvCxnSpPr>
            <p:nvPr/>
          </p:nvCxnSpPr>
          <p:spPr>
            <a:xfrm rot="16200000" flipH="1" flipV="1">
              <a:off x="5828" y="4674"/>
              <a:ext cx="329" cy="761"/>
            </a:xfrm>
            <a:prstGeom prst="bentConnector3">
              <a:avLst>
                <a:gd name="adj1" fmla="val 45545"/>
              </a:avLst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" name="连接符: 肘形 118"/>
            <p:cNvCxnSpPr>
              <a:stCxn id="101" idx="4"/>
              <a:endCxn id="65" idx="2"/>
            </p:cNvCxnSpPr>
            <p:nvPr/>
          </p:nvCxnSpPr>
          <p:spPr>
            <a:xfrm rot="16200000" flipH="1">
              <a:off x="5837" y="5998"/>
              <a:ext cx="310" cy="761"/>
            </a:xfrm>
            <a:prstGeom prst="bentConnector3">
              <a:avLst>
                <a:gd name="adj1" fmla="val 22697"/>
              </a:avLst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" name="直接箭头连接符 121"/>
            <p:cNvCxnSpPr>
              <a:stCxn id="67" idx="2"/>
              <a:endCxn id="102" idx="6"/>
            </p:cNvCxnSpPr>
            <p:nvPr/>
          </p:nvCxnSpPr>
          <p:spPr>
            <a:xfrm flipH="1">
              <a:off x="5734" y="5335"/>
              <a:ext cx="273" cy="2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直接箭头连接符 123"/>
            <p:cNvCxnSpPr>
              <a:stCxn id="68" idx="2"/>
              <a:endCxn id="101" idx="6"/>
            </p:cNvCxnSpPr>
            <p:nvPr/>
          </p:nvCxnSpPr>
          <p:spPr>
            <a:xfrm flipH="1" flipV="1">
              <a:off x="5740" y="6096"/>
              <a:ext cx="267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直接连接符 125"/>
            <p:cNvCxnSpPr>
              <a:stCxn id="102" idx="4"/>
              <a:endCxn id="101" idx="0"/>
            </p:cNvCxnSpPr>
            <p:nvPr/>
          </p:nvCxnSpPr>
          <p:spPr>
            <a:xfrm flipH="1">
              <a:off x="5612" y="5455"/>
              <a:ext cx="0" cy="514"/>
            </a:xfrm>
            <a:prstGeom prst="line">
              <a:avLst/>
            </a:prstGeom>
            <a:ln w="12700">
              <a:solidFill>
                <a:schemeClr val="tx1">
                  <a:lumMod val="95000"/>
                  <a:lumOff val="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文本框 142"/>
          <p:cNvSpPr txBox="1"/>
          <p:nvPr/>
        </p:nvSpPr>
        <p:spPr>
          <a:xfrm>
            <a:off x="3458845" y="461645"/>
            <a:ext cx="1104900" cy="5441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80" dirty="0"/>
              <a:t>Global A</a:t>
            </a:r>
            <a:r>
              <a:rPr lang="en-US" altLang="zh-CN" sz="980" i="1" dirty="0"/>
              <a:t>ver</a:t>
            </a:r>
            <a:r>
              <a:rPr lang="en-US" altLang="zh-CN" sz="980" dirty="0"/>
              <a:t>age Pooling</a:t>
            </a:r>
            <a:endParaRPr lang="en-US" altLang="zh-CN" sz="980" dirty="0"/>
          </a:p>
          <a:p>
            <a:endParaRPr lang="en-US" altLang="zh-CN" sz="980" dirty="0"/>
          </a:p>
        </p:txBody>
      </p:sp>
      <p:grpSp>
        <p:nvGrpSpPr>
          <p:cNvPr id="3" name="组合 2"/>
          <p:cNvGrpSpPr/>
          <p:nvPr/>
        </p:nvGrpSpPr>
        <p:grpSpPr>
          <a:xfrm rot="0">
            <a:off x="3204845" y="810260"/>
            <a:ext cx="1261110" cy="243205"/>
            <a:chOff x="9669939" y="1793440"/>
            <a:chExt cx="1166603" cy="257193"/>
          </a:xfrm>
        </p:grpSpPr>
        <p:sp>
          <p:nvSpPr>
            <p:cNvPr id="149" name="流程图: 或者 148"/>
            <p:cNvSpPr/>
            <p:nvPr/>
          </p:nvSpPr>
          <p:spPr>
            <a:xfrm>
              <a:off x="9669939" y="1836958"/>
              <a:ext cx="144236" cy="144236"/>
            </a:xfrm>
            <a:prstGeom prst="flowChartOr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/>
            </a:p>
          </p:txBody>
        </p:sp>
        <p:sp>
          <p:nvSpPr>
            <p:cNvPr id="150" name="文本框 149"/>
            <p:cNvSpPr txBox="1"/>
            <p:nvPr/>
          </p:nvSpPr>
          <p:spPr>
            <a:xfrm>
              <a:off x="9905265" y="1793440"/>
              <a:ext cx="931277" cy="25719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980" dirty="0"/>
                <a:t>Addition</a:t>
              </a:r>
              <a:endParaRPr lang="en-US" altLang="zh-CN" sz="980" dirty="0"/>
            </a:p>
          </p:txBody>
        </p:sp>
      </p:grpSp>
      <p:sp>
        <p:nvSpPr>
          <p:cNvPr id="157" name="矩形: 圆角 156"/>
          <p:cNvSpPr/>
          <p:nvPr/>
        </p:nvSpPr>
        <p:spPr>
          <a:xfrm rot="5400000">
            <a:off x="3206115" y="474980"/>
            <a:ext cx="172720" cy="340995"/>
          </a:xfrm>
          <a:prstGeom prst="round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altLang="zh-CN" sz="785" dirty="0">
                <a:solidFill>
                  <a:schemeClr val="tx1"/>
                </a:solidFill>
              </a:rPr>
              <a:t>AP</a:t>
            </a:r>
            <a:endParaRPr lang="zh-CN" altLang="en-US" sz="785" dirty="0">
              <a:solidFill>
                <a:schemeClr val="tx1"/>
              </a:solidFill>
            </a:endParaRPr>
          </a:p>
        </p:txBody>
      </p:sp>
      <p:sp>
        <p:nvSpPr>
          <p:cNvPr id="161" name="文本框 160"/>
          <p:cNvSpPr txBox="1"/>
          <p:nvPr/>
        </p:nvSpPr>
        <p:spPr>
          <a:xfrm>
            <a:off x="3409950" y="1064260"/>
            <a:ext cx="1104900" cy="243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80" dirty="0"/>
              <a:t>Convolution</a:t>
            </a:r>
            <a:endParaRPr lang="en-US" altLang="zh-CN" sz="980" dirty="0"/>
          </a:p>
        </p:txBody>
      </p:sp>
      <p:sp>
        <p:nvSpPr>
          <p:cNvPr id="4" name="圆角矩形 3"/>
          <p:cNvSpPr/>
          <p:nvPr/>
        </p:nvSpPr>
        <p:spPr>
          <a:xfrm>
            <a:off x="4721860" y="1702435"/>
            <a:ext cx="3672840" cy="4759960"/>
          </a:xfrm>
          <a:prstGeom prst="roundRect">
            <a:avLst>
              <a:gd name="adj" fmla="val 11171"/>
            </a:avLst>
          </a:prstGeom>
          <a:solidFill>
            <a:srgbClr val="BBDDDF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60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9225" y="1845945"/>
            <a:ext cx="782955" cy="686435"/>
          </a:xfrm>
          <a:prstGeom prst="rect">
            <a:avLst/>
          </a:prstGeom>
        </p:spPr>
      </p:pic>
      <p:sp>
        <p:nvSpPr>
          <p:cNvPr id="9" name="矩形 8"/>
          <p:cNvSpPr/>
          <p:nvPr/>
        </p:nvSpPr>
        <p:spPr>
          <a:xfrm rot="5400000" flipH="1">
            <a:off x="5350510" y="2151380"/>
            <a:ext cx="100965" cy="115570"/>
          </a:xfrm>
          <a:prstGeom prst="rect">
            <a:avLst/>
          </a:prstGeom>
          <a:solidFill>
            <a:srgbClr val="EDD88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60"/>
          </a:p>
        </p:txBody>
      </p:sp>
      <p:sp>
        <p:nvSpPr>
          <p:cNvPr id="10" name="矩形 9"/>
          <p:cNvSpPr/>
          <p:nvPr/>
        </p:nvSpPr>
        <p:spPr>
          <a:xfrm rot="5400000" flipH="1">
            <a:off x="5565140" y="2151380"/>
            <a:ext cx="100965" cy="115570"/>
          </a:xfrm>
          <a:prstGeom prst="rect">
            <a:avLst/>
          </a:prstGeom>
          <a:solidFill>
            <a:srgbClr val="EDD88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60"/>
          </a:p>
        </p:txBody>
      </p:sp>
      <p:sp>
        <p:nvSpPr>
          <p:cNvPr id="11" name="矩形 10"/>
          <p:cNvSpPr/>
          <p:nvPr/>
        </p:nvSpPr>
        <p:spPr>
          <a:xfrm rot="5400000" flipH="1">
            <a:off x="5790565" y="2151380"/>
            <a:ext cx="100965" cy="115570"/>
          </a:xfrm>
          <a:prstGeom prst="rect">
            <a:avLst/>
          </a:prstGeom>
          <a:solidFill>
            <a:srgbClr val="EDD88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60"/>
          </a:p>
        </p:txBody>
      </p:sp>
      <p:sp>
        <p:nvSpPr>
          <p:cNvPr id="12" name="矩形: 圆角 29"/>
          <p:cNvSpPr/>
          <p:nvPr/>
        </p:nvSpPr>
        <p:spPr>
          <a:xfrm rot="5400000">
            <a:off x="5496560" y="3078480"/>
            <a:ext cx="253365" cy="509270"/>
          </a:xfrm>
          <a:prstGeom prst="round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altLang="zh-CN" sz="1170" dirty="0">
                <a:solidFill>
                  <a:schemeClr val="tx1"/>
                </a:solidFill>
              </a:rPr>
              <a:t>AP</a:t>
            </a:r>
            <a:endParaRPr lang="zh-CN" altLang="en-US" sz="1170" dirty="0">
              <a:solidFill>
                <a:schemeClr val="tx1"/>
              </a:solidFill>
            </a:endParaRPr>
          </a:p>
        </p:txBody>
      </p:sp>
      <p:sp>
        <p:nvSpPr>
          <p:cNvPr id="13" name="矩形: 圆角 30"/>
          <p:cNvSpPr/>
          <p:nvPr/>
        </p:nvSpPr>
        <p:spPr>
          <a:xfrm rot="5400000">
            <a:off x="5496560" y="3513455"/>
            <a:ext cx="253365" cy="509270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altLang="zh-CN" sz="1170" dirty="0">
                <a:solidFill>
                  <a:sysClr val="windowText" lastClr="000000"/>
                </a:solidFill>
              </a:rPr>
              <a:t>Conv</a:t>
            </a:r>
            <a:endParaRPr lang="zh-CN" altLang="en-US" sz="1170" dirty="0">
              <a:solidFill>
                <a:sysClr val="windowText" lastClr="000000"/>
              </a:solidFill>
            </a:endParaRPr>
          </a:p>
        </p:txBody>
      </p:sp>
      <p:sp>
        <p:nvSpPr>
          <p:cNvPr id="14" name="矩形: 圆角 31"/>
          <p:cNvSpPr/>
          <p:nvPr/>
        </p:nvSpPr>
        <p:spPr>
          <a:xfrm rot="5400000">
            <a:off x="5497195" y="3942715"/>
            <a:ext cx="252730" cy="509270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altLang="zh-CN" sz="1170" dirty="0">
                <a:solidFill>
                  <a:schemeClr val="tx1"/>
                </a:solidFill>
              </a:rPr>
              <a:t>Tanh</a:t>
            </a:r>
            <a:endParaRPr lang="zh-CN" altLang="en-US" sz="1170" dirty="0">
              <a:solidFill>
                <a:schemeClr val="tx1"/>
              </a:solidFill>
            </a:endParaRPr>
          </a:p>
        </p:txBody>
      </p:sp>
      <p:sp>
        <p:nvSpPr>
          <p:cNvPr id="15" name="矩形: 圆角 79"/>
          <p:cNvSpPr/>
          <p:nvPr/>
        </p:nvSpPr>
        <p:spPr>
          <a:xfrm rot="5400000">
            <a:off x="5508625" y="4363085"/>
            <a:ext cx="250190" cy="509270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altLang="zh-CN" sz="1170" dirty="0">
                <a:solidFill>
                  <a:schemeClr val="tx1"/>
                </a:solidFill>
              </a:rPr>
              <a:t>FM</a:t>
            </a:r>
            <a:endParaRPr lang="zh-CN" altLang="en-US" sz="1170" dirty="0">
              <a:solidFill>
                <a:schemeClr val="tx1"/>
              </a:solidFill>
            </a:endParaRPr>
          </a:p>
        </p:txBody>
      </p:sp>
      <p:sp>
        <p:nvSpPr>
          <p:cNvPr id="17" name="矩形: 圆角 32"/>
          <p:cNvSpPr/>
          <p:nvPr/>
        </p:nvSpPr>
        <p:spPr>
          <a:xfrm rot="5400000">
            <a:off x="4695825" y="3399155"/>
            <a:ext cx="673735" cy="288290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70" dirty="0">
                <a:solidFill>
                  <a:schemeClr val="tx1"/>
                </a:solidFill>
              </a:rPr>
              <a:t>Dilated</a:t>
            </a:r>
            <a:endParaRPr lang="zh-CN" altLang="en-US" sz="1170" dirty="0">
              <a:solidFill>
                <a:schemeClr val="tx1"/>
              </a:solidFill>
            </a:endParaRPr>
          </a:p>
        </p:txBody>
      </p:sp>
      <p:cxnSp>
        <p:nvCxnSpPr>
          <p:cNvPr id="34" name="直接箭头连接符 33"/>
          <p:cNvCxnSpPr>
            <a:stCxn id="5" idx="2"/>
            <a:endCxn id="12" idx="1"/>
          </p:cNvCxnSpPr>
          <p:nvPr/>
        </p:nvCxnSpPr>
        <p:spPr>
          <a:xfrm>
            <a:off x="5621020" y="2532380"/>
            <a:ext cx="1905" cy="67437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连接符: 肘形 36"/>
          <p:cNvCxnSpPr>
            <a:endCxn id="17" idx="1"/>
          </p:cNvCxnSpPr>
          <p:nvPr/>
        </p:nvCxnSpPr>
        <p:spPr>
          <a:xfrm rot="10800000" flipV="1">
            <a:off x="5031740" y="2810510"/>
            <a:ext cx="584200" cy="394970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2" name="组合 41"/>
          <p:cNvGrpSpPr/>
          <p:nvPr/>
        </p:nvGrpSpPr>
        <p:grpSpPr>
          <a:xfrm rot="5400000">
            <a:off x="4980940" y="4004310"/>
            <a:ext cx="100965" cy="346075"/>
            <a:chOff x="8111" y="4551"/>
            <a:chExt cx="168" cy="504"/>
          </a:xfrm>
        </p:grpSpPr>
        <p:sp>
          <p:nvSpPr>
            <p:cNvPr id="38" name="矩形 37"/>
            <p:cNvSpPr/>
            <p:nvPr/>
          </p:nvSpPr>
          <p:spPr>
            <a:xfrm rot="5400000" flipH="1">
              <a:off x="8111" y="4551"/>
              <a:ext cx="168" cy="168"/>
            </a:xfrm>
            <a:prstGeom prst="rect">
              <a:avLst/>
            </a:prstGeom>
            <a:solidFill>
              <a:srgbClr val="EDD88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/>
            </a:p>
          </p:txBody>
        </p:sp>
        <p:sp>
          <p:nvSpPr>
            <p:cNvPr id="39" name="矩形 38"/>
            <p:cNvSpPr/>
            <p:nvPr/>
          </p:nvSpPr>
          <p:spPr>
            <a:xfrm rot="5400000" flipH="1">
              <a:off x="8111" y="4719"/>
              <a:ext cx="168" cy="168"/>
            </a:xfrm>
            <a:prstGeom prst="rect">
              <a:avLst/>
            </a:prstGeom>
            <a:solidFill>
              <a:srgbClr val="EDD88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/>
            </a:p>
          </p:txBody>
        </p:sp>
        <p:sp>
          <p:nvSpPr>
            <p:cNvPr id="40" name="矩形 39"/>
            <p:cNvSpPr/>
            <p:nvPr/>
          </p:nvSpPr>
          <p:spPr>
            <a:xfrm rot="5400000" flipH="1">
              <a:off x="8111" y="4887"/>
              <a:ext cx="168" cy="168"/>
            </a:xfrm>
            <a:prstGeom prst="rect">
              <a:avLst/>
            </a:prstGeom>
            <a:solidFill>
              <a:srgbClr val="EDD88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/>
            </a:p>
          </p:txBody>
        </p:sp>
      </p:grpSp>
      <p:grpSp>
        <p:nvGrpSpPr>
          <p:cNvPr id="44" name="组合 43"/>
          <p:cNvGrpSpPr/>
          <p:nvPr/>
        </p:nvGrpSpPr>
        <p:grpSpPr>
          <a:xfrm rot="5400000">
            <a:off x="5586730" y="4778375"/>
            <a:ext cx="100965" cy="346075"/>
            <a:chOff x="8111" y="4551"/>
            <a:chExt cx="168" cy="504"/>
          </a:xfrm>
          <a:solidFill>
            <a:schemeClr val="accent2">
              <a:lumMod val="75000"/>
            </a:schemeClr>
          </a:solidFill>
        </p:grpSpPr>
        <p:sp>
          <p:nvSpPr>
            <p:cNvPr id="46" name="矩形 45"/>
            <p:cNvSpPr/>
            <p:nvPr/>
          </p:nvSpPr>
          <p:spPr>
            <a:xfrm rot="5400000" flipH="1">
              <a:off x="8111" y="4551"/>
              <a:ext cx="168" cy="168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/>
            </a:p>
          </p:txBody>
        </p:sp>
        <p:sp>
          <p:nvSpPr>
            <p:cNvPr id="47" name="矩形 46"/>
            <p:cNvSpPr/>
            <p:nvPr/>
          </p:nvSpPr>
          <p:spPr>
            <a:xfrm rot="5400000" flipH="1">
              <a:off x="8111" y="4719"/>
              <a:ext cx="168" cy="168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/>
            </a:p>
          </p:txBody>
        </p:sp>
        <p:sp>
          <p:nvSpPr>
            <p:cNvPr id="48" name="矩形 47"/>
            <p:cNvSpPr/>
            <p:nvPr/>
          </p:nvSpPr>
          <p:spPr>
            <a:xfrm rot="5400000" flipH="1">
              <a:off x="8111" y="4887"/>
              <a:ext cx="168" cy="168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/>
            </a:p>
          </p:txBody>
        </p:sp>
      </p:grpSp>
      <p:cxnSp>
        <p:nvCxnSpPr>
          <p:cNvPr id="49" name="直接连接符 48"/>
          <p:cNvCxnSpPr>
            <a:stCxn id="17" idx="3"/>
            <a:endCxn id="39" idx="2"/>
          </p:cNvCxnSpPr>
          <p:nvPr/>
        </p:nvCxnSpPr>
        <p:spPr>
          <a:xfrm flipH="1">
            <a:off x="5031740" y="3879850"/>
            <a:ext cx="635" cy="24701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0" name="直接箭头连接符 49"/>
          <p:cNvCxnSpPr/>
          <p:nvPr/>
        </p:nvCxnSpPr>
        <p:spPr>
          <a:xfrm rot="5400000">
            <a:off x="5525770" y="3550920"/>
            <a:ext cx="18034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直接箭头连接符 50"/>
          <p:cNvCxnSpPr/>
          <p:nvPr/>
        </p:nvCxnSpPr>
        <p:spPr>
          <a:xfrm rot="5400000">
            <a:off x="5514975" y="3985260"/>
            <a:ext cx="18034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直接箭头连接符 51"/>
          <p:cNvCxnSpPr/>
          <p:nvPr/>
        </p:nvCxnSpPr>
        <p:spPr>
          <a:xfrm rot="5400000">
            <a:off x="5525770" y="4413885"/>
            <a:ext cx="18034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直接连接符 52"/>
          <p:cNvCxnSpPr>
            <a:stCxn id="15" idx="3"/>
            <a:endCxn id="47" idx="2"/>
          </p:cNvCxnSpPr>
          <p:nvPr/>
        </p:nvCxnSpPr>
        <p:spPr>
          <a:xfrm>
            <a:off x="5633720" y="4742815"/>
            <a:ext cx="3175" cy="15811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5" name="直接连接符 54"/>
          <p:cNvCxnSpPr>
            <a:stCxn id="47" idx="0"/>
          </p:cNvCxnSpPr>
          <p:nvPr/>
        </p:nvCxnSpPr>
        <p:spPr>
          <a:xfrm>
            <a:off x="5636895" y="5001895"/>
            <a:ext cx="1905" cy="10985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6" name="连接符: 肘形 139"/>
          <p:cNvCxnSpPr>
            <a:stCxn id="39" idx="0"/>
          </p:cNvCxnSpPr>
          <p:nvPr/>
        </p:nvCxnSpPr>
        <p:spPr>
          <a:xfrm rot="5400000" flipV="1">
            <a:off x="4809490" y="4450080"/>
            <a:ext cx="962025" cy="518160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流程图: 或者 56"/>
          <p:cNvSpPr/>
          <p:nvPr/>
        </p:nvSpPr>
        <p:spPr>
          <a:xfrm rot="5400000">
            <a:off x="5560060" y="5392420"/>
            <a:ext cx="156210" cy="178435"/>
          </a:xfrm>
          <a:prstGeom prst="flowChartOr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60"/>
          </a:p>
        </p:txBody>
      </p:sp>
      <p:cxnSp>
        <p:nvCxnSpPr>
          <p:cNvPr id="58" name="直接连接符 57"/>
          <p:cNvCxnSpPr>
            <a:endCxn id="57" idx="2"/>
          </p:cNvCxnSpPr>
          <p:nvPr/>
        </p:nvCxnSpPr>
        <p:spPr>
          <a:xfrm flipH="1">
            <a:off x="5638165" y="5268595"/>
            <a:ext cx="635" cy="13525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60" name="直接连接符 59"/>
          <p:cNvCxnSpPr/>
          <p:nvPr/>
        </p:nvCxnSpPr>
        <p:spPr>
          <a:xfrm flipH="1">
            <a:off x="5622290" y="2807970"/>
            <a:ext cx="479425" cy="4445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连接符: 肘形 126"/>
          <p:cNvCxnSpPr>
            <a:endCxn id="57" idx="0"/>
          </p:cNvCxnSpPr>
          <p:nvPr/>
        </p:nvCxnSpPr>
        <p:spPr>
          <a:xfrm rot="5400000">
            <a:off x="4576445" y="3956685"/>
            <a:ext cx="2676525" cy="374015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2" name="图片 6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0935" y="5709920"/>
            <a:ext cx="726440" cy="636905"/>
          </a:xfrm>
          <a:prstGeom prst="rect">
            <a:avLst/>
          </a:prstGeom>
        </p:spPr>
      </p:pic>
      <p:grpSp>
        <p:nvGrpSpPr>
          <p:cNvPr id="67" name="组合 66"/>
          <p:cNvGrpSpPr/>
          <p:nvPr/>
        </p:nvGrpSpPr>
        <p:grpSpPr>
          <a:xfrm rot="5400000">
            <a:off x="6375400" y="5978525"/>
            <a:ext cx="402590" cy="95250"/>
            <a:chOff x="10185" y="1784"/>
            <a:chExt cx="809" cy="168"/>
          </a:xfrm>
        </p:grpSpPr>
        <p:sp>
          <p:nvSpPr>
            <p:cNvPr id="64" name="矩形 63"/>
            <p:cNvSpPr/>
            <p:nvPr/>
          </p:nvSpPr>
          <p:spPr>
            <a:xfrm rot="5400000" flipH="1">
              <a:off x="10185" y="1784"/>
              <a:ext cx="168" cy="168"/>
            </a:xfrm>
            <a:prstGeom prst="rect">
              <a:avLst/>
            </a:prstGeom>
            <a:solidFill>
              <a:srgbClr val="EDD88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/>
            </a:p>
          </p:txBody>
        </p:sp>
        <p:sp>
          <p:nvSpPr>
            <p:cNvPr id="65" name="矩形 64"/>
            <p:cNvSpPr/>
            <p:nvPr/>
          </p:nvSpPr>
          <p:spPr>
            <a:xfrm rot="5400000" flipH="1">
              <a:off x="10498" y="1784"/>
              <a:ext cx="168" cy="168"/>
            </a:xfrm>
            <a:prstGeom prst="rect">
              <a:avLst/>
            </a:prstGeom>
            <a:solidFill>
              <a:srgbClr val="EDD88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/>
            </a:p>
          </p:txBody>
        </p:sp>
        <p:sp>
          <p:nvSpPr>
            <p:cNvPr id="66" name="矩形 65"/>
            <p:cNvSpPr/>
            <p:nvPr/>
          </p:nvSpPr>
          <p:spPr>
            <a:xfrm rot="5400000" flipH="1">
              <a:off x="10826" y="1784"/>
              <a:ext cx="168" cy="168"/>
            </a:xfrm>
            <a:prstGeom prst="rect">
              <a:avLst/>
            </a:prstGeom>
            <a:solidFill>
              <a:srgbClr val="EDD88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/>
            </a:p>
          </p:txBody>
        </p:sp>
      </p:grpSp>
      <p:cxnSp>
        <p:nvCxnSpPr>
          <p:cNvPr id="74" name="连接符: 肘形 139"/>
          <p:cNvCxnSpPr>
            <a:stCxn id="57" idx="6"/>
            <a:endCxn id="62" idx="1"/>
          </p:cNvCxnSpPr>
          <p:nvPr/>
        </p:nvCxnSpPr>
        <p:spPr>
          <a:xfrm rot="5400000" flipV="1">
            <a:off x="5690235" y="5507990"/>
            <a:ext cx="468630" cy="572770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连接符: 肘形 139"/>
          <p:cNvCxnSpPr>
            <a:stCxn id="62" idx="3"/>
            <a:endCxn id="81" idx="3"/>
          </p:cNvCxnSpPr>
          <p:nvPr/>
        </p:nvCxnSpPr>
        <p:spPr>
          <a:xfrm flipV="1">
            <a:off x="6938010" y="5480685"/>
            <a:ext cx="658495" cy="548005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矩形: 圆角 29"/>
          <p:cNvSpPr/>
          <p:nvPr/>
        </p:nvSpPr>
        <p:spPr>
          <a:xfrm rot="5400000">
            <a:off x="7469505" y="5099050"/>
            <a:ext cx="253365" cy="509270"/>
          </a:xfrm>
          <a:prstGeom prst="round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altLang="zh-CN" sz="1170" dirty="0">
                <a:solidFill>
                  <a:schemeClr val="tx1"/>
                </a:solidFill>
              </a:rPr>
              <a:t>AP</a:t>
            </a:r>
            <a:endParaRPr lang="zh-CN" altLang="en-US" sz="1170" dirty="0">
              <a:solidFill>
                <a:schemeClr val="tx1"/>
              </a:solidFill>
            </a:endParaRPr>
          </a:p>
        </p:txBody>
      </p:sp>
      <p:sp>
        <p:nvSpPr>
          <p:cNvPr id="82" name="矩形: 圆角 30"/>
          <p:cNvSpPr/>
          <p:nvPr/>
        </p:nvSpPr>
        <p:spPr>
          <a:xfrm rot="5400000">
            <a:off x="7469505" y="4658360"/>
            <a:ext cx="253365" cy="509270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altLang="zh-CN" sz="1170" dirty="0">
                <a:solidFill>
                  <a:sysClr val="windowText" lastClr="000000"/>
                </a:solidFill>
              </a:rPr>
              <a:t>Conv</a:t>
            </a:r>
            <a:endParaRPr lang="zh-CN" altLang="en-US" sz="1170" dirty="0">
              <a:solidFill>
                <a:sysClr val="windowText" lastClr="000000"/>
              </a:solidFill>
            </a:endParaRPr>
          </a:p>
        </p:txBody>
      </p:sp>
      <p:cxnSp>
        <p:nvCxnSpPr>
          <p:cNvPr id="83" name="直接箭头连接符 82"/>
          <p:cNvCxnSpPr>
            <a:stCxn id="81" idx="1"/>
            <a:endCxn id="82" idx="3"/>
          </p:cNvCxnSpPr>
          <p:nvPr/>
        </p:nvCxnSpPr>
        <p:spPr>
          <a:xfrm flipV="1">
            <a:off x="7596505" y="5039995"/>
            <a:ext cx="0" cy="18732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矩形: 圆角 31"/>
          <p:cNvSpPr/>
          <p:nvPr/>
        </p:nvSpPr>
        <p:spPr>
          <a:xfrm rot="5400000">
            <a:off x="7470140" y="4224020"/>
            <a:ext cx="252730" cy="509270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altLang="zh-CN" sz="1170" dirty="0">
                <a:solidFill>
                  <a:schemeClr val="tx1"/>
                </a:solidFill>
              </a:rPr>
              <a:t>Tanh</a:t>
            </a:r>
            <a:endParaRPr lang="zh-CN" altLang="en-US" sz="1170" dirty="0">
              <a:solidFill>
                <a:schemeClr val="tx1"/>
              </a:solidFill>
            </a:endParaRPr>
          </a:p>
        </p:txBody>
      </p:sp>
      <p:cxnSp>
        <p:nvCxnSpPr>
          <p:cNvPr id="85" name="直接箭头连接符 84"/>
          <p:cNvCxnSpPr>
            <a:endCxn id="84" idx="3"/>
          </p:cNvCxnSpPr>
          <p:nvPr/>
        </p:nvCxnSpPr>
        <p:spPr>
          <a:xfrm flipV="1">
            <a:off x="7596505" y="4605020"/>
            <a:ext cx="0" cy="18097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矩形: 圆角 79"/>
          <p:cNvSpPr/>
          <p:nvPr/>
        </p:nvSpPr>
        <p:spPr>
          <a:xfrm rot="5400000">
            <a:off x="7471410" y="3797935"/>
            <a:ext cx="250190" cy="509270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altLang="zh-CN" sz="1170" dirty="0">
                <a:solidFill>
                  <a:schemeClr val="tx1"/>
                </a:solidFill>
              </a:rPr>
              <a:t>FM</a:t>
            </a:r>
            <a:endParaRPr lang="zh-CN" altLang="en-US" sz="1170" dirty="0">
              <a:solidFill>
                <a:schemeClr val="tx1"/>
              </a:solidFill>
            </a:endParaRPr>
          </a:p>
        </p:txBody>
      </p:sp>
      <p:cxnSp>
        <p:nvCxnSpPr>
          <p:cNvPr id="87" name="直接箭头连接符 86"/>
          <p:cNvCxnSpPr/>
          <p:nvPr/>
        </p:nvCxnSpPr>
        <p:spPr>
          <a:xfrm flipV="1">
            <a:off x="7596505" y="4170045"/>
            <a:ext cx="0" cy="18097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8" name="组合 87"/>
          <p:cNvGrpSpPr/>
          <p:nvPr/>
        </p:nvGrpSpPr>
        <p:grpSpPr>
          <a:xfrm rot="0">
            <a:off x="7534910" y="3454400"/>
            <a:ext cx="115570" cy="302895"/>
            <a:chOff x="8111" y="4551"/>
            <a:chExt cx="168" cy="504"/>
          </a:xfrm>
          <a:solidFill>
            <a:schemeClr val="accent2">
              <a:lumMod val="75000"/>
            </a:schemeClr>
          </a:solidFill>
        </p:grpSpPr>
        <p:sp>
          <p:nvSpPr>
            <p:cNvPr id="89" name="矩形 88"/>
            <p:cNvSpPr/>
            <p:nvPr/>
          </p:nvSpPr>
          <p:spPr>
            <a:xfrm rot="5400000" flipH="1">
              <a:off x="8111" y="4551"/>
              <a:ext cx="168" cy="168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/>
            </a:p>
          </p:txBody>
        </p:sp>
        <p:sp>
          <p:nvSpPr>
            <p:cNvPr id="90" name="矩形 89"/>
            <p:cNvSpPr/>
            <p:nvPr/>
          </p:nvSpPr>
          <p:spPr>
            <a:xfrm rot="5400000" flipH="1">
              <a:off x="8111" y="4719"/>
              <a:ext cx="168" cy="168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/>
            </a:p>
          </p:txBody>
        </p:sp>
        <p:sp>
          <p:nvSpPr>
            <p:cNvPr id="91" name="矩形 90"/>
            <p:cNvSpPr/>
            <p:nvPr/>
          </p:nvSpPr>
          <p:spPr>
            <a:xfrm rot="5400000" flipH="1">
              <a:off x="8111" y="4887"/>
              <a:ext cx="168" cy="168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/>
            </a:p>
          </p:txBody>
        </p:sp>
      </p:grpSp>
      <p:cxnSp>
        <p:nvCxnSpPr>
          <p:cNvPr id="92" name="直接连接符 91"/>
          <p:cNvCxnSpPr>
            <a:stCxn id="91" idx="1"/>
          </p:cNvCxnSpPr>
          <p:nvPr/>
        </p:nvCxnSpPr>
        <p:spPr>
          <a:xfrm>
            <a:off x="7592695" y="3757930"/>
            <a:ext cx="635" cy="16256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94" name="直接连接符 93"/>
          <p:cNvCxnSpPr>
            <a:endCxn id="89" idx="3"/>
          </p:cNvCxnSpPr>
          <p:nvPr/>
        </p:nvCxnSpPr>
        <p:spPr>
          <a:xfrm flipH="1">
            <a:off x="7592695" y="3305175"/>
            <a:ext cx="1270" cy="14922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95" name="流程图: 或者 94"/>
          <p:cNvSpPr/>
          <p:nvPr/>
        </p:nvSpPr>
        <p:spPr>
          <a:xfrm rot="5400000">
            <a:off x="7515860" y="2599690"/>
            <a:ext cx="156210" cy="178435"/>
          </a:xfrm>
          <a:prstGeom prst="flowChartOr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60"/>
          </a:p>
        </p:txBody>
      </p:sp>
      <p:cxnSp>
        <p:nvCxnSpPr>
          <p:cNvPr id="96" name="直接连接符 95"/>
          <p:cNvCxnSpPr>
            <a:stCxn id="95" idx="6"/>
          </p:cNvCxnSpPr>
          <p:nvPr/>
        </p:nvCxnSpPr>
        <p:spPr>
          <a:xfrm>
            <a:off x="7593965" y="2767330"/>
            <a:ext cx="0" cy="38163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97" name="矩形: 圆角 32"/>
          <p:cNvSpPr/>
          <p:nvPr/>
        </p:nvSpPr>
        <p:spPr>
          <a:xfrm rot="5400000">
            <a:off x="6687185" y="4876800"/>
            <a:ext cx="673735" cy="288290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70" dirty="0">
                <a:solidFill>
                  <a:schemeClr val="tx1"/>
                </a:solidFill>
              </a:rPr>
              <a:t>Dilated</a:t>
            </a:r>
            <a:endParaRPr lang="zh-CN" altLang="en-US" sz="1170" dirty="0">
              <a:solidFill>
                <a:schemeClr val="tx1"/>
              </a:solidFill>
            </a:endParaRPr>
          </a:p>
        </p:txBody>
      </p:sp>
      <p:grpSp>
        <p:nvGrpSpPr>
          <p:cNvPr id="109" name="组合 108"/>
          <p:cNvGrpSpPr/>
          <p:nvPr/>
        </p:nvGrpSpPr>
        <p:grpSpPr>
          <a:xfrm rot="0">
            <a:off x="6965950" y="4025900"/>
            <a:ext cx="115570" cy="302895"/>
            <a:chOff x="8111" y="4551"/>
            <a:chExt cx="168" cy="504"/>
          </a:xfrm>
        </p:grpSpPr>
        <p:sp>
          <p:nvSpPr>
            <p:cNvPr id="110" name="矩形 109"/>
            <p:cNvSpPr/>
            <p:nvPr/>
          </p:nvSpPr>
          <p:spPr>
            <a:xfrm rot="5400000" flipH="1">
              <a:off x="8111" y="4551"/>
              <a:ext cx="168" cy="168"/>
            </a:xfrm>
            <a:prstGeom prst="rect">
              <a:avLst/>
            </a:prstGeom>
            <a:solidFill>
              <a:srgbClr val="EDD88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/>
            </a:p>
          </p:txBody>
        </p:sp>
        <p:sp>
          <p:nvSpPr>
            <p:cNvPr id="111" name="矩形 110"/>
            <p:cNvSpPr/>
            <p:nvPr/>
          </p:nvSpPr>
          <p:spPr>
            <a:xfrm rot="5400000" flipH="1">
              <a:off x="8111" y="4719"/>
              <a:ext cx="168" cy="168"/>
            </a:xfrm>
            <a:prstGeom prst="rect">
              <a:avLst/>
            </a:prstGeom>
            <a:solidFill>
              <a:srgbClr val="EDD88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/>
            </a:p>
          </p:txBody>
        </p:sp>
        <p:sp>
          <p:nvSpPr>
            <p:cNvPr id="113" name="矩形 112"/>
            <p:cNvSpPr/>
            <p:nvPr/>
          </p:nvSpPr>
          <p:spPr>
            <a:xfrm rot="5400000" flipH="1">
              <a:off x="8111" y="4887"/>
              <a:ext cx="168" cy="168"/>
            </a:xfrm>
            <a:prstGeom prst="rect">
              <a:avLst/>
            </a:prstGeom>
            <a:solidFill>
              <a:srgbClr val="EDD88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/>
            </a:p>
          </p:txBody>
        </p:sp>
      </p:grpSp>
      <p:cxnSp>
        <p:nvCxnSpPr>
          <p:cNvPr id="115" name="直接连接符 114"/>
          <p:cNvCxnSpPr>
            <a:stCxn id="113" idx="1"/>
            <a:endCxn id="97" idx="1"/>
          </p:cNvCxnSpPr>
          <p:nvPr/>
        </p:nvCxnSpPr>
        <p:spPr>
          <a:xfrm>
            <a:off x="7023735" y="4328795"/>
            <a:ext cx="0" cy="3556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17" name="连接符: 肘形 139"/>
          <p:cNvCxnSpPr>
            <a:endCxn id="97" idx="3"/>
          </p:cNvCxnSpPr>
          <p:nvPr/>
        </p:nvCxnSpPr>
        <p:spPr>
          <a:xfrm rot="10800000">
            <a:off x="7023100" y="5358130"/>
            <a:ext cx="570230" cy="477520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连接符: 肘形 139"/>
          <p:cNvCxnSpPr>
            <a:stCxn id="110" idx="3"/>
          </p:cNvCxnSpPr>
          <p:nvPr/>
        </p:nvCxnSpPr>
        <p:spPr>
          <a:xfrm rot="16200000">
            <a:off x="6864350" y="3386455"/>
            <a:ext cx="798830" cy="480695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直接连接符 122"/>
          <p:cNvCxnSpPr/>
          <p:nvPr/>
        </p:nvCxnSpPr>
        <p:spPr>
          <a:xfrm flipH="1">
            <a:off x="7592695" y="5830570"/>
            <a:ext cx="587375" cy="571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连接符: 肘形 139"/>
          <p:cNvCxnSpPr>
            <a:endCxn id="95" idx="0"/>
          </p:cNvCxnSpPr>
          <p:nvPr/>
        </p:nvCxnSpPr>
        <p:spPr>
          <a:xfrm rot="16200000" flipV="1">
            <a:off x="6360160" y="4011295"/>
            <a:ext cx="3138805" cy="494665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直接箭头连接符 124"/>
          <p:cNvCxnSpPr>
            <a:endCxn id="95" idx="4"/>
          </p:cNvCxnSpPr>
          <p:nvPr/>
        </p:nvCxnSpPr>
        <p:spPr>
          <a:xfrm flipV="1">
            <a:off x="5616575" y="2689225"/>
            <a:ext cx="1888490" cy="190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直接连接符 125"/>
          <p:cNvCxnSpPr>
            <a:stCxn id="129" idx="2"/>
            <a:endCxn id="95" idx="2"/>
          </p:cNvCxnSpPr>
          <p:nvPr/>
        </p:nvCxnSpPr>
        <p:spPr>
          <a:xfrm flipH="1">
            <a:off x="7593965" y="2532380"/>
            <a:ext cx="1270" cy="7874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pic>
        <p:nvPicPr>
          <p:cNvPr id="129" name="图片 128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3440" y="1845945"/>
            <a:ext cx="782955" cy="686435"/>
          </a:xfrm>
          <a:prstGeom prst="rect">
            <a:avLst/>
          </a:prstGeom>
        </p:spPr>
      </p:pic>
      <p:sp>
        <p:nvSpPr>
          <p:cNvPr id="6" name="矩形: 圆角 5"/>
          <p:cNvSpPr/>
          <p:nvPr/>
        </p:nvSpPr>
        <p:spPr>
          <a:xfrm rot="5400000">
            <a:off x="1069975" y="3194050"/>
            <a:ext cx="4759960" cy="1885315"/>
          </a:xfrm>
          <a:prstGeom prst="roundRect">
            <a:avLst>
              <a:gd name="adj" fmla="val 13023"/>
            </a:avLst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760" dirty="0"/>
          </a:p>
        </p:txBody>
      </p:sp>
      <p:pic>
        <p:nvPicPr>
          <p:cNvPr id="8" name="图片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68320" y="1955165"/>
            <a:ext cx="733425" cy="655955"/>
          </a:xfrm>
          <a:prstGeom prst="rect">
            <a:avLst/>
          </a:prstGeom>
        </p:spPr>
      </p:pic>
      <p:grpSp>
        <p:nvGrpSpPr>
          <p:cNvPr id="28" name="组合 27"/>
          <p:cNvGrpSpPr/>
          <p:nvPr/>
        </p:nvGrpSpPr>
        <p:grpSpPr>
          <a:xfrm rot="5400000">
            <a:off x="3971925" y="4650105"/>
            <a:ext cx="309245" cy="346075"/>
            <a:chOff x="3797141" y="1416844"/>
            <a:chExt cx="320040" cy="320040"/>
          </a:xfrm>
        </p:grpSpPr>
        <p:sp>
          <p:nvSpPr>
            <p:cNvPr id="16" name="矩形 15"/>
            <p:cNvSpPr/>
            <p:nvPr/>
          </p:nvSpPr>
          <p:spPr>
            <a:xfrm flipH="1">
              <a:off x="3797141" y="1416844"/>
              <a:ext cx="106680" cy="106680"/>
            </a:xfrm>
            <a:prstGeom prst="rect">
              <a:avLst/>
            </a:prstGeom>
            <a:solidFill>
              <a:srgbClr val="EDD88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/>
            </a:p>
          </p:txBody>
        </p:sp>
        <p:sp>
          <p:nvSpPr>
            <p:cNvPr id="19" name="矩形 18"/>
            <p:cNvSpPr/>
            <p:nvPr/>
          </p:nvSpPr>
          <p:spPr>
            <a:xfrm flipH="1">
              <a:off x="3903821" y="1416844"/>
              <a:ext cx="106680" cy="106680"/>
            </a:xfrm>
            <a:prstGeom prst="rect">
              <a:avLst/>
            </a:prstGeom>
            <a:solidFill>
              <a:srgbClr val="EDD88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/>
            </a:p>
          </p:txBody>
        </p:sp>
        <p:sp>
          <p:nvSpPr>
            <p:cNvPr id="20" name="矩形 19"/>
            <p:cNvSpPr/>
            <p:nvPr/>
          </p:nvSpPr>
          <p:spPr>
            <a:xfrm flipH="1">
              <a:off x="4010501" y="1416844"/>
              <a:ext cx="106680" cy="106680"/>
            </a:xfrm>
            <a:prstGeom prst="rect">
              <a:avLst/>
            </a:prstGeom>
            <a:solidFill>
              <a:srgbClr val="EDD88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/>
            </a:p>
          </p:txBody>
        </p:sp>
        <p:sp>
          <p:nvSpPr>
            <p:cNvPr id="22" name="矩形 21"/>
            <p:cNvSpPr/>
            <p:nvPr/>
          </p:nvSpPr>
          <p:spPr>
            <a:xfrm flipH="1">
              <a:off x="3797141" y="1523524"/>
              <a:ext cx="106680" cy="106680"/>
            </a:xfrm>
            <a:prstGeom prst="rect">
              <a:avLst/>
            </a:prstGeom>
            <a:solidFill>
              <a:srgbClr val="EDD88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/>
            </a:p>
          </p:txBody>
        </p:sp>
        <p:sp>
          <p:nvSpPr>
            <p:cNvPr id="23" name="矩形 22"/>
            <p:cNvSpPr/>
            <p:nvPr/>
          </p:nvSpPr>
          <p:spPr>
            <a:xfrm flipH="1">
              <a:off x="3903821" y="1523524"/>
              <a:ext cx="106680" cy="106680"/>
            </a:xfrm>
            <a:prstGeom prst="rect">
              <a:avLst/>
            </a:prstGeom>
            <a:solidFill>
              <a:srgbClr val="EDD88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/>
            </a:p>
          </p:txBody>
        </p:sp>
        <p:sp>
          <p:nvSpPr>
            <p:cNvPr id="24" name="矩形 23"/>
            <p:cNvSpPr/>
            <p:nvPr/>
          </p:nvSpPr>
          <p:spPr>
            <a:xfrm flipH="1">
              <a:off x="4010501" y="1523524"/>
              <a:ext cx="106680" cy="106680"/>
            </a:xfrm>
            <a:prstGeom prst="rect">
              <a:avLst/>
            </a:prstGeom>
            <a:solidFill>
              <a:srgbClr val="EDD88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/>
            </a:p>
          </p:txBody>
        </p:sp>
        <p:sp>
          <p:nvSpPr>
            <p:cNvPr id="25" name="矩形 24"/>
            <p:cNvSpPr/>
            <p:nvPr/>
          </p:nvSpPr>
          <p:spPr>
            <a:xfrm flipH="1">
              <a:off x="3797141" y="1630204"/>
              <a:ext cx="106680" cy="106680"/>
            </a:xfrm>
            <a:prstGeom prst="rect">
              <a:avLst/>
            </a:prstGeom>
            <a:solidFill>
              <a:srgbClr val="EDD88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/>
            </a:p>
          </p:txBody>
        </p:sp>
        <p:sp>
          <p:nvSpPr>
            <p:cNvPr id="26" name="矩形 25"/>
            <p:cNvSpPr/>
            <p:nvPr/>
          </p:nvSpPr>
          <p:spPr>
            <a:xfrm flipH="1">
              <a:off x="3903821" y="1630204"/>
              <a:ext cx="106680" cy="106680"/>
            </a:xfrm>
            <a:prstGeom prst="rect">
              <a:avLst/>
            </a:prstGeom>
            <a:solidFill>
              <a:srgbClr val="EDD88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/>
            </a:p>
          </p:txBody>
        </p:sp>
        <p:sp>
          <p:nvSpPr>
            <p:cNvPr id="27" name="矩形 26"/>
            <p:cNvSpPr/>
            <p:nvPr/>
          </p:nvSpPr>
          <p:spPr>
            <a:xfrm flipH="1">
              <a:off x="4010501" y="1630204"/>
              <a:ext cx="106680" cy="106680"/>
            </a:xfrm>
            <a:prstGeom prst="rect">
              <a:avLst/>
            </a:prstGeom>
            <a:solidFill>
              <a:srgbClr val="EDD88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/>
            </a:p>
          </p:txBody>
        </p:sp>
      </p:grpSp>
      <p:sp>
        <p:nvSpPr>
          <p:cNvPr id="30" name="矩形: 圆角 29"/>
          <p:cNvSpPr/>
          <p:nvPr/>
        </p:nvSpPr>
        <p:spPr>
          <a:xfrm rot="5400000">
            <a:off x="3305810" y="3168650"/>
            <a:ext cx="258445" cy="509270"/>
          </a:xfrm>
          <a:prstGeom prst="round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altLang="zh-CN" sz="1170" dirty="0">
                <a:solidFill>
                  <a:schemeClr val="tx1"/>
                </a:solidFill>
              </a:rPr>
              <a:t>AP</a:t>
            </a:r>
            <a:endParaRPr lang="zh-CN" altLang="en-US" sz="1170" dirty="0">
              <a:solidFill>
                <a:schemeClr val="tx1"/>
              </a:solidFill>
            </a:endParaRPr>
          </a:p>
        </p:txBody>
      </p:sp>
      <p:sp>
        <p:nvSpPr>
          <p:cNvPr id="31" name="矩形: 圆角 30"/>
          <p:cNvSpPr/>
          <p:nvPr/>
        </p:nvSpPr>
        <p:spPr>
          <a:xfrm rot="5400000">
            <a:off x="3305810" y="3611245"/>
            <a:ext cx="258445" cy="509270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altLang="zh-CN" sz="1170" dirty="0">
                <a:solidFill>
                  <a:sysClr val="windowText" lastClr="000000"/>
                </a:solidFill>
              </a:rPr>
              <a:t>Conv</a:t>
            </a:r>
            <a:endParaRPr lang="zh-CN" altLang="en-US" sz="1170" dirty="0">
              <a:solidFill>
                <a:sysClr val="windowText" lastClr="000000"/>
              </a:solidFill>
            </a:endParaRPr>
          </a:p>
        </p:txBody>
      </p:sp>
      <p:sp>
        <p:nvSpPr>
          <p:cNvPr id="32" name="矩形: 圆角 31"/>
          <p:cNvSpPr/>
          <p:nvPr/>
        </p:nvSpPr>
        <p:spPr>
          <a:xfrm rot="5400000">
            <a:off x="3306445" y="4011295"/>
            <a:ext cx="257810" cy="509270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altLang="zh-CN" sz="1170" dirty="0">
                <a:solidFill>
                  <a:schemeClr val="tx1"/>
                </a:solidFill>
              </a:rPr>
              <a:t>Tanh</a:t>
            </a:r>
            <a:endParaRPr lang="zh-CN" altLang="en-US" sz="1170" dirty="0">
              <a:solidFill>
                <a:schemeClr val="tx1"/>
              </a:solidFill>
            </a:endParaRPr>
          </a:p>
        </p:txBody>
      </p:sp>
      <p:sp>
        <p:nvSpPr>
          <p:cNvPr id="33" name="矩形: 圆角 32"/>
          <p:cNvSpPr/>
          <p:nvPr/>
        </p:nvSpPr>
        <p:spPr>
          <a:xfrm rot="5400000">
            <a:off x="3773805" y="3335020"/>
            <a:ext cx="687070" cy="288290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70" dirty="0">
                <a:solidFill>
                  <a:schemeClr val="tx1"/>
                </a:solidFill>
              </a:rPr>
              <a:t>Dilated</a:t>
            </a:r>
            <a:endParaRPr lang="zh-CN" altLang="en-US" sz="1170" dirty="0">
              <a:solidFill>
                <a:schemeClr val="tx1"/>
              </a:solidFill>
            </a:endParaRPr>
          </a:p>
        </p:txBody>
      </p:sp>
      <p:cxnSp>
        <p:nvCxnSpPr>
          <p:cNvPr id="35" name="直接箭头连接符 34"/>
          <p:cNvCxnSpPr>
            <a:stCxn id="8" idx="2"/>
            <a:endCxn id="30" idx="1"/>
          </p:cNvCxnSpPr>
          <p:nvPr/>
        </p:nvCxnSpPr>
        <p:spPr>
          <a:xfrm>
            <a:off x="3434715" y="2611120"/>
            <a:ext cx="0" cy="68262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连接符: 肘形 36"/>
          <p:cNvCxnSpPr>
            <a:endCxn id="33" idx="1"/>
          </p:cNvCxnSpPr>
          <p:nvPr/>
        </p:nvCxnSpPr>
        <p:spPr>
          <a:xfrm rot="10800000" flipH="1" flipV="1">
            <a:off x="3146425" y="2770505"/>
            <a:ext cx="970280" cy="365125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直接连接符 40"/>
          <p:cNvCxnSpPr>
            <a:stCxn id="33" idx="3"/>
            <a:endCxn id="22" idx="3"/>
          </p:cNvCxnSpPr>
          <p:nvPr/>
        </p:nvCxnSpPr>
        <p:spPr>
          <a:xfrm>
            <a:off x="4117340" y="3822065"/>
            <a:ext cx="9525" cy="84645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直接箭头连接符 42"/>
          <p:cNvCxnSpPr>
            <a:stCxn id="30" idx="3"/>
            <a:endCxn id="31" idx="1"/>
          </p:cNvCxnSpPr>
          <p:nvPr/>
        </p:nvCxnSpPr>
        <p:spPr>
          <a:xfrm rot="5400000">
            <a:off x="3343275" y="3644265"/>
            <a:ext cx="18351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箭头连接符 44"/>
          <p:cNvCxnSpPr>
            <a:stCxn id="31" idx="3"/>
          </p:cNvCxnSpPr>
          <p:nvPr/>
        </p:nvCxnSpPr>
        <p:spPr>
          <a:xfrm rot="5400000">
            <a:off x="3364230" y="4065905"/>
            <a:ext cx="141605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82" name="组合 181"/>
          <p:cNvGrpSpPr/>
          <p:nvPr/>
        </p:nvGrpSpPr>
        <p:grpSpPr>
          <a:xfrm rot="0">
            <a:off x="3242945" y="2073275"/>
            <a:ext cx="419735" cy="406400"/>
            <a:chOff x="3123933" y="786085"/>
            <a:chExt cx="458959" cy="497137"/>
          </a:xfrm>
        </p:grpSpPr>
        <p:sp>
          <p:nvSpPr>
            <p:cNvPr id="68" name="矩形 67"/>
            <p:cNvSpPr/>
            <p:nvPr/>
          </p:nvSpPr>
          <p:spPr>
            <a:xfrm rot="5400000" flipH="1">
              <a:off x="3476212" y="786085"/>
              <a:ext cx="106680" cy="106680"/>
            </a:xfrm>
            <a:prstGeom prst="rect">
              <a:avLst/>
            </a:prstGeom>
            <a:solidFill>
              <a:srgbClr val="EDD88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/>
            </a:p>
          </p:txBody>
        </p:sp>
        <p:sp>
          <p:nvSpPr>
            <p:cNvPr id="69" name="矩形 68"/>
            <p:cNvSpPr/>
            <p:nvPr/>
          </p:nvSpPr>
          <p:spPr>
            <a:xfrm rot="5400000" flipH="1">
              <a:off x="3476212" y="986345"/>
              <a:ext cx="106680" cy="106680"/>
            </a:xfrm>
            <a:prstGeom prst="rect">
              <a:avLst/>
            </a:prstGeom>
            <a:solidFill>
              <a:srgbClr val="EDD88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/>
            </a:p>
          </p:txBody>
        </p:sp>
        <p:sp>
          <p:nvSpPr>
            <p:cNvPr id="70" name="矩形 69"/>
            <p:cNvSpPr/>
            <p:nvPr/>
          </p:nvSpPr>
          <p:spPr>
            <a:xfrm rot="5400000" flipH="1">
              <a:off x="3476212" y="1176542"/>
              <a:ext cx="106680" cy="106680"/>
            </a:xfrm>
            <a:prstGeom prst="rect">
              <a:avLst/>
            </a:prstGeom>
            <a:solidFill>
              <a:srgbClr val="EDD88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/>
            </a:p>
          </p:txBody>
        </p:sp>
        <p:sp>
          <p:nvSpPr>
            <p:cNvPr id="71" name="矩形 70"/>
            <p:cNvSpPr/>
            <p:nvPr/>
          </p:nvSpPr>
          <p:spPr>
            <a:xfrm rot="5400000" flipH="1">
              <a:off x="3312470" y="786085"/>
              <a:ext cx="106680" cy="106680"/>
            </a:xfrm>
            <a:prstGeom prst="rect">
              <a:avLst/>
            </a:prstGeom>
            <a:solidFill>
              <a:srgbClr val="EDD88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/>
            </a:p>
          </p:txBody>
        </p:sp>
        <p:sp>
          <p:nvSpPr>
            <p:cNvPr id="72" name="矩形 71"/>
            <p:cNvSpPr/>
            <p:nvPr/>
          </p:nvSpPr>
          <p:spPr>
            <a:xfrm rot="5400000" flipH="1">
              <a:off x="3312470" y="986345"/>
              <a:ext cx="106680" cy="106680"/>
            </a:xfrm>
            <a:prstGeom prst="rect">
              <a:avLst/>
            </a:prstGeom>
            <a:solidFill>
              <a:srgbClr val="EDD88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/>
            </a:p>
          </p:txBody>
        </p:sp>
        <p:sp>
          <p:nvSpPr>
            <p:cNvPr id="73" name="矩形 72"/>
            <p:cNvSpPr/>
            <p:nvPr/>
          </p:nvSpPr>
          <p:spPr>
            <a:xfrm rot="5400000" flipH="1">
              <a:off x="3312470" y="1176542"/>
              <a:ext cx="106680" cy="106680"/>
            </a:xfrm>
            <a:prstGeom prst="rect">
              <a:avLst/>
            </a:prstGeom>
            <a:solidFill>
              <a:srgbClr val="EDD88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/>
            </a:p>
          </p:txBody>
        </p:sp>
        <p:sp>
          <p:nvSpPr>
            <p:cNvPr id="75" name="矩形 74"/>
            <p:cNvSpPr/>
            <p:nvPr/>
          </p:nvSpPr>
          <p:spPr>
            <a:xfrm rot="5400000" flipH="1">
              <a:off x="3123933" y="786085"/>
              <a:ext cx="106680" cy="106680"/>
            </a:xfrm>
            <a:prstGeom prst="rect">
              <a:avLst/>
            </a:prstGeom>
            <a:solidFill>
              <a:srgbClr val="EDD88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/>
            </a:p>
          </p:txBody>
        </p:sp>
        <p:sp>
          <p:nvSpPr>
            <p:cNvPr id="76" name="矩形 75"/>
            <p:cNvSpPr/>
            <p:nvPr/>
          </p:nvSpPr>
          <p:spPr>
            <a:xfrm rot="5400000" flipH="1">
              <a:off x="3123933" y="986345"/>
              <a:ext cx="106680" cy="106680"/>
            </a:xfrm>
            <a:prstGeom prst="rect">
              <a:avLst/>
            </a:prstGeom>
            <a:solidFill>
              <a:srgbClr val="EDD88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/>
            </a:p>
          </p:txBody>
        </p:sp>
        <p:sp>
          <p:nvSpPr>
            <p:cNvPr id="77" name="矩形 76"/>
            <p:cNvSpPr/>
            <p:nvPr/>
          </p:nvSpPr>
          <p:spPr>
            <a:xfrm rot="5400000" flipH="1">
              <a:off x="3123933" y="1176542"/>
              <a:ext cx="106680" cy="106680"/>
            </a:xfrm>
            <a:prstGeom prst="rect">
              <a:avLst/>
            </a:prstGeom>
            <a:solidFill>
              <a:srgbClr val="EDD88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/>
            </a:p>
          </p:txBody>
        </p:sp>
      </p:grpSp>
      <p:sp>
        <p:nvSpPr>
          <p:cNvPr id="80" name="矩形: 圆角 79"/>
          <p:cNvSpPr/>
          <p:nvPr/>
        </p:nvSpPr>
        <p:spPr>
          <a:xfrm rot="5400000">
            <a:off x="3307080" y="4483735"/>
            <a:ext cx="255270" cy="509270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altLang="zh-CN" sz="1170" dirty="0">
                <a:solidFill>
                  <a:schemeClr val="tx1"/>
                </a:solidFill>
              </a:rPr>
              <a:t>FM</a:t>
            </a:r>
            <a:endParaRPr lang="zh-CN" altLang="en-US" sz="1170" dirty="0">
              <a:solidFill>
                <a:schemeClr val="tx1"/>
              </a:solidFill>
            </a:endParaRPr>
          </a:p>
        </p:txBody>
      </p:sp>
      <p:grpSp>
        <p:nvGrpSpPr>
          <p:cNvPr id="98" name="组合 97"/>
          <p:cNvGrpSpPr/>
          <p:nvPr/>
        </p:nvGrpSpPr>
        <p:grpSpPr>
          <a:xfrm rot="5400000">
            <a:off x="3280410" y="5107305"/>
            <a:ext cx="309245" cy="346075"/>
            <a:chOff x="3797141" y="1416844"/>
            <a:chExt cx="320040" cy="320040"/>
          </a:xfrm>
          <a:solidFill>
            <a:schemeClr val="accent2">
              <a:lumMod val="75000"/>
            </a:schemeClr>
          </a:solidFill>
        </p:grpSpPr>
        <p:sp>
          <p:nvSpPr>
            <p:cNvPr id="99" name="矩形 98"/>
            <p:cNvSpPr/>
            <p:nvPr/>
          </p:nvSpPr>
          <p:spPr>
            <a:xfrm flipH="1">
              <a:off x="3797141" y="1416844"/>
              <a:ext cx="106680" cy="106680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/>
            </a:p>
          </p:txBody>
        </p:sp>
        <p:sp>
          <p:nvSpPr>
            <p:cNvPr id="100" name="矩形 99"/>
            <p:cNvSpPr/>
            <p:nvPr/>
          </p:nvSpPr>
          <p:spPr>
            <a:xfrm flipH="1">
              <a:off x="3903821" y="1416844"/>
              <a:ext cx="106680" cy="106680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/>
            </a:p>
          </p:txBody>
        </p:sp>
        <p:sp>
          <p:nvSpPr>
            <p:cNvPr id="101" name="矩形 100"/>
            <p:cNvSpPr/>
            <p:nvPr/>
          </p:nvSpPr>
          <p:spPr>
            <a:xfrm flipH="1">
              <a:off x="4010501" y="1416844"/>
              <a:ext cx="106680" cy="106680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/>
            </a:p>
          </p:txBody>
        </p:sp>
        <p:sp>
          <p:nvSpPr>
            <p:cNvPr id="102" name="矩形 101"/>
            <p:cNvSpPr/>
            <p:nvPr/>
          </p:nvSpPr>
          <p:spPr>
            <a:xfrm flipH="1">
              <a:off x="3797141" y="1523524"/>
              <a:ext cx="106680" cy="106680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/>
            </a:p>
          </p:txBody>
        </p:sp>
        <p:sp>
          <p:nvSpPr>
            <p:cNvPr id="103" name="矩形 102"/>
            <p:cNvSpPr/>
            <p:nvPr/>
          </p:nvSpPr>
          <p:spPr>
            <a:xfrm flipH="1">
              <a:off x="3903821" y="1523524"/>
              <a:ext cx="106680" cy="106680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/>
            </a:p>
          </p:txBody>
        </p:sp>
        <p:sp>
          <p:nvSpPr>
            <p:cNvPr id="104" name="矩形 103"/>
            <p:cNvSpPr/>
            <p:nvPr/>
          </p:nvSpPr>
          <p:spPr>
            <a:xfrm flipH="1">
              <a:off x="4010501" y="1523524"/>
              <a:ext cx="106680" cy="106680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/>
            </a:p>
          </p:txBody>
        </p:sp>
        <p:sp>
          <p:nvSpPr>
            <p:cNvPr id="105" name="矩形 104"/>
            <p:cNvSpPr/>
            <p:nvPr/>
          </p:nvSpPr>
          <p:spPr>
            <a:xfrm flipH="1">
              <a:off x="3797141" y="1630204"/>
              <a:ext cx="106680" cy="106680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/>
            </a:p>
          </p:txBody>
        </p:sp>
        <p:sp>
          <p:nvSpPr>
            <p:cNvPr id="106" name="矩形 105"/>
            <p:cNvSpPr/>
            <p:nvPr/>
          </p:nvSpPr>
          <p:spPr>
            <a:xfrm flipH="1">
              <a:off x="3903821" y="1630204"/>
              <a:ext cx="106680" cy="106680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/>
            </a:p>
          </p:txBody>
        </p:sp>
        <p:sp>
          <p:nvSpPr>
            <p:cNvPr id="107" name="矩形 106"/>
            <p:cNvSpPr/>
            <p:nvPr/>
          </p:nvSpPr>
          <p:spPr>
            <a:xfrm flipH="1">
              <a:off x="4010501" y="1630204"/>
              <a:ext cx="106680" cy="106680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/>
            </a:p>
          </p:txBody>
        </p:sp>
      </p:grpSp>
      <p:cxnSp>
        <p:nvCxnSpPr>
          <p:cNvPr id="112" name="直接箭头连接符 111"/>
          <p:cNvCxnSpPr>
            <a:endCxn id="80" idx="1"/>
          </p:cNvCxnSpPr>
          <p:nvPr/>
        </p:nvCxnSpPr>
        <p:spPr>
          <a:xfrm rot="5400000">
            <a:off x="3326765" y="4502785"/>
            <a:ext cx="216535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直接连接符 113"/>
          <p:cNvCxnSpPr>
            <a:stCxn id="80" idx="3"/>
            <a:endCxn id="102" idx="3"/>
          </p:cNvCxnSpPr>
          <p:nvPr/>
        </p:nvCxnSpPr>
        <p:spPr>
          <a:xfrm rot="5400000">
            <a:off x="3305175" y="4995545"/>
            <a:ext cx="259715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直接连接符 117"/>
          <p:cNvCxnSpPr>
            <a:stCxn id="104" idx="1"/>
          </p:cNvCxnSpPr>
          <p:nvPr/>
        </p:nvCxnSpPr>
        <p:spPr>
          <a:xfrm rot="5400000">
            <a:off x="3332480" y="5537200"/>
            <a:ext cx="20447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连接符: 肘形 126"/>
          <p:cNvCxnSpPr>
            <a:stCxn id="24" idx="1"/>
          </p:cNvCxnSpPr>
          <p:nvPr/>
        </p:nvCxnSpPr>
        <p:spPr>
          <a:xfrm rot="5400000">
            <a:off x="3455035" y="5046980"/>
            <a:ext cx="741045" cy="602615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8" name="流程图: 或者 127"/>
          <p:cNvSpPr/>
          <p:nvPr/>
        </p:nvSpPr>
        <p:spPr>
          <a:xfrm rot="5400000">
            <a:off x="3355340" y="6068060"/>
            <a:ext cx="159385" cy="178435"/>
          </a:xfrm>
          <a:prstGeom prst="flowChartOr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60"/>
          </a:p>
        </p:txBody>
      </p:sp>
      <p:cxnSp>
        <p:nvCxnSpPr>
          <p:cNvPr id="130" name="直接连接符 129"/>
          <p:cNvCxnSpPr>
            <a:endCxn id="128" idx="2"/>
          </p:cNvCxnSpPr>
          <p:nvPr/>
        </p:nvCxnSpPr>
        <p:spPr>
          <a:xfrm rot="5400000">
            <a:off x="3295650" y="5937885"/>
            <a:ext cx="278765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直接连接符 137"/>
          <p:cNvCxnSpPr/>
          <p:nvPr/>
        </p:nvCxnSpPr>
        <p:spPr>
          <a:xfrm flipH="1">
            <a:off x="2938145" y="2770505"/>
            <a:ext cx="49657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连接符: 肘形 139"/>
          <p:cNvCxnSpPr>
            <a:endCxn id="128" idx="4"/>
          </p:cNvCxnSpPr>
          <p:nvPr/>
        </p:nvCxnSpPr>
        <p:spPr>
          <a:xfrm rot="16200000" flipH="1">
            <a:off x="1449070" y="4260215"/>
            <a:ext cx="3386455" cy="407035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直接箭头连接符 155"/>
          <p:cNvCxnSpPr/>
          <p:nvPr/>
        </p:nvCxnSpPr>
        <p:spPr>
          <a:xfrm rot="5400000">
            <a:off x="3303905" y="6367780"/>
            <a:ext cx="262255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文本框 132"/>
          <p:cNvSpPr txBox="1"/>
          <p:nvPr/>
        </p:nvSpPr>
        <p:spPr>
          <a:xfrm>
            <a:off x="3036570" y="5365750"/>
            <a:ext cx="494665" cy="204470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algn="l"/>
            <a:r>
              <a:rPr lang="en-US" altLang="zh-CN" sz="785" dirty="0">
                <a:latin typeface="Arial" panose="020B0604020202020204" pitchFamily="34" charset="0"/>
                <a:ea typeface="微软雅黑" panose="020B0503020204020204" charset="-122"/>
              </a:rPr>
              <a:t>W</a:t>
            </a:r>
            <a:r>
              <a:rPr lang="en-US" altLang="zh-CN" sz="490" dirty="0">
                <a:latin typeface="Arial" panose="020B0604020202020204" pitchFamily="34" charset="0"/>
                <a:ea typeface="微软雅黑" panose="020B0503020204020204" charset="-122"/>
              </a:rPr>
              <a:t>A</a:t>
            </a:r>
            <a:endParaRPr lang="en-US" altLang="zh-CN" sz="785" dirty="0"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2" name="矩形: 圆角 1"/>
          <p:cNvSpPr/>
          <p:nvPr/>
        </p:nvSpPr>
        <p:spPr>
          <a:xfrm>
            <a:off x="4638040" y="462915"/>
            <a:ext cx="1482090" cy="774700"/>
          </a:xfrm>
          <a:prstGeom prst="roundRect">
            <a:avLst>
              <a:gd name="adj" fmla="val 10161"/>
            </a:avLst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60"/>
          </a:p>
        </p:txBody>
      </p:sp>
      <p:sp>
        <p:nvSpPr>
          <p:cNvPr id="18" name="矩形: 圆角 17"/>
          <p:cNvSpPr/>
          <p:nvPr/>
        </p:nvSpPr>
        <p:spPr>
          <a:xfrm>
            <a:off x="4752340" y="659765"/>
            <a:ext cx="520065" cy="252730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80" dirty="0">
                <a:solidFill>
                  <a:schemeClr val="tx1"/>
                </a:solidFill>
              </a:rPr>
              <a:t>GAB</a:t>
            </a:r>
            <a:endParaRPr lang="zh-CN" altLang="en-US" sz="880" dirty="0">
              <a:solidFill>
                <a:schemeClr val="tx1"/>
              </a:solidFill>
            </a:endParaRPr>
          </a:p>
        </p:txBody>
      </p:sp>
      <p:sp>
        <p:nvSpPr>
          <p:cNvPr id="136" name="矩形: 圆角 135"/>
          <p:cNvSpPr/>
          <p:nvPr/>
        </p:nvSpPr>
        <p:spPr>
          <a:xfrm>
            <a:off x="5501005" y="654050"/>
            <a:ext cx="520065" cy="252730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80" dirty="0">
                <a:solidFill>
                  <a:schemeClr val="tx1"/>
                </a:solidFill>
              </a:rPr>
              <a:t>CAB</a:t>
            </a:r>
            <a:endParaRPr lang="zh-CN" altLang="en-US" sz="880" dirty="0">
              <a:solidFill>
                <a:schemeClr val="tx1"/>
              </a:solidFill>
            </a:endParaRPr>
          </a:p>
        </p:txBody>
      </p:sp>
      <p:cxnSp>
        <p:nvCxnSpPr>
          <p:cNvPr id="29" name="连接符: 肘形 28"/>
          <p:cNvCxnSpPr>
            <a:stCxn id="2" idx="0"/>
            <a:endCxn id="18" idx="0"/>
          </p:cNvCxnSpPr>
          <p:nvPr/>
        </p:nvCxnSpPr>
        <p:spPr>
          <a:xfrm rot="16200000" flipH="1" flipV="1">
            <a:off x="5097145" y="377825"/>
            <a:ext cx="196850" cy="367030"/>
          </a:xfrm>
          <a:prstGeom prst="bentConnector3">
            <a:avLst>
              <a:gd name="adj1" fmla="val 54958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连接符: 肘形 136"/>
          <p:cNvCxnSpPr>
            <a:stCxn id="2" idx="0"/>
            <a:endCxn id="136" idx="0"/>
          </p:cNvCxnSpPr>
          <p:nvPr/>
        </p:nvCxnSpPr>
        <p:spPr>
          <a:xfrm rot="16200000" flipH="1">
            <a:off x="5474335" y="367665"/>
            <a:ext cx="191135" cy="381635"/>
          </a:xfrm>
          <a:prstGeom prst="bentConnector3">
            <a:avLst>
              <a:gd name="adj1" fmla="val 56604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9" name="流程图: 或者 138"/>
          <p:cNvSpPr/>
          <p:nvPr/>
        </p:nvSpPr>
        <p:spPr>
          <a:xfrm rot="5400000">
            <a:off x="5299710" y="953135"/>
            <a:ext cx="156210" cy="178435"/>
          </a:xfrm>
          <a:prstGeom prst="flowChartOr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60"/>
          </a:p>
        </p:txBody>
      </p:sp>
      <p:cxnSp>
        <p:nvCxnSpPr>
          <p:cNvPr id="121" name="连接符: 肘形 120"/>
          <p:cNvCxnSpPr>
            <a:stCxn id="18" idx="2"/>
            <a:endCxn id="139" idx="4"/>
          </p:cNvCxnSpPr>
          <p:nvPr/>
        </p:nvCxnSpPr>
        <p:spPr>
          <a:xfrm rot="16200000" flipH="1">
            <a:off x="5085080" y="838835"/>
            <a:ext cx="130175" cy="276860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连接符: 肘形 141"/>
          <p:cNvCxnSpPr>
            <a:stCxn id="136" idx="2"/>
            <a:endCxn id="139" idx="0"/>
          </p:cNvCxnSpPr>
          <p:nvPr/>
        </p:nvCxnSpPr>
        <p:spPr>
          <a:xfrm rot="5400000">
            <a:off x="5546090" y="827405"/>
            <a:ext cx="135890" cy="294005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直接连接符 169"/>
          <p:cNvCxnSpPr>
            <a:stCxn id="2" idx="2"/>
            <a:endCxn id="2" idx="2"/>
          </p:cNvCxnSpPr>
          <p:nvPr/>
        </p:nvCxnSpPr>
        <p:spPr>
          <a:xfrm>
            <a:off x="5379085" y="1237615"/>
            <a:ext cx="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直接连接符 171"/>
          <p:cNvCxnSpPr>
            <a:stCxn id="139" idx="6"/>
            <a:endCxn id="2" idx="2"/>
          </p:cNvCxnSpPr>
          <p:nvPr/>
        </p:nvCxnSpPr>
        <p:spPr>
          <a:xfrm>
            <a:off x="5377815" y="1120775"/>
            <a:ext cx="1270" cy="11684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4" name="文本框 153"/>
          <p:cNvSpPr txBox="1"/>
          <p:nvPr/>
        </p:nvSpPr>
        <p:spPr>
          <a:xfrm>
            <a:off x="5190490" y="4846955"/>
            <a:ext cx="494665" cy="204470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algn="l"/>
            <a:r>
              <a:rPr lang="en-US" altLang="zh-CN" sz="785" dirty="0">
                <a:latin typeface="Arial" panose="020B0604020202020204" pitchFamily="34" charset="0"/>
                <a:ea typeface="微软雅黑" panose="020B0503020204020204" charset="-122"/>
              </a:rPr>
              <a:t>W</a:t>
            </a:r>
            <a:r>
              <a:rPr lang="en-US" altLang="zh-CN" sz="490" dirty="0">
                <a:latin typeface="Arial" panose="020B0604020202020204" pitchFamily="34" charset="0"/>
                <a:ea typeface="微软雅黑" panose="020B0503020204020204" charset="-122"/>
              </a:rPr>
              <a:t>A</a:t>
            </a:r>
            <a:endParaRPr lang="en-US" altLang="zh-CN" sz="785" dirty="0"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155" name="文本框 154"/>
          <p:cNvSpPr txBox="1"/>
          <p:nvPr/>
        </p:nvSpPr>
        <p:spPr>
          <a:xfrm>
            <a:off x="7237095" y="3507740"/>
            <a:ext cx="494665" cy="204470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algn="l"/>
            <a:r>
              <a:rPr lang="en-US" altLang="zh-CN" sz="785" dirty="0">
                <a:latin typeface="Arial" panose="020B0604020202020204" pitchFamily="34" charset="0"/>
                <a:ea typeface="微软雅黑" panose="020B0503020204020204" charset="-122"/>
              </a:rPr>
              <a:t>W</a:t>
            </a:r>
            <a:r>
              <a:rPr lang="en-US" altLang="zh-CN" sz="490" dirty="0">
                <a:latin typeface="Arial" panose="020B0604020202020204" pitchFamily="34" charset="0"/>
                <a:ea typeface="微软雅黑" panose="020B0503020204020204" charset="-122"/>
              </a:rPr>
              <a:t>A</a:t>
            </a:r>
            <a:endParaRPr lang="en-US" altLang="zh-CN" sz="785" dirty="0"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cxnSp>
        <p:nvCxnSpPr>
          <p:cNvPr id="59" name="直接连接符 58"/>
          <p:cNvCxnSpPr>
            <a:stCxn id="18" idx="1"/>
          </p:cNvCxnSpPr>
          <p:nvPr/>
        </p:nvCxnSpPr>
        <p:spPr>
          <a:xfrm flipH="1">
            <a:off x="2618740" y="785495"/>
            <a:ext cx="2133600" cy="99822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直接连接符 161"/>
          <p:cNvCxnSpPr/>
          <p:nvPr/>
        </p:nvCxnSpPr>
        <p:spPr>
          <a:xfrm flipH="1">
            <a:off x="4384040" y="901065"/>
            <a:ext cx="493395" cy="98361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直接连接符 164"/>
          <p:cNvCxnSpPr>
            <a:stCxn id="136" idx="1"/>
          </p:cNvCxnSpPr>
          <p:nvPr/>
        </p:nvCxnSpPr>
        <p:spPr>
          <a:xfrm flipH="1">
            <a:off x="4877435" y="780415"/>
            <a:ext cx="623570" cy="103759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9" name="直接连接符 168"/>
          <p:cNvCxnSpPr>
            <a:stCxn id="136" idx="3"/>
          </p:cNvCxnSpPr>
          <p:nvPr/>
        </p:nvCxnSpPr>
        <p:spPr>
          <a:xfrm>
            <a:off x="6020435" y="780415"/>
            <a:ext cx="2222500" cy="101028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文本框 20"/>
          <p:cNvSpPr txBox="1"/>
          <p:nvPr/>
        </p:nvSpPr>
        <p:spPr>
          <a:xfrm>
            <a:off x="3180715" y="6617335"/>
            <a:ext cx="792480" cy="2724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/>
            <a:r>
              <a:rPr lang="en-US" altLang="zh-CN" sz="1170" dirty="0">
                <a:latin typeface="Arial" panose="020B0604020202020204" pitchFamily="34" charset="0"/>
                <a:ea typeface="微软雅黑" panose="020B0503020204020204" charset="-122"/>
              </a:rPr>
              <a:t>(b)GAB</a:t>
            </a:r>
            <a:endParaRPr lang="en-US" altLang="zh-CN" sz="1170" dirty="0"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63" name="文本框 62"/>
          <p:cNvSpPr txBox="1"/>
          <p:nvPr/>
        </p:nvSpPr>
        <p:spPr>
          <a:xfrm>
            <a:off x="6274435" y="6617335"/>
            <a:ext cx="807085" cy="2724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/>
            <a:r>
              <a:rPr lang="en-US" altLang="zh-CN" sz="1170" dirty="0">
                <a:latin typeface="Arial" panose="020B0604020202020204" pitchFamily="34" charset="0"/>
                <a:ea typeface="微软雅黑" panose="020B0503020204020204" charset="-122"/>
              </a:rPr>
              <a:t>(c)CAB</a:t>
            </a:r>
            <a:endParaRPr lang="en-US" altLang="zh-CN" sz="1170" dirty="0"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79" name="文本框 78"/>
          <p:cNvSpPr txBox="1"/>
          <p:nvPr/>
        </p:nvSpPr>
        <p:spPr>
          <a:xfrm>
            <a:off x="4984750" y="1278890"/>
            <a:ext cx="1000760" cy="2724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/>
            <a:r>
              <a:rPr lang="en-US" altLang="zh-CN" sz="1170">
                <a:latin typeface="Arial" panose="020B0604020202020204" pitchFamily="34" charset="0"/>
                <a:ea typeface="微软雅黑" panose="020B0503020204020204" charset="-122"/>
              </a:rPr>
              <a:t>(a)MAA</a:t>
            </a:r>
            <a:endParaRPr lang="en-US" altLang="zh-CN" sz="1170"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134" name="流程图: 汇总连接 133"/>
          <p:cNvSpPr/>
          <p:nvPr/>
        </p:nvSpPr>
        <p:spPr>
          <a:xfrm>
            <a:off x="3349625" y="5647055"/>
            <a:ext cx="170815" cy="149225"/>
          </a:xfrm>
          <a:prstGeom prst="flowChartSummingJunction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115"/>
          </a:p>
        </p:txBody>
      </p:sp>
      <p:sp>
        <p:nvSpPr>
          <p:cNvPr id="159" name="流程图: 汇总连接 158"/>
          <p:cNvSpPr/>
          <p:nvPr/>
        </p:nvSpPr>
        <p:spPr>
          <a:xfrm>
            <a:off x="3222625" y="1109980"/>
            <a:ext cx="156210" cy="136525"/>
          </a:xfrm>
          <a:prstGeom prst="flowChartSummingJunction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115"/>
          </a:p>
        </p:txBody>
      </p:sp>
      <p:sp>
        <p:nvSpPr>
          <p:cNvPr id="160" name="流程图: 汇总连接 159"/>
          <p:cNvSpPr/>
          <p:nvPr/>
        </p:nvSpPr>
        <p:spPr>
          <a:xfrm>
            <a:off x="5549900" y="5113655"/>
            <a:ext cx="170815" cy="149225"/>
          </a:xfrm>
          <a:prstGeom prst="flowChartSummingJunction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115"/>
          </a:p>
        </p:txBody>
      </p:sp>
      <p:sp>
        <p:nvSpPr>
          <p:cNvPr id="163" name="流程图: 汇总连接 162"/>
          <p:cNvSpPr/>
          <p:nvPr/>
        </p:nvSpPr>
        <p:spPr>
          <a:xfrm>
            <a:off x="7503795" y="3148965"/>
            <a:ext cx="170815" cy="149225"/>
          </a:xfrm>
          <a:prstGeom prst="flowChartSummingJunction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115"/>
          </a:p>
        </p:txBody>
      </p:sp>
      <p:sp>
        <p:nvSpPr>
          <p:cNvPr id="54" name="文本框 53"/>
          <p:cNvSpPr txBox="1"/>
          <p:nvPr/>
        </p:nvSpPr>
        <p:spPr>
          <a:xfrm>
            <a:off x="9351645" y="2534920"/>
            <a:ext cx="334772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endParaRPr lang="zh-CN" alt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/>
          <p:cNvGrpSpPr/>
          <p:nvPr/>
        </p:nvGrpSpPr>
        <p:grpSpPr>
          <a:xfrm>
            <a:off x="1199515" y="591185"/>
            <a:ext cx="7889875" cy="5186680"/>
            <a:chOff x="1889" y="931"/>
            <a:chExt cx="12425" cy="8168"/>
          </a:xfrm>
        </p:grpSpPr>
        <p:sp>
          <p:nvSpPr>
            <p:cNvPr id="79" name="文本框 78"/>
            <p:cNvSpPr txBox="1"/>
            <p:nvPr/>
          </p:nvSpPr>
          <p:spPr>
            <a:xfrm>
              <a:off x="6195" y="6629"/>
              <a:ext cx="1424" cy="42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l"/>
              <a:r>
                <a:rPr lang="en-US" altLang="zh-CN" sz="1170" dirty="0">
                  <a:latin typeface="Arial" panose="020B0604020202020204" pitchFamily="34" charset="0"/>
                  <a:ea typeface="微软雅黑" panose="020B0503020204020204" charset="-122"/>
                </a:rPr>
                <a:t>(a)MAA</a:t>
              </a:r>
              <a:endParaRPr lang="en-US" altLang="zh-CN" sz="1170" dirty="0">
                <a:latin typeface="Arial" panose="020B0604020202020204" pitchFamily="34" charset="0"/>
                <a:ea typeface="微软雅黑" panose="020B0503020204020204" charset="-122"/>
              </a:endParaRPr>
            </a:p>
          </p:txBody>
        </p:sp>
        <p:grpSp>
          <p:nvGrpSpPr>
            <p:cNvPr id="7" name="组合 6"/>
            <p:cNvGrpSpPr/>
            <p:nvPr/>
          </p:nvGrpSpPr>
          <p:grpSpPr>
            <a:xfrm rot="0">
              <a:off x="1889" y="931"/>
              <a:ext cx="2685" cy="8083"/>
              <a:chOff x="2506783" y="1756969"/>
              <a:chExt cx="1704778" cy="5132747"/>
            </a:xfrm>
          </p:grpSpPr>
          <p:sp>
            <p:nvSpPr>
              <p:cNvPr id="6" name="矩形: 圆角 5"/>
              <p:cNvSpPr/>
              <p:nvPr/>
            </p:nvSpPr>
            <p:spPr>
              <a:xfrm rot="5400000">
                <a:off x="979267" y="3284485"/>
                <a:ext cx="4759809" cy="1704778"/>
              </a:xfrm>
              <a:prstGeom prst="roundRect">
                <a:avLst>
                  <a:gd name="adj" fmla="val 13023"/>
                </a:avLst>
              </a:prstGeom>
              <a:solidFill>
                <a:schemeClr val="accent1">
                  <a:lumMod val="60000"/>
                  <a:lumOff val="4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endParaRPr lang="zh-CN" altLang="en-US" sz="1760" dirty="0"/>
              </a:p>
            </p:txBody>
          </p:sp>
          <p:pic>
            <p:nvPicPr>
              <p:cNvPr id="8" name="图片 7"/>
              <p:cNvPicPr>
                <a:picLocks noChangeAspect="1"/>
              </p:cNvPicPr>
              <p:nvPr/>
            </p:nvPicPr>
            <p:blipFill>
              <a:blip r:embed="rId1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014253" y="1955193"/>
                <a:ext cx="663305" cy="655754"/>
              </a:xfrm>
              <a:prstGeom prst="rect">
                <a:avLst/>
              </a:prstGeom>
            </p:spPr>
          </p:pic>
          <p:grpSp>
            <p:nvGrpSpPr>
              <p:cNvPr id="28" name="组合 27"/>
              <p:cNvGrpSpPr/>
              <p:nvPr/>
            </p:nvGrpSpPr>
            <p:grpSpPr>
              <a:xfrm rot="5400000">
                <a:off x="3816853" y="4666904"/>
                <a:ext cx="309107" cy="312666"/>
                <a:chOff x="3797141" y="1416844"/>
                <a:chExt cx="320040" cy="320040"/>
              </a:xfrm>
            </p:grpSpPr>
            <p:sp>
              <p:nvSpPr>
                <p:cNvPr id="16" name="矩形 15"/>
                <p:cNvSpPr/>
                <p:nvPr/>
              </p:nvSpPr>
              <p:spPr>
                <a:xfrm flipH="1">
                  <a:off x="3797141" y="1416844"/>
                  <a:ext cx="106680" cy="106680"/>
                </a:xfrm>
                <a:prstGeom prst="rect">
                  <a:avLst/>
                </a:prstGeom>
                <a:solidFill>
                  <a:srgbClr val="EDD88B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  <p:sp>
              <p:nvSpPr>
                <p:cNvPr id="19" name="矩形 18"/>
                <p:cNvSpPr/>
                <p:nvPr/>
              </p:nvSpPr>
              <p:spPr>
                <a:xfrm flipH="1">
                  <a:off x="3903821" y="1416844"/>
                  <a:ext cx="106680" cy="106680"/>
                </a:xfrm>
                <a:prstGeom prst="rect">
                  <a:avLst/>
                </a:prstGeom>
                <a:solidFill>
                  <a:srgbClr val="EDD88B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  <p:sp>
              <p:nvSpPr>
                <p:cNvPr id="20" name="矩形 19"/>
                <p:cNvSpPr/>
                <p:nvPr/>
              </p:nvSpPr>
              <p:spPr>
                <a:xfrm flipH="1">
                  <a:off x="4010501" y="1416844"/>
                  <a:ext cx="106680" cy="106680"/>
                </a:xfrm>
                <a:prstGeom prst="rect">
                  <a:avLst/>
                </a:prstGeom>
                <a:solidFill>
                  <a:srgbClr val="EDD88B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  <p:sp>
              <p:nvSpPr>
                <p:cNvPr id="22" name="矩形 21"/>
                <p:cNvSpPr/>
                <p:nvPr/>
              </p:nvSpPr>
              <p:spPr>
                <a:xfrm flipH="1">
                  <a:off x="3797141" y="1523524"/>
                  <a:ext cx="106680" cy="106680"/>
                </a:xfrm>
                <a:prstGeom prst="rect">
                  <a:avLst/>
                </a:prstGeom>
                <a:solidFill>
                  <a:srgbClr val="EDD88B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  <p:sp>
              <p:nvSpPr>
                <p:cNvPr id="23" name="矩形 22"/>
                <p:cNvSpPr/>
                <p:nvPr/>
              </p:nvSpPr>
              <p:spPr>
                <a:xfrm flipH="1">
                  <a:off x="3903821" y="1523524"/>
                  <a:ext cx="106680" cy="106680"/>
                </a:xfrm>
                <a:prstGeom prst="rect">
                  <a:avLst/>
                </a:prstGeom>
                <a:solidFill>
                  <a:srgbClr val="EDD88B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  <p:sp>
              <p:nvSpPr>
                <p:cNvPr id="24" name="矩形 23"/>
                <p:cNvSpPr/>
                <p:nvPr/>
              </p:nvSpPr>
              <p:spPr>
                <a:xfrm flipH="1">
                  <a:off x="4010501" y="1523524"/>
                  <a:ext cx="106680" cy="106680"/>
                </a:xfrm>
                <a:prstGeom prst="rect">
                  <a:avLst/>
                </a:prstGeom>
                <a:solidFill>
                  <a:srgbClr val="EDD88B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  <p:sp>
              <p:nvSpPr>
                <p:cNvPr id="25" name="矩形 24"/>
                <p:cNvSpPr/>
                <p:nvPr/>
              </p:nvSpPr>
              <p:spPr>
                <a:xfrm flipH="1">
                  <a:off x="3797141" y="1630204"/>
                  <a:ext cx="106680" cy="106680"/>
                </a:xfrm>
                <a:prstGeom prst="rect">
                  <a:avLst/>
                </a:prstGeom>
                <a:solidFill>
                  <a:srgbClr val="EDD88B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  <p:sp>
              <p:nvSpPr>
                <p:cNvPr id="26" name="矩形 25"/>
                <p:cNvSpPr/>
                <p:nvPr/>
              </p:nvSpPr>
              <p:spPr>
                <a:xfrm flipH="1">
                  <a:off x="3903821" y="1630204"/>
                  <a:ext cx="106680" cy="106680"/>
                </a:xfrm>
                <a:prstGeom prst="rect">
                  <a:avLst/>
                </a:prstGeom>
                <a:solidFill>
                  <a:srgbClr val="EDD88B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  <p:sp>
              <p:nvSpPr>
                <p:cNvPr id="27" name="矩形 26"/>
                <p:cNvSpPr/>
                <p:nvPr/>
              </p:nvSpPr>
              <p:spPr>
                <a:xfrm flipH="1">
                  <a:off x="4010501" y="1630204"/>
                  <a:ext cx="106680" cy="106680"/>
                </a:xfrm>
                <a:prstGeom prst="rect">
                  <a:avLst/>
                </a:prstGeom>
                <a:solidFill>
                  <a:srgbClr val="EDD88B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</p:grpSp>
          <p:sp>
            <p:nvSpPr>
              <p:cNvPr id="30" name="矩形: 圆角 29"/>
              <p:cNvSpPr/>
              <p:nvPr/>
            </p:nvSpPr>
            <p:spPr>
              <a:xfrm rot="5400000">
                <a:off x="3216554" y="3193117"/>
                <a:ext cx="258704" cy="460201"/>
              </a:xfrm>
              <a:prstGeom prst="roundRect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r>
                  <a:rPr lang="en-US" altLang="zh-CN" sz="1170" dirty="0">
                    <a:solidFill>
                      <a:schemeClr val="tx1"/>
                    </a:solidFill>
                  </a:rPr>
                  <a:t>AP</a:t>
                </a:r>
                <a:endParaRPr lang="zh-CN" altLang="en-US" sz="117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1" name="矩形: 圆角 30"/>
              <p:cNvSpPr/>
              <p:nvPr/>
            </p:nvSpPr>
            <p:spPr>
              <a:xfrm rot="5400000">
                <a:off x="3216554" y="3635521"/>
                <a:ext cx="258704" cy="460201"/>
              </a:xfrm>
              <a:prstGeom prst="roundRect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r>
                  <a:rPr lang="en-US" altLang="zh-CN" sz="1170" dirty="0">
                    <a:solidFill>
                      <a:sysClr val="windowText" lastClr="000000"/>
                    </a:solidFill>
                  </a:rPr>
                  <a:t>Conv</a:t>
                </a:r>
                <a:endParaRPr lang="zh-CN" altLang="en-US" sz="1170" dirty="0">
                  <a:solidFill>
                    <a:sysClr val="windowText" lastClr="000000"/>
                  </a:solidFill>
                </a:endParaRPr>
              </a:p>
            </p:txBody>
          </p:sp>
          <p:sp>
            <p:nvSpPr>
              <p:cNvPr id="32" name="矩形: 圆角 31"/>
              <p:cNvSpPr/>
              <p:nvPr/>
            </p:nvSpPr>
            <p:spPr>
              <a:xfrm rot="5400000">
                <a:off x="3217111" y="4035568"/>
                <a:ext cx="257589" cy="460201"/>
              </a:xfrm>
              <a:prstGeom prst="round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r>
                  <a:rPr lang="en-US" altLang="zh-CN" sz="1170" dirty="0">
                    <a:solidFill>
                      <a:schemeClr val="tx1"/>
                    </a:solidFill>
                  </a:rPr>
                  <a:t>Tanh</a:t>
                </a:r>
                <a:endParaRPr lang="zh-CN" altLang="en-US" sz="117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3" name="矩形: 圆角 32"/>
              <p:cNvSpPr/>
              <p:nvPr/>
            </p:nvSpPr>
            <p:spPr>
              <a:xfrm rot="5400000">
                <a:off x="3619270" y="3348596"/>
                <a:ext cx="686904" cy="260555"/>
              </a:xfrm>
              <a:prstGeom prst="roundRect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170" dirty="0">
                    <a:solidFill>
                      <a:schemeClr val="tx1"/>
                    </a:solidFill>
                  </a:rPr>
                  <a:t>Dilated</a:t>
                </a:r>
                <a:endParaRPr lang="zh-CN" altLang="en-US" sz="1170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35" name="直接箭头连接符 34"/>
              <p:cNvCxnSpPr>
                <a:stCxn id="8" idx="2"/>
                <a:endCxn id="30" idx="1"/>
              </p:cNvCxnSpPr>
              <p:nvPr/>
            </p:nvCxnSpPr>
            <p:spPr>
              <a:xfrm>
                <a:off x="3345907" y="2610947"/>
                <a:ext cx="0" cy="682919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" name="连接符: 肘形 36"/>
              <p:cNvCxnSpPr>
                <a:endCxn id="33" idx="1"/>
              </p:cNvCxnSpPr>
              <p:nvPr/>
            </p:nvCxnSpPr>
            <p:spPr>
              <a:xfrm rot="10800000" flipH="1" flipV="1">
                <a:off x="3085350" y="2770409"/>
                <a:ext cx="877372" cy="365013"/>
              </a:xfrm>
              <a:prstGeom prst="bentConnector2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直接连接符 40"/>
              <p:cNvCxnSpPr>
                <a:stCxn id="33" idx="3"/>
                <a:endCxn id="22" idx="3"/>
              </p:cNvCxnSpPr>
              <p:nvPr/>
            </p:nvCxnSpPr>
            <p:spPr>
              <a:xfrm>
                <a:off x="3962722" y="3822327"/>
                <a:ext cx="8685" cy="846358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直接箭头连接符 42"/>
              <p:cNvCxnSpPr>
                <a:stCxn id="30" idx="3"/>
                <a:endCxn id="31" idx="1"/>
              </p:cNvCxnSpPr>
              <p:nvPr/>
            </p:nvCxnSpPr>
            <p:spPr>
              <a:xfrm rot="5400000">
                <a:off x="3254057" y="3644419"/>
                <a:ext cx="183700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直接箭头连接符 44"/>
              <p:cNvCxnSpPr>
                <a:stCxn id="31" idx="3"/>
              </p:cNvCxnSpPr>
              <p:nvPr/>
            </p:nvCxnSpPr>
            <p:spPr>
              <a:xfrm rot="5400000">
                <a:off x="3274956" y="4065924"/>
                <a:ext cx="141901" cy="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82" name="组合 181"/>
              <p:cNvGrpSpPr/>
              <p:nvPr/>
            </p:nvGrpSpPr>
            <p:grpSpPr>
              <a:xfrm>
                <a:off x="3172197" y="2073471"/>
                <a:ext cx="379672" cy="406572"/>
                <a:chOff x="3123933" y="786085"/>
                <a:chExt cx="458959" cy="497137"/>
              </a:xfrm>
            </p:grpSpPr>
            <p:sp>
              <p:nvSpPr>
                <p:cNvPr id="68" name="矩形 67"/>
                <p:cNvSpPr/>
                <p:nvPr/>
              </p:nvSpPr>
              <p:spPr>
                <a:xfrm rot="5400000" flipH="1">
                  <a:off x="3476212" y="786085"/>
                  <a:ext cx="106680" cy="106680"/>
                </a:xfrm>
                <a:prstGeom prst="rect">
                  <a:avLst/>
                </a:prstGeom>
                <a:solidFill>
                  <a:srgbClr val="EDD88B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  <p:sp>
              <p:nvSpPr>
                <p:cNvPr id="69" name="矩形 68"/>
                <p:cNvSpPr/>
                <p:nvPr/>
              </p:nvSpPr>
              <p:spPr>
                <a:xfrm rot="5400000" flipH="1">
                  <a:off x="3476212" y="986345"/>
                  <a:ext cx="106680" cy="106680"/>
                </a:xfrm>
                <a:prstGeom prst="rect">
                  <a:avLst/>
                </a:prstGeom>
                <a:solidFill>
                  <a:srgbClr val="EDD88B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  <p:sp>
              <p:nvSpPr>
                <p:cNvPr id="70" name="矩形 69"/>
                <p:cNvSpPr/>
                <p:nvPr/>
              </p:nvSpPr>
              <p:spPr>
                <a:xfrm rot="5400000" flipH="1">
                  <a:off x="3476212" y="1176542"/>
                  <a:ext cx="106680" cy="106680"/>
                </a:xfrm>
                <a:prstGeom prst="rect">
                  <a:avLst/>
                </a:prstGeom>
                <a:solidFill>
                  <a:srgbClr val="EDD88B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  <p:sp>
              <p:nvSpPr>
                <p:cNvPr id="71" name="矩形 70"/>
                <p:cNvSpPr/>
                <p:nvPr/>
              </p:nvSpPr>
              <p:spPr>
                <a:xfrm rot="5400000" flipH="1">
                  <a:off x="3312470" y="786085"/>
                  <a:ext cx="106680" cy="106680"/>
                </a:xfrm>
                <a:prstGeom prst="rect">
                  <a:avLst/>
                </a:prstGeom>
                <a:solidFill>
                  <a:srgbClr val="EDD88B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  <p:sp>
              <p:nvSpPr>
                <p:cNvPr id="72" name="矩形 71"/>
                <p:cNvSpPr/>
                <p:nvPr/>
              </p:nvSpPr>
              <p:spPr>
                <a:xfrm rot="5400000" flipH="1">
                  <a:off x="3312470" y="986345"/>
                  <a:ext cx="106680" cy="106680"/>
                </a:xfrm>
                <a:prstGeom prst="rect">
                  <a:avLst/>
                </a:prstGeom>
                <a:solidFill>
                  <a:srgbClr val="EDD88B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  <p:sp>
              <p:nvSpPr>
                <p:cNvPr id="73" name="矩形 72"/>
                <p:cNvSpPr/>
                <p:nvPr/>
              </p:nvSpPr>
              <p:spPr>
                <a:xfrm rot="5400000" flipH="1">
                  <a:off x="3312470" y="1176542"/>
                  <a:ext cx="106680" cy="106680"/>
                </a:xfrm>
                <a:prstGeom prst="rect">
                  <a:avLst/>
                </a:prstGeom>
                <a:solidFill>
                  <a:srgbClr val="EDD88B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  <p:sp>
              <p:nvSpPr>
                <p:cNvPr id="75" name="矩形 74"/>
                <p:cNvSpPr/>
                <p:nvPr/>
              </p:nvSpPr>
              <p:spPr>
                <a:xfrm rot="5400000" flipH="1">
                  <a:off x="3123933" y="786085"/>
                  <a:ext cx="106680" cy="106680"/>
                </a:xfrm>
                <a:prstGeom prst="rect">
                  <a:avLst/>
                </a:prstGeom>
                <a:solidFill>
                  <a:srgbClr val="EDD88B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  <p:sp>
              <p:nvSpPr>
                <p:cNvPr id="76" name="矩形 75"/>
                <p:cNvSpPr/>
                <p:nvPr/>
              </p:nvSpPr>
              <p:spPr>
                <a:xfrm rot="5400000" flipH="1">
                  <a:off x="3123933" y="986345"/>
                  <a:ext cx="106680" cy="106680"/>
                </a:xfrm>
                <a:prstGeom prst="rect">
                  <a:avLst/>
                </a:prstGeom>
                <a:solidFill>
                  <a:srgbClr val="EDD88B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  <p:sp>
              <p:nvSpPr>
                <p:cNvPr id="77" name="矩形 76"/>
                <p:cNvSpPr/>
                <p:nvPr/>
              </p:nvSpPr>
              <p:spPr>
                <a:xfrm rot="5400000" flipH="1">
                  <a:off x="3123933" y="1176542"/>
                  <a:ext cx="106680" cy="106680"/>
                </a:xfrm>
                <a:prstGeom prst="rect">
                  <a:avLst/>
                </a:prstGeom>
                <a:solidFill>
                  <a:srgbClr val="EDD88B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</p:grpSp>
          <p:sp>
            <p:nvSpPr>
              <p:cNvPr id="80" name="矩形: 圆角 79"/>
              <p:cNvSpPr/>
              <p:nvPr/>
            </p:nvSpPr>
            <p:spPr>
              <a:xfrm rot="5400000">
                <a:off x="3218365" y="4508146"/>
                <a:ext cx="255082" cy="460201"/>
              </a:xfrm>
              <a:prstGeom prst="roundRect">
                <a:avLst/>
              </a:prstGeom>
              <a:solidFill>
                <a:schemeClr val="bg2">
                  <a:lumMod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r>
                  <a:rPr lang="en-US" altLang="zh-CN" sz="1170" dirty="0">
                    <a:solidFill>
                      <a:schemeClr val="tx1"/>
                    </a:solidFill>
                  </a:rPr>
                  <a:t>FM</a:t>
                </a:r>
                <a:endParaRPr lang="zh-CN" altLang="en-US" sz="1170" dirty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98" name="组合 97"/>
              <p:cNvGrpSpPr/>
              <p:nvPr/>
            </p:nvGrpSpPr>
            <p:grpSpPr>
              <a:xfrm rot="5400000">
                <a:off x="3191352" y="5123978"/>
                <a:ext cx="309107" cy="312666"/>
                <a:chOff x="3797141" y="1416844"/>
                <a:chExt cx="320040" cy="320040"/>
              </a:xfrm>
              <a:solidFill>
                <a:schemeClr val="accent2">
                  <a:lumMod val="75000"/>
                </a:schemeClr>
              </a:solidFill>
            </p:grpSpPr>
            <p:sp>
              <p:nvSpPr>
                <p:cNvPr id="99" name="矩形 98"/>
                <p:cNvSpPr/>
                <p:nvPr/>
              </p:nvSpPr>
              <p:spPr>
                <a:xfrm flipH="1">
                  <a:off x="3797141" y="1416844"/>
                  <a:ext cx="106680" cy="106680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  <p:sp>
              <p:nvSpPr>
                <p:cNvPr id="100" name="矩形 99"/>
                <p:cNvSpPr/>
                <p:nvPr/>
              </p:nvSpPr>
              <p:spPr>
                <a:xfrm flipH="1">
                  <a:off x="3903821" y="1416844"/>
                  <a:ext cx="106680" cy="106680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  <p:sp>
              <p:nvSpPr>
                <p:cNvPr id="101" name="矩形 100"/>
                <p:cNvSpPr/>
                <p:nvPr/>
              </p:nvSpPr>
              <p:spPr>
                <a:xfrm flipH="1">
                  <a:off x="4010501" y="1416844"/>
                  <a:ext cx="106680" cy="106680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  <p:sp>
              <p:nvSpPr>
                <p:cNvPr id="102" name="矩形 101"/>
                <p:cNvSpPr/>
                <p:nvPr/>
              </p:nvSpPr>
              <p:spPr>
                <a:xfrm flipH="1">
                  <a:off x="3797141" y="1523524"/>
                  <a:ext cx="106680" cy="106680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  <p:sp>
              <p:nvSpPr>
                <p:cNvPr id="103" name="矩形 102"/>
                <p:cNvSpPr/>
                <p:nvPr/>
              </p:nvSpPr>
              <p:spPr>
                <a:xfrm flipH="1">
                  <a:off x="3903821" y="1523524"/>
                  <a:ext cx="106680" cy="106680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  <p:sp>
              <p:nvSpPr>
                <p:cNvPr id="104" name="矩形 103"/>
                <p:cNvSpPr/>
                <p:nvPr/>
              </p:nvSpPr>
              <p:spPr>
                <a:xfrm flipH="1">
                  <a:off x="4010501" y="1523524"/>
                  <a:ext cx="106680" cy="106680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  <p:sp>
              <p:nvSpPr>
                <p:cNvPr id="105" name="矩形 104"/>
                <p:cNvSpPr/>
                <p:nvPr/>
              </p:nvSpPr>
              <p:spPr>
                <a:xfrm flipH="1">
                  <a:off x="3797141" y="1630204"/>
                  <a:ext cx="106680" cy="106680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  <p:sp>
              <p:nvSpPr>
                <p:cNvPr id="106" name="矩形 105"/>
                <p:cNvSpPr/>
                <p:nvPr/>
              </p:nvSpPr>
              <p:spPr>
                <a:xfrm flipH="1">
                  <a:off x="3903821" y="1630204"/>
                  <a:ext cx="106680" cy="106680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  <p:sp>
              <p:nvSpPr>
                <p:cNvPr id="107" name="矩形 106"/>
                <p:cNvSpPr/>
                <p:nvPr/>
              </p:nvSpPr>
              <p:spPr>
                <a:xfrm flipH="1">
                  <a:off x="4010501" y="1630204"/>
                  <a:ext cx="106680" cy="106680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</p:grpSp>
          <p:cxnSp>
            <p:nvCxnSpPr>
              <p:cNvPr id="112" name="直接箭头连接符 111"/>
              <p:cNvCxnSpPr>
                <a:endCxn id="80" idx="1"/>
              </p:cNvCxnSpPr>
              <p:nvPr/>
            </p:nvCxnSpPr>
            <p:spPr>
              <a:xfrm rot="5400000">
                <a:off x="3237785" y="4502585"/>
                <a:ext cx="216242" cy="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4" name="直接连接符 113"/>
              <p:cNvCxnSpPr>
                <a:stCxn id="80" idx="3"/>
                <a:endCxn id="102" idx="3"/>
              </p:cNvCxnSpPr>
              <p:nvPr/>
            </p:nvCxnSpPr>
            <p:spPr>
              <a:xfrm rot="5400000">
                <a:off x="3215920" y="4995773"/>
                <a:ext cx="259972" cy="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8" name="直接连接符 117"/>
              <p:cNvCxnSpPr>
                <a:stCxn id="104" idx="1"/>
              </p:cNvCxnSpPr>
              <p:nvPr/>
            </p:nvCxnSpPr>
            <p:spPr>
              <a:xfrm rot="5400000">
                <a:off x="3243718" y="5537053"/>
                <a:ext cx="204375" cy="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7" name="连接符: 肘形 126"/>
              <p:cNvCxnSpPr>
                <a:stCxn id="24" idx="1"/>
              </p:cNvCxnSpPr>
              <p:nvPr/>
            </p:nvCxnSpPr>
            <p:spPr>
              <a:xfrm rot="5400000">
                <a:off x="3328391" y="5075954"/>
                <a:ext cx="741180" cy="544853"/>
              </a:xfrm>
              <a:prstGeom prst="bentConnector2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8" name="流程图: 或者 127"/>
              <p:cNvSpPr/>
              <p:nvPr/>
            </p:nvSpPr>
            <p:spPr>
              <a:xfrm rot="5400000">
                <a:off x="3266176" y="6076453"/>
                <a:ext cx="159460" cy="161296"/>
              </a:xfrm>
              <a:prstGeom prst="flowChartOr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760"/>
              </a:p>
            </p:txBody>
          </p:sp>
          <p:cxnSp>
            <p:nvCxnSpPr>
              <p:cNvPr id="130" name="直接连接符 129"/>
              <p:cNvCxnSpPr>
                <a:endCxn id="128" idx="2"/>
              </p:cNvCxnSpPr>
              <p:nvPr/>
            </p:nvCxnSpPr>
            <p:spPr>
              <a:xfrm rot="5400000">
                <a:off x="3206571" y="5938037"/>
                <a:ext cx="278671" cy="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8" name="直接连接符 137"/>
              <p:cNvCxnSpPr/>
              <p:nvPr/>
            </p:nvCxnSpPr>
            <p:spPr>
              <a:xfrm flipH="1">
                <a:off x="2896920" y="2770409"/>
                <a:ext cx="448985" cy="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0" name="连接符: 肘形 139"/>
              <p:cNvCxnSpPr>
                <a:endCxn id="128" idx="4"/>
              </p:cNvCxnSpPr>
              <p:nvPr/>
            </p:nvCxnSpPr>
            <p:spPr>
              <a:xfrm rot="16200000" flipH="1">
                <a:off x="1388034" y="4279877"/>
                <a:ext cx="3386692" cy="367755"/>
              </a:xfrm>
              <a:prstGeom prst="bentConnector2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6" name="直接箭头连接符 155"/>
              <p:cNvCxnSpPr/>
              <p:nvPr/>
            </p:nvCxnSpPr>
            <p:spPr>
              <a:xfrm rot="5400000">
                <a:off x="3214662" y="6368075"/>
                <a:ext cx="262487" cy="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33" name="文本框 132"/>
              <p:cNvSpPr txBox="1"/>
              <p:nvPr/>
            </p:nvSpPr>
            <p:spPr>
              <a:xfrm>
                <a:off x="2985603" y="5365782"/>
                <a:ext cx="447287" cy="204231"/>
              </a:xfrm>
              <a:prstGeom prst="rect">
                <a:avLst/>
              </a:prstGeom>
            </p:spPr>
            <p:txBody>
              <a:bodyPr wrap="square">
                <a:noAutofit/>
              </a:bodyPr>
              <a:lstStyle/>
              <a:p>
                <a:pPr algn="l"/>
                <a:r>
                  <a:rPr lang="en-US" altLang="zh-CN" sz="785" dirty="0">
                    <a:latin typeface="Arial" panose="020B0604020202020204" pitchFamily="34" charset="0"/>
                    <a:ea typeface="微软雅黑" panose="020B0503020204020204" charset="-122"/>
                  </a:rPr>
                  <a:t>W</a:t>
                </a:r>
                <a:r>
                  <a:rPr lang="en-US" altLang="zh-CN" sz="490" dirty="0">
                    <a:latin typeface="Arial" panose="020B0604020202020204" pitchFamily="34" charset="0"/>
                    <a:ea typeface="微软雅黑" panose="020B0503020204020204" charset="-122"/>
                  </a:rPr>
                  <a:t>A</a:t>
                </a:r>
                <a:endParaRPr lang="en-US" altLang="zh-CN" sz="785" dirty="0">
                  <a:latin typeface="Arial" panose="020B0604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21" name="文本框 20"/>
              <p:cNvSpPr txBox="1"/>
              <p:nvPr/>
            </p:nvSpPr>
            <p:spPr>
              <a:xfrm>
                <a:off x="3115985" y="6617206"/>
                <a:ext cx="716528" cy="27251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l"/>
                <a:r>
                  <a:rPr lang="en-US" altLang="zh-CN" sz="1170" dirty="0">
                    <a:latin typeface="Arial" panose="020B0604020202020204" pitchFamily="34" charset="0"/>
                    <a:ea typeface="微软雅黑" panose="020B0503020204020204" charset="-122"/>
                  </a:rPr>
                  <a:t>(b)GAB</a:t>
                </a:r>
                <a:endParaRPr lang="en-US" altLang="zh-CN" sz="1170" dirty="0">
                  <a:latin typeface="Arial" panose="020B0604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34" name="流程图: 汇总连接 133"/>
              <p:cNvSpPr/>
              <p:nvPr/>
            </p:nvSpPr>
            <p:spPr>
              <a:xfrm>
                <a:off x="3268617" y="5647223"/>
                <a:ext cx="154577" cy="149433"/>
              </a:xfrm>
              <a:prstGeom prst="flowChartSummingJunction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2115"/>
              </a:p>
            </p:txBody>
          </p:sp>
        </p:grpSp>
        <p:grpSp>
          <p:nvGrpSpPr>
            <p:cNvPr id="54" name="组合 53"/>
            <p:cNvGrpSpPr/>
            <p:nvPr/>
          </p:nvGrpSpPr>
          <p:grpSpPr>
            <a:xfrm rot="0">
              <a:off x="9084" y="931"/>
              <a:ext cx="5230" cy="8169"/>
              <a:chOff x="4509383" y="1702591"/>
              <a:chExt cx="3320844" cy="5187125"/>
            </a:xfrm>
          </p:grpSpPr>
          <p:sp>
            <p:nvSpPr>
              <p:cNvPr id="4" name="圆角矩形 3"/>
              <p:cNvSpPr/>
              <p:nvPr/>
            </p:nvSpPr>
            <p:spPr>
              <a:xfrm>
                <a:off x="4509383" y="1702591"/>
                <a:ext cx="3320844" cy="4759809"/>
              </a:xfrm>
              <a:prstGeom prst="roundRect">
                <a:avLst>
                  <a:gd name="adj" fmla="val 11171"/>
                </a:avLst>
              </a:prstGeom>
              <a:solidFill>
                <a:srgbClr val="BBDDDF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760"/>
              </a:p>
            </p:txBody>
          </p:sp>
          <p:pic>
            <p:nvPicPr>
              <p:cNvPr id="5" name="图片 4"/>
              <p:cNvPicPr>
                <a:picLocks noChangeAspect="1"/>
              </p:cNvPicPr>
              <p:nvPr/>
            </p:nvPicPr>
            <p:blipFill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968245" y="1845968"/>
                <a:ext cx="707792" cy="686148"/>
              </a:xfrm>
              <a:prstGeom prst="rect">
                <a:avLst/>
              </a:prstGeom>
            </p:spPr>
          </p:pic>
          <p:sp>
            <p:nvSpPr>
              <p:cNvPr id="9" name="矩形 8"/>
              <p:cNvSpPr/>
              <p:nvPr/>
            </p:nvSpPr>
            <p:spPr>
              <a:xfrm rot="5400000" flipH="1">
                <a:off x="5072937" y="2157077"/>
                <a:ext cx="101027" cy="104215"/>
              </a:xfrm>
              <a:prstGeom prst="rect">
                <a:avLst/>
              </a:prstGeom>
              <a:solidFill>
                <a:srgbClr val="EDD88B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760"/>
              </a:p>
            </p:txBody>
          </p:sp>
          <p:sp>
            <p:nvSpPr>
              <p:cNvPr id="10" name="矩形 9"/>
              <p:cNvSpPr/>
              <p:nvPr/>
            </p:nvSpPr>
            <p:spPr>
              <a:xfrm rot="5400000" flipH="1">
                <a:off x="5267099" y="2157077"/>
                <a:ext cx="101027" cy="104215"/>
              </a:xfrm>
              <a:prstGeom prst="rect">
                <a:avLst/>
              </a:prstGeom>
              <a:solidFill>
                <a:srgbClr val="EDD88B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760"/>
              </a:p>
            </p:txBody>
          </p:sp>
          <p:sp>
            <p:nvSpPr>
              <p:cNvPr id="11" name="矩形 10"/>
              <p:cNvSpPr/>
              <p:nvPr/>
            </p:nvSpPr>
            <p:spPr>
              <a:xfrm rot="5400000" flipH="1">
                <a:off x="5470566" y="2157077"/>
                <a:ext cx="101027" cy="104215"/>
              </a:xfrm>
              <a:prstGeom prst="rect">
                <a:avLst/>
              </a:prstGeom>
              <a:solidFill>
                <a:srgbClr val="EDD88B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760"/>
              </a:p>
            </p:txBody>
          </p:sp>
          <p:sp>
            <p:nvSpPr>
              <p:cNvPr id="12" name="矩形: 圆角 29"/>
              <p:cNvSpPr/>
              <p:nvPr/>
            </p:nvSpPr>
            <p:spPr>
              <a:xfrm rot="5400000">
                <a:off x="5197519" y="3103201"/>
                <a:ext cx="253664" cy="460168"/>
              </a:xfrm>
              <a:prstGeom prst="roundRect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r>
                  <a:rPr lang="en-US" altLang="zh-CN" sz="1170" dirty="0">
                    <a:solidFill>
                      <a:schemeClr val="tx1"/>
                    </a:solidFill>
                  </a:rPr>
                  <a:t>AP</a:t>
                </a:r>
                <a:endParaRPr lang="zh-CN" altLang="en-US" sz="117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3" name="矩形: 圆角 30"/>
              <p:cNvSpPr/>
              <p:nvPr/>
            </p:nvSpPr>
            <p:spPr>
              <a:xfrm rot="5400000">
                <a:off x="5197519" y="3537586"/>
                <a:ext cx="253664" cy="460168"/>
              </a:xfrm>
              <a:prstGeom prst="roundRect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r>
                  <a:rPr lang="en-US" altLang="zh-CN" sz="1170" dirty="0">
                    <a:solidFill>
                      <a:sysClr val="windowText" lastClr="000000"/>
                    </a:solidFill>
                  </a:rPr>
                  <a:t>Conv</a:t>
                </a:r>
                <a:endParaRPr lang="zh-CN" altLang="en-US" sz="1170" dirty="0">
                  <a:solidFill>
                    <a:sysClr val="windowText" lastClr="000000"/>
                  </a:solidFill>
                </a:endParaRPr>
              </a:p>
            </p:txBody>
          </p:sp>
          <p:sp>
            <p:nvSpPr>
              <p:cNvPr id="14" name="矩形: 圆角 31"/>
              <p:cNvSpPr/>
              <p:nvPr/>
            </p:nvSpPr>
            <p:spPr>
              <a:xfrm rot="5400000">
                <a:off x="5198066" y="3967122"/>
                <a:ext cx="252570" cy="460168"/>
              </a:xfrm>
              <a:prstGeom prst="round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r>
                  <a:rPr lang="en-US" altLang="zh-CN" sz="1170" dirty="0">
                    <a:solidFill>
                      <a:schemeClr val="tx1"/>
                    </a:solidFill>
                  </a:rPr>
                  <a:t>Tanh</a:t>
                </a:r>
                <a:endParaRPr lang="zh-CN" altLang="en-US" sz="117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" name="矩形: 圆角 79"/>
              <p:cNvSpPr/>
              <p:nvPr/>
            </p:nvSpPr>
            <p:spPr>
              <a:xfrm rot="5400000">
                <a:off x="5208600" y="4387794"/>
                <a:ext cx="250111" cy="460168"/>
              </a:xfrm>
              <a:prstGeom prst="roundRect">
                <a:avLst/>
              </a:prstGeom>
              <a:solidFill>
                <a:schemeClr val="bg2">
                  <a:lumMod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r>
                  <a:rPr lang="en-US" altLang="zh-CN" sz="1170" dirty="0">
                    <a:solidFill>
                      <a:schemeClr val="tx1"/>
                    </a:solidFill>
                  </a:rPr>
                  <a:t>FM</a:t>
                </a:r>
                <a:endParaRPr lang="zh-CN" altLang="en-US" sz="117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7" name="矩形: 圆角 32"/>
              <p:cNvSpPr/>
              <p:nvPr/>
            </p:nvSpPr>
            <p:spPr>
              <a:xfrm rot="5400000">
                <a:off x="4453659" y="3412739"/>
                <a:ext cx="673519" cy="260537"/>
              </a:xfrm>
              <a:prstGeom prst="roundRect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170" dirty="0">
                    <a:solidFill>
                      <a:schemeClr val="tx1"/>
                    </a:solidFill>
                  </a:rPr>
                  <a:t>Dilated</a:t>
                </a:r>
                <a:endParaRPr lang="zh-CN" altLang="en-US" sz="1170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34" name="直接箭头连接符 33"/>
              <p:cNvCxnSpPr>
                <a:stCxn id="5" idx="2"/>
                <a:endCxn id="12" idx="1"/>
              </p:cNvCxnSpPr>
              <p:nvPr/>
            </p:nvCxnSpPr>
            <p:spPr>
              <a:xfrm>
                <a:off x="5322490" y="2532141"/>
                <a:ext cx="1861" cy="674121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连接符: 肘形 36"/>
              <p:cNvCxnSpPr>
                <a:endCxn id="17" idx="1"/>
              </p:cNvCxnSpPr>
              <p:nvPr/>
            </p:nvCxnSpPr>
            <p:spPr>
              <a:xfrm rot="10800000" flipV="1">
                <a:off x="4789591" y="2810543"/>
                <a:ext cx="527898" cy="395091"/>
              </a:xfrm>
              <a:prstGeom prst="bentConnector2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42" name="组合 41"/>
              <p:cNvGrpSpPr/>
              <p:nvPr/>
            </p:nvGrpSpPr>
            <p:grpSpPr>
              <a:xfrm rot="5400000">
                <a:off x="4739077" y="4021104"/>
                <a:ext cx="101027" cy="312644"/>
                <a:chOff x="8111" y="4551"/>
                <a:chExt cx="168" cy="504"/>
              </a:xfrm>
            </p:grpSpPr>
            <p:sp>
              <p:nvSpPr>
                <p:cNvPr id="38" name="矩形 37"/>
                <p:cNvSpPr/>
                <p:nvPr/>
              </p:nvSpPr>
              <p:spPr>
                <a:xfrm rot="5400000" flipH="1">
                  <a:off x="8111" y="4551"/>
                  <a:ext cx="168" cy="168"/>
                </a:xfrm>
                <a:prstGeom prst="rect">
                  <a:avLst/>
                </a:prstGeom>
                <a:solidFill>
                  <a:srgbClr val="EDD88B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  <p:sp>
              <p:nvSpPr>
                <p:cNvPr id="39" name="矩形 38"/>
                <p:cNvSpPr/>
                <p:nvPr/>
              </p:nvSpPr>
              <p:spPr>
                <a:xfrm rot="5400000" flipH="1">
                  <a:off x="8111" y="4719"/>
                  <a:ext cx="168" cy="168"/>
                </a:xfrm>
                <a:prstGeom prst="rect">
                  <a:avLst/>
                </a:prstGeom>
                <a:solidFill>
                  <a:srgbClr val="EDD88B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  <p:sp>
              <p:nvSpPr>
                <p:cNvPr id="40" name="矩形 39"/>
                <p:cNvSpPr/>
                <p:nvPr/>
              </p:nvSpPr>
              <p:spPr>
                <a:xfrm rot="5400000" flipH="1">
                  <a:off x="8111" y="4887"/>
                  <a:ext cx="168" cy="168"/>
                </a:xfrm>
                <a:prstGeom prst="rect">
                  <a:avLst/>
                </a:prstGeom>
                <a:solidFill>
                  <a:srgbClr val="EDD88B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</p:grpSp>
          <p:grpSp>
            <p:nvGrpSpPr>
              <p:cNvPr id="44" name="组合 43"/>
              <p:cNvGrpSpPr/>
              <p:nvPr/>
            </p:nvGrpSpPr>
            <p:grpSpPr>
              <a:xfrm rot="5400000">
                <a:off x="5286205" y="4795051"/>
                <a:ext cx="101027" cy="312644"/>
                <a:chOff x="8111" y="4551"/>
                <a:chExt cx="168" cy="504"/>
              </a:xfrm>
              <a:solidFill>
                <a:schemeClr val="accent2">
                  <a:lumMod val="75000"/>
                </a:schemeClr>
              </a:solidFill>
            </p:grpSpPr>
            <p:sp>
              <p:nvSpPr>
                <p:cNvPr id="46" name="矩形 45"/>
                <p:cNvSpPr/>
                <p:nvPr/>
              </p:nvSpPr>
              <p:spPr>
                <a:xfrm rot="5400000" flipH="1">
                  <a:off x="8111" y="4551"/>
                  <a:ext cx="168" cy="168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  <p:sp>
              <p:nvSpPr>
                <p:cNvPr id="47" name="矩形 46"/>
                <p:cNvSpPr/>
                <p:nvPr/>
              </p:nvSpPr>
              <p:spPr>
                <a:xfrm rot="5400000" flipH="1">
                  <a:off x="8111" y="4719"/>
                  <a:ext cx="168" cy="168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  <p:sp>
              <p:nvSpPr>
                <p:cNvPr id="48" name="矩形 47"/>
                <p:cNvSpPr/>
                <p:nvPr/>
              </p:nvSpPr>
              <p:spPr>
                <a:xfrm rot="5400000" flipH="1">
                  <a:off x="8111" y="4887"/>
                  <a:ext cx="168" cy="168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</p:grpSp>
          <p:cxnSp>
            <p:nvCxnSpPr>
              <p:cNvPr id="49" name="直接连接符 48"/>
              <p:cNvCxnSpPr>
                <a:stCxn id="17" idx="3"/>
                <a:endCxn id="39" idx="2"/>
              </p:cNvCxnSpPr>
              <p:nvPr/>
            </p:nvCxnSpPr>
            <p:spPr>
              <a:xfrm flipH="1">
                <a:off x="4789591" y="3879755"/>
                <a:ext cx="621" cy="24715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50" name="直接箭头连接符 49"/>
              <p:cNvCxnSpPr/>
              <p:nvPr/>
            </p:nvCxnSpPr>
            <p:spPr>
              <a:xfrm rot="5400000">
                <a:off x="5227467" y="3550778"/>
                <a:ext cx="180120" cy="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" name="直接箭头连接符 50"/>
              <p:cNvCxnSpPr/>
              <p:nvPr/>
            </p:nvCxnSpPr>
            <p:spPr>
              <a:xfrm rot="5400000">
                <a:off x="5217542" y="3984957"/>
                <a:ext cx="180120" cy="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" name="直接箭头连接符 51"/>
              <p:cNvCxnSpPr/>
              <p:nvPr/>
            </p:nvCxnSpPr>
            <p:spPr>
              <a:xfrm rot="5400000">
                <a:off x="5227467" y="4413724"/>
                <a:ext cx="180120" cy="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3" name="直接连接符 52"/>
              <p:cNvCxnSpPr>
                <a:stCxn id="15" idx="3"/>
                <a:endCxn id="47" idx="2"/>
              </p:cNvCxnSpPr>
              <p:nvPr/>
            </p:nvCxnSpPr>
            <p:spPr>
              <a:xfrm>
                <a:off x="5333617" y="4742702"/>
                <a:ext cx="3102" cy="15815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55" name="直接连接符 54"/>
              <p:cNvCxnSpPr>
                <a:stCxn id="47" idx="0"/>
              </p:cNvCxnSpPr>
              <p:nvPr/>
            </p:nvCxnSpPr>
            <p:spPr>
              <a:xfrm>
                <a:off x="5336719" y="5001886"/>
                <a:ext cx="1861" cy="11004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56" name="连接符: 肘形 139"/>
              <p:cNvCxnSpPr>
                <a:stCxn id="39" idx="0"/>
              </p:cNvCxnSpPr>
              <p:nvPr/>
            </p:nvCxnSpPr>
            <p:spPr>
              <a:xfrm rot="5400000" flipV="1">
                <a:off x="4542680" y="4474853"/>
                <a:ext cx="962170" cy="468347"/>
              </a:xfrm>
              <a:prstGeom prst="bentConnector2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7" name="流程图: 或者 56"/>
              <p:cNvSpPr/>
              <p:nvPr/>
            </p:nvSpPr>
            <p:spPr>
              <a:xfrm rot="5400000">
                <a:off x="5259822" y="5401054"/>
                <a:ext cx="156353" cy="161285"/>
              </a:xfrm>
              <a:prstGeom prst="flowChartOr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760"/>
              </a:p>
            </p:txBody>
          </p:sp>
          <p:cxnSp>
            <p:nvCxnSpPr>
              <p:cNvPr id="58" name="直接连接符 57"/>
              <p:cNvCxnSpPr>
                <a:endCxn id="57" idx="2"/>
              </p:cNvCxnSpPr>
              <p:nvPr/>
            </p:nvCxnSpPr>
            <p:spPr>
              <a:xfrm flipH="1">
                <a:off x="5337959" y="5268288"/>
                <a:ext cx="621" cy="13530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60" name="直接连接符 59"/>
              <p:cNvCxnSpPr/>
              <p:nvPr/>
            </p:nvCxnSpPr>
            <p:spPr>
              <a:xfrm flipH="1">
                <a:off x="5323730" y="2808056"/>
                <a:ext cx="433608" cy="4210"/>
              </a:xfrm>
              <a:prstGeom prst="line">
                <a:avLst/>
              </a:prstGeom>
              <a:ln w="158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1" name="连接符: 肘形 126"/>
              <p:cNvCxnSpPr>
                <a:endCxn id="57" idx="0"/>
              </p:cNvCxnSpPr>
              <p:nvPr/>
            </p:nvCxnSpPr>
            <p:spPr>
              <a:xfrm rot="5400000">
                <a:off x="4249321" y="3974411"/>
                <a:ext cx="2676638" cy="338078"/>
              </a:xfrm>
              <a:prstGeom prst="bentConnector2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62" name="图片 61"/>
              <p:cNvPicPr>
                <a:picLocks noChangeAspect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855931" y="5709683"/>
                <a:ext cx="656925" cy="636836"/>
              </a:xfrm>
              <a:prstGeom prst="rect">
                <a:avLst/>
              </a:prstGeom>
            </p:spPr>
          </p:pic>
          <p:grpSp>
            <p:nvGrpSpPr>
              <p:cNvPr id="67" name="组合 66"/>
              <p:cNvGrpSpPr/>
              <p:nvPr/>
            </p:nvGrpSpPr>
            <p:grpSpPr>
              <a:xfrm rot="5400000">
                <a:off x="5985101" y="5983185"/>
                <a:ext cx="402307" cy="86225"/>
                <a:chOff x="10185" y="1784"/>
                <a:chExt cx="809" cy="168"/>
              </a:xfrm>
            </p:grpSpPr>
            <p:sp>
              <p:nvSpPr>
                <p:cNvPr id="64" name="矩形 63"/>
                <p:cNvSpPr/>
                <p:nvPr/>
              </p:nvSpPr>
              <p:spPr>
                <a:xfrm rot="5400000" flipH="1">
                  <a:off x="10185" y="1784"/>
                  <a:ext cx="168" cy="168"/>
                </a:xfrm>
                <a:prstGeom prst="rect">
                  <a:avLst/>
                </a:prstGeom>
                <a:solidFill>
                  <a:srgbClr val="EDD88B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  <p:sp>
              <p:nvSpPr>
                <p:cNvPr id="65" name="矩形 64"/>
                <p:cNvSpPr/>
                <p:nvPr/>
              </p:nvSpPr>
              <p:spPr>
                <a:xfrm rot="5400000" flipH="1">
                  <a:off x="10498" y="1784"/>
                  <a:ext cx="168" cy="168"/>
                </a:xfrm>
                <a:prstGeom prst="rect">
                  <a:avLst/>
                </a:prstGeom>
                <a:solidFill>
                  <a:srgbClr val="EDD88B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  <p:sp>
              <p:nvSpPr>
                <p:cNvPr id="66" name="矩形 65"/>
                <p:cNvSpPr/>
                <p:nvPr/>
              </p:nvSpPr>
              <p:spPr>
                <a:xfrm rot="5400000" flipH="1">
                  <a:off x="10826" y="1784"/>
                  <a:ext cx="168" cy="168"/>
                </a:xfrm>
                <a:prstGeom prst="rect">
                  <a:avLst/>
                </a:prstGeom>
                <a:solidFill>
                  <a:srgbClr val="EDD88B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</p:grpSp>
          <p:cxnSp>
            <p:nvCxnSpPr>
              <p:cNvPr id="74" name="连接符: 肘形 139"/>
              <p:cNvCxnSpPr>
                <a:stCxn id="57" idx="6"/>
                <a:endCxn id="62" idx="1"/>
              </p:cNvCxnSpPr>
              <p:nvPr/>
            </p:nvCxnSpPr>
            <p:spPr>
              <a:xfrm rot="5400000" flipV="1">
                <a:off x="5362716" y="5535188"/>
                <a:ext cx="468456" cy="517973"/>
              </a:xfrm>
              <a:prstGeom prst="bentConnector2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8" name="连接符: 肘形 139"/>
              <p:cNvCxnSpPr>
                <a:stCxn id="62" idx="3"/>
                <a:endCxn id="81" idx="3"/>
              </p:cNvCxnSpPr>
              <p:nvPr/>
            </p:nvCxnSpPr>
            <p:spPr>
              <a:xfrm flipV="1">
                <a:off x="6512857" y="5480566"/>
                <a:ext cx="595512" cy="547836"/>
              </a:xfrm>
              <a:prstGeom prst="bentConnector2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1" name="矩形: 圆角 29"/>
              <p:cNvSpPr/>
              <p:nvPr/>
            </p:nvSpPr>
            <p:spPr>
              <a:xfrm rot="5400000">
                <a:off x="6981576" y="5123759"/>
                <a:ext cx="253664" cy="460168"/>
              </a:xfrm>
              <a:prstGeom prst="roundRect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r>
                  <a:rPr lang="en-US" altLang="zh-CN" sz="1170" dirty="0">
                    <a:solidFill>
                      <a:schemeClr val="tx1"/>
                    </a:solidFill>
                  </a:rPr>
                  <a:t>AP</a:t>
                </a:r>
                <a:endParaRPr lang="zh-CN" altLang="en-US" sz="117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82" name="矩形: 圆角 30"/>
              <p:cNvSpPr/>
              <p:nvPr/>
            </p:nvSpPr>
            <p:spPr>
              <a:xfrm rot="5400000">
                <a:off x="6981576" y="4682569"/>
                <a:ext cx="253664" cy="460168"/>
              </a:xfrm>
              <a:prstGeom prst="roundRect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r>
                  <a:rPr lang="en-US" altLang="zh-CN" sz="1170" dirty="0">
                    <a:solidFill>
                      <a:sysClr val="windowText" lastClr="000000"/>
                    </a:solidFill>
                  </a:rPr>
                  <a:t>Conv</a:t>
                </a:r>
                <a:endParaRPr lang="zh-CN" altLang="en-US" sz="1170" dirty="0">
                  <a:solidFill>
                    <a:sysClr val="windowText" lastClr="000000"/>
                  </a:solidFill>
                </a:endParaRPr>
              </a:p>
            </p:txBody>
          </p:sp>
          <p:cxnSp>
            <p:nvCxnSpPr>
              <p:cNvPr id="83" name="直接箭头连接符 82"/>
              <p:cNvCxnSpPr>
                <a:stCxn id="81" idx="1"/>
                <a:endCxn id="82" idx="3"/>
              </p:cNvCxnSpPr>
              <p:nvPr/>
            </p:nvCxnSpPr>
            <p:spPr>
              <a:xfrm flipV="1">
                <a:off x="7108408" y="5039880"/>
                <a:ext cx="0" cy="187022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4" name="矩形: 圆角 31"/>
              <p:cNvSpPr/>
              <p:nvPr/>
            </p:nvSpPr>
            <p:spPr>
              <a:xfrm rot="5400000">
                <a:off x="6982123" y="4248556"/>
                <a:ext cx="252570" cy="460168"/>
              </a:xfrm>
              <a:prstGeom prst="round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r>
                  <a:rPr lang="en-US" altLang="zh-CN" sz="1170" dirty="0">
                    <a:solidFill>
                      <a:schemeClr val="tx1"/>
                    </a:solidFill>
                  </a:rPr>
                  <a:t>Tanh</a:t>
                </a:r>
                <a:endParaRPr lang="zh-CN" altLang="en-US" sz="1170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85" name="直接箭头连接符 84"/>
              <p:cNvCxnSpPr>
                <a:endCxn id="84" idx="3"/>
              </p:cNvCxnSpPr>
              <p:nvPr/>
            </p:nvCxnSpPr>
            <p:spPr>
              <a:xfrm flipV="1">
                <a:off x="7108408" y="4605099"/>
                <a:ext cx="0" cy="181008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6" name="矩形: 圆角 79"/>
              <p:cNvSpPr/>
              <p:nvPr/>
            </p:nvSpPr>
            <p:spPr>
              <a:xfrm rot="5400000">
                <a:off x="6983352" y="3822519"/>
                <a:ext cx="250111" cy="460168"/>
              </a:xfrm>
              <a:prstGeom prst="roundRect">
                <a:avLst/>
              </a:prstGeom>
              <a:solidFill>
                <a:schemeClr val="bg2">
                  <a:lumMod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r>
                  <a:rPr lang="en-US" altLang="zh-CN" sz="1170" dirty="0">
                    <a:solidFill>
                      <a:schemeClr val="tx1"/>
                    </a:solidFill>
                  </a:rPr>
                  <a:t>FM</a:t>
                </a:r>
                <a:endParaRPr lang="zh-CN" altLang="en-US" sz="1170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87" name="直接箭头连接符 86"/>
              <p:cNvCxnSpPr/>
              <p:nvPr/>
            </p:nvCxnSpPr>
            <p:spPr>
              <a:xfrm flipV="1">
                <a:off x="7108408" y="4170319"/>
                <a:ext cx="0" cy="181008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88" name="组合 87"/>
              <p:cNvGrpSpPr/>
              <p:nvPr/>
            </p:nvGrpSpPr>
            <p:grpSpPr>
              <a:xfrm>
                <a:off x="7052539" y="3454596"/>
                <a:ext cx="104215" cy="303083"/>
                <a:chOff x="8111" y="4551"/>
                <a:chExt cx="168" cy="504"/>
              </a:xfrm>
              <a:solidFill>
                <a:schemeClr val="accent2">
                  <a:lumMod val="75000"/>
                </a:schemeClr>
              </a:solidFill>
            </p:grpSpPr>
            <p:sp>
              <p:nvSpPr>
                <p:cNvPr id="89" name="矩形 88"/>
                <p:cNvSpPr/>
                <p:nvPr/>
              </p:nvSpPr>
              <p:spPr>
                <a:xfrm rot="5400000" flipH="1">
                  <a:off x="8111" y="4551"/>
                  <a:ext cx="168" cy="168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  <p:sp>
              <p:nvSpPr>
                <p:cNvPr id="90" name="矩形 89"/>
                <p:cNvSpPr/>
                <p:nvPr/>
              </p:nvSpPr>
              <p:spPr>
                <a:xfrm rot="5400000" flipH="1">
                  <a:off x="8111" y="4719"/>
                  <a:ext cx="168" cy="168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  <p:sp>
              <p:nvSpPr>
                <p:cNvPr id="91" name="矩形 90"/>
                <p:cNvSpPr/>
                <p:nvPr/>
              </p:nvSpPr>
              <p:spPr>
                <a:xfrm rot="5400000" flipH="1">
                  <a:off x="8111" y="4887"/>
                  <a:ext cx="168" cy="168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</p:grpSp>
          <p:cxnSp>
            <p:nvCxnSpPr>
              <p:cNvPr id="92" name="直接连接符 91"/>
              <p:cNvCxnSpPr>
                <a:stCxn id="91" idx="1"/>
              </p:cNvCxnSpPr>
              <p:nvPr/>
            </p:nvCxnSpPr>
            <p:spPr>
              <a:xfrm>
                <a:off x="7104648" y="3757680"/>
                <a:ext cx="621" cy="16236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94" name="直接连接符 93"/>
              <p:cNvCxnSpPr>
                <a:endCxn id="89" idx="3"/>
              </p:cNvCxnSpPr>
              <p:nvPr/>
            </p:nvCxnSpPr>
            <p:spPr>
              <a:xfrm flipH="1">
                <a:off x="7104648" y="3305460"/>
                <a:ext cx="1241" cy="14913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sp>
            <p:nvSpPr>
              <p:cNvPr id="95" name="流程图: 或者 94"/>
              <p:cNvSpPr/>
              <p:nvPr/>
            </p:nvSpPr>
            <p:spPr>
              <a:xfrm rot="5400000">
                <a:off x="7027751" y="2608354"/>
                <a:ext cx="156353" cy="161285"/>
              </a:xfrm>
              <a:prstGeom prst="flowChartOr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760"/>
              </a:p>
            </p:txBody>
          </p:sp>
          <p:cxnSp>
            <p:nvCxnSpPr>
              <p:cNvPr id="96" name="直接连接符 95"/>
              <p:cNvCxnSpPr>
                <a:stCxn id="95" idx="6"/>
              </p:cNvCxnSpPr>
              <p:nvPr/>
            </p:nvCxnSpPr>
            <p:spPr>
              <a:xfrm>
                <a:off x="7105888" y="2767246"/>
                <a:ext cx="0" cy="381861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sp>
            <p:nvSpPr>
              <p:cNvPr id="97" name="矩形: 圆角 32"/>
              <p:cNvSpPr/>
              <p:nvPr/>
            </p:nvSpPr>
            <p:spPr>
              <a:xfrm rot="5400000">
                <a:off x="6253845" y="4890874"/>
                <a:ext cx="673519" cy="260537"/>
              </a:xfrm>
              <a:prstGeom prst="roundRect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170" dirty="0">
                    <a:solidFill>
                      <a:schemeClr val="tx1"/>
                    </a:solidFill>
                  </a:rPr>
                  <a:t>Dilated</a:t>
                </a:r>
                <a:endParaRPr lang="zh-CN" altLang="en-US" sz="1170" dirty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09" name="组合 108"/>
              <p:cNvGrpSpPr/>
              <p:nvPr/>
            </p:nvGrpSpPr>
            <p:grpSpPr>
              <a:xfrm>
                <a:off x="6538289" y="4025885"/>
                <a:ext cx="104215" cy="303083"/>
                <a:chOff x="8111" y="4551"/>
                <a:chExt cx="168" cy="504"/>
              </a:xfrm>
            </p:grpSpPr>
            <p:sp>
              <p:nvSpPr>
                <p:cNvPr id="110" name="矩形 109"/>
                <p:cNvSpPr/>
                <p:nvPr/>
              </p:nvSpPr>
              <p:spPr>
                <a:xfrm rot="5400000" flipH="1">
                  <a:off x="8111" y="4551"/>
                  <a:ext cx="168" cy="168"/>
                </a:xfrm>
                <a:prstGeom prst="rect">
                  <a:avLst/>
                </a:prstGeom>
                <a:solidFill>
                  <a:srgbClr val="EDD88B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  <p:sp>
              <p:nvSpPr>
                <p:cNvPr id="111" name="矩形 110"/>
                <p:cNvSpPr/>
                <p:nvPr/>
              </p:nvSpPr>
              <p:spPr>
                <a:xfrm rot="5400000" flipH="1">
                  <a:off x="8111" y="4719"/>
                  <a:ext cx="168" cy="168"/>
                </a:xfrm>
                <a:prstGeom prst="rect">
                  <a:avLst/>
                </a:prstGeom>
                <a:solidFill>
                  <a:srgbClr val="EDD88B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  <p:sp>
              <p:nvSpPr>
                <p:cNvPr id="113" name="矩形 112"/>
                <p:cNvSpPr/>
                <p:nvPr/>
              </p:nvSpPr>
              <p:spPr>
                <a:xfrm rot="5400000" flipH="1">
                  <a:off x="8111" y="4887"/>
                  <a:ext cx="168" cy="168"/>
                </a:xfrm>
                <a:prstGeom prst="rect">
                  <a:avLst/>
                </a:prstGeom>
                <a:solidFill>
                  <a:srgbClr val="EDD88B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</p:grpSp>
          <p:cxnSp>
            <p:nvCxnSpPr>
              <p:cNvPr id="115" name="直接连接符 114"/>
              <p:cNvCxnSpPr>
                <a:stCxn id="113" idx="1"/>
                <a:endCxn id="97" idx="1"/>
              </p:cNvCxnSpPr>
              <p:nvPr/>
            </p:nvCxnSpPr>
            <p:spPr>
              <a:xfrm>
                <a:off x="6590396" y="4328969"/>
                <a:ext cx="0" cy="355401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117" name="连接符: 肘形 139"/>
              <p:cNvCxnSpPr>
                <a:endCxn id="97" idx="3"/>
              </p:cNvCxnSpPr>
              <p:nvPr/>
            </p:nvCxnSpPr>
            <p:spPr>
              <a:xfrm rot="10800000">
                <a:off x="6589777" y="5357890"/>
                <a:ext cx="515491" cy="477477"/>
              </a:xfrm>
              <a:prstGeom prst="bentConnector2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9" name="连接符: 肘形 139"/>
              <p:cNvCxnSpPr>
                <a:stCxn id="110" idx="3"/>
              </p:cNvCxnSpPr>
              <p:nvPr/>
            </p:nvCxnSpPr>
            <p:spPr>
              <a:xfrm rot="16200000">
                <a:off x="6408210" y="3409461"/>
                <a:ext cx="798601" cy="434848"/>
              </a:xfrm>
              <a:prstGeom prst="bentConnector2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3" name="直接连接符 122"/>
              <p:cNvCxnSpPr/>
              <p:nvPr/>
            </p:nvCxnSpPr>
            <p:spPr>
              <a:xfrm flipH="1">
                <a:off x="7104686" y="5830474"/>
                <a:ext cx="530998" cy="6013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4" name="连接符: 肘形 139"/>
              <p:cNvCxnSpPr>
                <a:endCxn id="95" idx="0"/>
              </p:cNvCxnSpPr>
              <p:nvPr/>
            </p:nvCxnSpPr>
            <p:spPr>
              <a:xfrm rot="16200000" flipV="1">
                <a:off x="5840307" y="4035283"/>
                <a:ext cx="3139081" cy="447255"/>
              </a:xfrm>
              <a:prstGeom prst="bentConnector2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5" name="直接箭头连接符 124"/>
              <p:cNvCxnSpPr>
                <a:endCxn id="95" idx="4"/>
              </p:cNvCxnSpPr>
              <p:nvPr/>
            </p:nvCxnSpPr>
            <p:spPr>
              <a:xfrm flipV="1">
                <a:off x="5318148" y="2689179"/>
                <a:ext cx="1707137" cy="1804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6" name="直接连接符 125"/>
              <p:cNvCxnSpPr>
                <a:stCxn id="129" idx="2"/>
                <a:endCxn id="95" idx="2"/>
              </p:cNvCxnSpPr>
              <p:nvPr/>
            </p:nvCxnSpPr>
            <p:spPr>
              <a:xfrm flipH="1">
                <a:off x="7105926" y="2532115"/>
                <a:ext cx="1048" cy="78705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pic>
            <p:nvPicPr>
              <p:cNvPr id="129" name="图片 128"/>
              <p:cNvPicPr>
                <a:picLocks noChangeAspect="1"/>
              </p:cNvPicPr>
              <p:nvPr/>
            </p:nvPicPr>
            <p:blipFill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753077" y="1845968"/>
                <a:ext cx="707792" cy="686148"/>
              </a:xfrm>
              <a:prstGeom prst="rect">
                <a:avLst/>
              </a:prstGeom>
            </p:spPr>
          </p:pic>
          <p:sp>
            <p:nvSpPr>
              <p:cNvPr id="154" name="文本框 153"/>
              <p:cNvSpPr txBox="1"/>
              <p:nvPr/>
            </p:nvSpPr>
            <p:spPr>
              <a:xfrm>
                <a:off x="4933051" y="4846785"/>
                <a:ext cx="447288" cy="204465"/>
              </a:xfrm>
              <a:prstGeom prst="rect">
                <a:avLst/>
              </a:prstGeom>
            </p:spPr>
            <p:txBody>
              <a:bodyPr wrap="square">
                <a:noAutofit/>
              </a:bodyPr>
              <a:lstStyle/>
              <a:p>
                <a:pPr algn="l"/>
                <a:r>
                  <a:rPr lang="en-US" altLang="zh-CN" sz="785" dirty="0">
                    <a:latin typeface="Arial" panose="020B0604020202020204" pitchFamily="34" charset="0"/>
                    <a:ea typeface="微软雅黑" panose="020B0503020204020204" charset="-122"/>
                  </a:rPr>
                  <a:t>W</a:t>
                </a:r>
                <a:r>
                  <a:rPr lang="en-US" altLang="zh-CN" sz="490" dirty="0">
                    <a:latin typeface="Arial" panose="020B0604020202020204" pitchFamily="34" charset="0"/>
                    <a:ea typeface="微软雅黑" panose="020B0503020204020204" charset="-122"/>
                  </a:rPr>
                  <a:t>A</a:t>
                </a:r>
                <a:endParaRPr lang="en-US" altLang="zh-CN" sz="785" dirty="0">
                  <a:latin typeface="Arial" panose="020B0604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55" name="文本框 154"/>
              <p:cNvSpPr txBox="1"/>
              <p:nvPr/>
            </p:nvSpPr>
            <p:spPr>
              <a:xfrm>
                <a:off x="6783616" y="3507544"/>
                <a:ext cx="447288" cy="204465"/>
              </a:xfrm>
              <a:prstGeom prst="rect">
                <a:avLst/>
              </a:prstGeom>
            </p:spPr>
            <p:txBody>
              <a:bodyPr wrap="square">
                <a:noAutofit/>
              </a:bodyPr>
              <a:lstStyle/>
              <a:p>
                <a:pPr algn="l"/>
                <a:r>
                  <a:rPr lang="en-US" altLang="zh-CN" sz="785" dirty="0">
                    <a:latin typeface="Arial" panose="020B0604020202020204" pitchFamily="34" charset="0"/>
                    <a:ea typeface="微软雅黑" panose="020B0503020204020204" charset="-122"/>
                  </a:rPr>
                  <a:t>W</a:t>
                </a:r>
                <a:r>
                  <a:rPr lang="en-US" altLang="zh-CN" sz="490" dirty="0">
                    <a:latin typeface="Arial" panose="020B0604020202020204" pitchFamily="34" charset="0"/>
                    <a:ea typeface="微软雅黑" panose="020B0503020204020204" charset="-122"/>
                  </a:rPr>
                  <a:t>A</a:t>
                </a:r>
                <a:endParaRPr lang="en-US" altLang="zh-CN" sz="785" dirty="0">
                  <a:latin typeface="Arial" panose="020B0604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63" name="文本框 62"/>
              <p:cNvSpPr txBox="1"/>
              <p:nvPr/>
            </p:nvSpPr>
            <p:spPr>
              <a:xfrm>
                <a:off x="5913237" y="6617206"/>
                <a:ext cx="729555" cy="27251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l"/>
                <a:r>
                  <a:rPr lang="en-US" altLang="zh-CN" sz="1170" dirty="0">
                    <a:latin typeface="Arial" panose="020B0604020202020204" pitchFamily="34" charset="0"/>
                    <a:ea typeface="微软雅黑" panose="020B0503020204020204" charset="-122"/>
                  </a:rPr>
                  <a:t>(c)CAB</a:t>
                </a:r>
                <a:endParaRPr lang="en-US" altLang="zh-CN" sz="1170" dirty="0">
                  <a:latin typeface="Arial" panose="020B0604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60" name="流程图: 汇总连接 159"/>
              <p:cNvSpPr/>
              <p:nvPr/>
            </p:nvSpPr>
            <p:spPr>
              <a:xfrm>
                <a:off x="5257879" y="5113745"/>
                <a:ext cx="154577" cy="149433"/>
              </a:xfrm>
              <a:prstGeom prst="flowChartSummingJunction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2115"/>
              </a:p>
            </p:txBody>
          </p:sp>
          <p:sp>
            <p:nvSpPr>
              <p:cNvPr id="163" name="流程图: 汇总连接 162"/>
              <p:cNvSpPr/>
              <p:nvPr/>
            </p:nvSpPr>
            <p:spPr>
              <a:xfrm>
                <a:off x="7024780" y="3149107"/>
                <a:ext cx="154577" cy="149433"/>
              </a:xfrm>
              <a:prstGeom prst="flowChartSummingJunction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2115"/>
              </a:p>
            </p:txBody>
          </p:sp>
        </p:grpSp>
        <p:grpSp>
          <p:nvGrpSpPr>
            <p:cNvPr id="153" name="组合 152"/>
            <p:cNvGrpSpPr/>
            <p:nvPr/>
          </p:nvGrpSpPr>
          <p:grpSpPr>
            <a:xfrm rot="0">
              <a:off x="5923" y="7248"/>
              <a:ext cx="2053" cy="1632"/>
              <a:chOff x="4045337" y="5159329"/>
              <a:chExt cx="1303397" cy="1036131"/>
            </a:xfrm>
          </p:grpSpPr>
          <p:grpSp>
            <p:nvGrpSpPr>
              <p:cNvPr id="131" name="组合 130"/>
              <p:cNvGrpSpPr/>
              <p:nvPr/>
            </p:nvGrpSpPr>
            <p:grpSpPr>
              <a:xfrm>
                <a:off x="4045337" y="5350062"/>
                <a:ext cx="1303397" cy="845398"/>
                <a:chOff x="3063255" y="461627"/>
                <a:chExt cx="1303397" cy="845398"/>
              </a:xfrm>
            </p:grpSpPr>
            <p:sp>
              <p:nvSpPr>
                <p:cNvPr id="143" name="文本框 142"/>
                <p:cNvSpPr txBox="1"/>
                <p:nvPr/>
              </p:nvSpPr>
              <p:spPr>
                <a:xfrm>
                  <a:off x="3367657" y="461627"/>
                  <a:ext cx="998995" cy="54438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980" dirty="0"/>
                    <a:t>Global A</a:t>
                  </a:r>
                  <a:r>
                    <a:rPr lang="en-US" altLang="zh-CN" sz="980" i="1" dirty="0"/>
                    <a:t>ver</a:t>
                  </a:r>
                  <a:r>
                    <a:rPr lang="en-US" altLang="zh-CN" sz="980" dirty="0"/>
                    <a:t>age Pooling</a:t>
                  </a:r>
                  <a:endParaRPr lang="en-US" altLang="zh-CN" sz="980" dirty="0"/>
                </a:p>
                <a:p>
                  <a:endParaRPr lang="en-US" altLang="zh-CN" sz="980" dirty="0"/>
                </a:p>
              </p:txBody>
            </p:sp>
            <p:grpSp>
              <p:nvGrpSpPr>
                <p:cNvPr id="3" name="组合 2"/>
                <p:cNvGrpSpPr/>
                <p:nvPr/>
              </p:nvGrpSpPr>
              <p:grpSpPr>
                <a:xfrm>
                  <a:off x="3137712" y="810371"/>
                  <a:ext cx="1139932" cy="243016"/>
                  <a:chOff x="9669939" y="1793440"/>
                  <a:chExt cx="1166603" cy="257193"/>
                </a:xfrm>
              </p:grpSpPr>
              <p:sp>
                <p:nvSpPr>
                  <p:cNvPr id="149" name="流程图: 或者 148"/>
                  <p:cNvSpPr/>
                  <p:nvPr/>
                </p:nvSpPr>
                <p:spPr>
                  <a:xfrm>
                    <a:off x="9669939" y="1836958"/>
                    <a:ext cx="144236" cy="144236"/>
                  </a:xfrm>
                  <a:prstGeom prst="flowChartOr">
                    <a:avLst/>
                  </a:prstGeom>
                  <a:noFill/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1760"/>
                  </a:p>
                </p:txBody>
              </p:sp>
              <p:sp>
                <p:nvSpPr>
                  <p:cNvPr id="150" name="文本框 149"/>
                  <p:cNvSpPr txBox="1"/>
                  <p:nvPr/>
                </p:nvSpPr>
                <p:spPr>
                  <a:xfrm>
                    <a:off x="9905265" y="1793440"/>
                    <a:ext cx="931277" cy="257193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zh-CN" sz="980" dirty="0"/>
                      <a:t>Addition</a:t>
                    </a:r>
                    <a:endParaRPr lang="en-US" altLang="zh-CN" sz="980" dirty="0"/>
                  </a:p>
                </p:txBody>
              </p:sp>
            </p:grpSp>
            <p:sp>
              <p:nvSpPr>
                <p:cNvPr id="157" name="矩形: 圆角 156"/>
                <p:cNvSpPr/>
                <p:nvPr/>
              </p:nvSpPr>
              <p:spPr>
                <a:xfrm rot="5400000">
                  <a:off x="3130916" y="491017"/>
                  <a:ext cx="172778" cy="308100"/>
                </a:xfrm>
                <a:prstGeom prst="roundRect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vert270" rtlCol="0" anchor="ctr"/>
                <a:lstStyle/>
                <a:p>
                  <a:pPr algn="ctr"/>
                  <a:r>
                    <a:rPr lang="en-US" altLang="zh-CN" sz="785" dirty="0">
                      <a:solidFill>
                        <a:schemeClr val="tx1"/>
                      </a:solidFill>
                    </a:rPr>
                    <a:t>AP</a:t>
                  </a:r>
                  <a:endParaRPr lang="zh-CN" altLang="en-US" sz="785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61" name="文本框 160"/>
                <p:cNvSpPr txBox="1"/>
                <p:nvPr/>
              </p:nvSpPr>
              <p:spPr>
                <a:xfrm>
                  <a:off x="3323154" y="1064009"/>
                  <a:ext cx="998995" cy="24301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980" dirty="0"/>
                    <a:t>Convolution</a:t>
                  </a:r>
                  <a:endParaRPr lang="en-US" altLang="zh-CN" sz="980" dirty="0"/>
                </a:p>
              </p:txBody>
            </p:sp>
            <p:sp>
              <p:nvSpPr>
                <p:cNvPr id="159" name="流程图: 汇总连接 158"/>
                <p:cNvSpPr/>
                <p:nvPr/>
              </p:nvSpPr>
              <p:spPr>
                <a:xfrm>
                  <a:off x="3153747" y="1110215"/>
                  <a:ext cx="140978" cy="136286"/>
                </a:xfrm>
                <a:prstGeom prst="flowChartSummingJunction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2115"/>
                </a:p>
              </p:txBody>
            </p:sp>
          </p:grpSp>
          <p:sp>
            <p:nvSpPr>
              <p:cNvPr id="174" name="矩形: 圆角 173"/>
              <p:cNvSpPr/>
              <p:nvPr/>
            </p:nvSpPr>
            <p:spPr>
              <a:xfrm>
                <a:off x="4046507" y="5201044"/>
                <a:ext cx="341677" cy="154868"/>
              </a:xfrm>
              <a:prstGeom prst="round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785" dirty="0">
                    <a:solidFill>
                      <a:schemeClr val="tx1"/>
                    </a:solidFill>
                  </a:rPr>
                  <a:t>UP</a:t>
                </a:r>
                <a:endParaRPr lang="zh-CN" altLang="en-US" sz="785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75" name="文本框 174"/>
              <p:cNvSpPr txBox="1"/>
              <p:nvPr/>
            </p:nvSpPr>
            <p:spPr>
              <a:xfrm>
                <a:off x="4349163" y="5159329"/>
                <a:ext cx="693415" cy="2430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80" dirty="0" err="1"/>
                  <a:t>Upsample</a:t>
                </a:r>
                <a:endParaRPr lang="en-US" altLang="zh-CN" sz="980" dirty="0"/>
              </a:p>
            </p:txBody>
          </p:sp>
        </p:grpSp>
        <p:sp>
          <p:nvSpPr>
            <p:cNvPr id="176" name="矩形: 圆角 175"/>
            <p:cNvSpPr/>
            <p:nvPr/>
          </p:nvSpPr>
          <p:spPr>
            <a:xfrm>
              <a:off x="5533" y="1932"/>
              <a:ext cx="2494" cy="4606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78" name="矩形: 圆角 177"/>
            <p:cNvSpPr/>
            <p:nvPr/>
          </p:nvSpPr>
          <p:spPr>
            <a:xfrm>
              <a:off x="5721" y="3623"/>
              <a:ext cx="2110" cy="1220"/>
            </a:xfrm>
            <a:prstGeom prst="roundRect">
              <a:avLst>
                <a:gd name="adj" fmla="val 10161"/>
              </a:avLst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/>
            </a:p>
          </p:txBody>
        </p:sp>
        <p:sp>
          <p:nvSpPr>
            <p:cNvPr id="179" name="矩形: 圆角 178"/>
            <p:cNvSpPr/>
            <p:nvPr/>
          </p:nvSpPr>
          <p:spPr>
            <a:xfrm>
              <a:off x="5883" y="3933"/>
              <a:ext cx="740" cy="398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880" dirty="0">
                  <a:solidFill>
                    <a:schemeClr val="tx1"/>
                  </a:solidFill>
                </a:rPr>
                <a:t>GAB</a:t>
              </a:r>
              <a:endParaRPr lang="zh-CN" altLang="en-US" sz="880" dirty="0">
                <a:solidFill>
                  <a:schemeClr val="tx1"/>
                </a:solidFill>
              </a:endParaRPr>
            </a:p>
          </p:txBody>
        </p:sp>
        <p:sp>
          <p:nvSpPr>
            <p:cNvPr id="180" name="矩形: 圆角 179"/>
            <p:cNvSpPr/>
            <p:nvPr/>
          </p:nvSpPr>
          <p:spPr>
            <a:xfrm>
              <a:off x="6949" y="3924"/>
              <a:ext cx="740" cy="398"/>
            </a:xfrm>
            <a:prstGeom prst="roundRect">
              <a:avLst/>
            </a:prstGeom>
            <a:solidFill>
              <a:schemeClr val="accent2">
                <a:lumMod val="7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880" dirty="0">
                  <a:solidFill>
                    <a:schemeClr val="tx1"/>
                  </a:solidFill>
                </a:rPr>
                <a:t>CAB</a:t>
              </a:r>
              <a:endParaRPr lang="zh-CN" altLang="en-US" sz="880" dirty="0">
                <a:solidFill>
                  <a:schemeClr val="tx1"/>
                </a:solidFill>
              </a:endParaRPr>
            </a:p>
          </p:txBody>
        </p:sp>
        <p:cxnSp>
          <p:nvCxnSpPr>
            <p:cNvPr id="181" name="连接符: 肘形 180"/>
            <p:cNvCxnSpPr>
              <a:stCxn id="178" idx="0"/>
              <a:endCxn id="179" idx="0"/>
            </p:cNvCxnSpPr>
            <p:nvPr/>
          </p:nvCxnSpPr>
          <p:spPr>
            <a:xfrm rot="16200000" flipH="1" flipV="1">
              <a:off x="6360" y="3517"/>
              <a:ext cx="310" cy="523"/>
            </a:xfrm>
            <a:prstGeom prst="bentConnector3">
              <a:avLst>
                <a:gd name="adj1" fmla="val 54958"/>
              </a:avLst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3" name="连接符: 肘形 182"/>
            <p:cNvCxnSpPr>
              <a:stCxn id="178" idx="0"/>
              <a:endCxn id="180" idx="0"/>
            </p:cNvCxnSpPr>
            <p:nvPr/>
          </p:nvCxnSpPr>
          <p:spPr>
            <a:xfrm rot="16200000" flipH="1">
              <a:off x="6897" y="3502"/>
              <a:ext cx="301" cy="544"/>
            </a:xfrm>
            <a:prstGeom prst="bentConnector3">
              <a:avLst>
                <a:gd name="adj1" fmla="val 56604"/>
              </a:avLst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4" name="流程图: 或者 183"/>
            <p:cNvSpPr/>
            <p:nvPr/>
          </p:nvSpPr>
          <p:spPr>
            <a:xfrm rot="5400000">
              <a:off x="6651" y="4409"/>
              <a:ext cx="246" cy="254"/>
            </a:xfrm>
            <a:prstGeom prst="flowChartOr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/>
            </a:p>
          </p:txBody>
        </p:sp>
        <p:cxnSp>
          <p:nvCxnSpPr>
            <p:cNvPr id="185" name="连接符: 肘形 184"/>
            <p:cNvCxnSpPr>
              <a:stCxn id="179" idx="2"/>
              <a:endCxn id="184" idx="4"/>
            </p:cNvCxnSpPr>
            <p:nvPr/>
          </p:nvCxnSpPr>
          <p:spPr>
            <a:xfrm rot="16200000" flipH="1">
              <a:off x="6348" y="4236"/>
              <a:ext cx="205" cy="394"/>
            </a:xfrm>
            <a:prstGeom prst="bentConnector2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6" name="连接符: 肘形 185"/>
            <p:cNvCxnSpPr>
              <a:stCxn id="180" idx="2"/>
              <a:endCxn id="184" idx="0"/>
            </p:cNvCxnSpPr>
            <p:nvPr/>
          </p:nvCxnSpPr>
          <p:spPr>
            <a:xfrm rot="5400000">
              <a:off x="7003" y="4220"/>
              <a:ext cx="214" cy="418"/>
            </a:xfrm>
            <a:prstGeom prst="bentConnector2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7" name="直接连接符 186"/>
            <p:cNvCxnSpPr>
              <a:stCxn id="178" idx="2"/>
              <a:endCxn id="178" idx="2"/>
            </p:cNvCxnSpPr>
            <p:nvPr/>
          </p:nvCxnSpPr>
          <p:spPr>
            <a:xfrm>
              <a:off x="6776" y="4843"/>
              <a:ext cx="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8" name="直接连接符 187"/>
            <p:cNvCxnSpPr>
              <a:stCxn id="184" idx="6"/>
              <a:endCxn id="178" idx="2"/>
            </p:cNvCxnSpPr>
            <p:nvPr/>
          </p:nvCxnSpPr>
          <p:spPr>
            <a:xfrm>
              <a:off x="6774" y="4659"/>
              <a:ext cx="2" cy="184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9" name="矩形: 圆角 188"/>
            <p:cNvSpPr/>
            <p:nvPr/>
          </p:nvSpPr>
          <p:spPr>
            <a:xfrm>
              <a:off x="6112" y="2551"/>
              <a:ext cx="1318" cy="572"/>
            </a:xfrm>
            <a:prstGeom prst="round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170" dirty="0">
                  <a:solidFill>
                    <a:schemeClr val="tx1"/>
                  </a:solidFill>
                </a:rPr>
                <a:t>AP</a:t>
              </a:r>
              <a:endParaRPr lang="zh-CN" altLang="en-US" sz="1170" dirty="0">
                <a:solidFill>
                  <a:schemeClr val="tx1"/>
                </a:solidFill>
              </a:endParaRPr>
            </a:p>
          </p:txBody>
        </p:sp>
        <p:sp>
          <p:nvSpPr>
            <p:cNvPr id="190" name="矩形: 圆角 189"/>
            <p:cNvSpPr/>
            <p:nvPr/>
          </p:nvSpPr>
          <p:spPr>
            <a:xfrm>
              <a:off x="6118" y="5317"/>
              <a:ext cx="1314" cy="564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170" dirty="0">
                  <a:solidFill>
                    <a:schemeClr val="tx1"/>
                  </a:solidFill>
                </a:rPr>
                <a:t>UP</a:t>
              </a:r>
              <a:endParaRPr lang="zh-CN" altLang="en-US" sz="1170" dirty="0">
                <a:solidFill>
                  <a:schemeClr val="tx1"/>
                </a:solidFill>
              </a:endParaRPr>
            </a:p>
          </p:txBody>
        </p:sp>
        <p:cxnSp>
          <p:nvCxnSpPr>
            <p:cNvPr id="191" name="直接箭头连接符 190"/>
            <p:cNvCxnSpPr>
              <a:stCxn id="176" idx="0"/>
              <a:endCxn id="189" idx="0"/>
            </p:cNvCxnSpPr>
            <p:nvPr/>
          </p:nvCxnSpPr>
          <p:spPr>
            <a:xfrm flipH="1">
              <a:off x="6771" y="1932"/>
              <a:ext cx="9" cy="619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2" name="直接箭头连接符 191"/>
            <p:cNvCxnSpPr>
              <a:stCxn id="189" idx="2"/>
              <a:endCxn id="178" idx="0"/>
            </p:cNvCxnSpPr>
            <p:nvPr/>
          </p:nvCxnSpPr>
          <p:spPr>
            <a:xfrm>
              <a:off x="6771" y="3123"/>
              <a:ext cx="5" cy="50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5" name="直接箭头连接符 194"/>
            <p:cNvCxnSpPr>
              <a:stCxn id="178" idx="2"/>
              <a:endCxn id="190" idx="0"/>
            </p:cNvCxnSpPr>
            <p:nvPr/>
          </p:nvCxnSpPr>
          <p:spPr>
            <a:xfrm flipH="1">
              <a:off x="6775" y="4843"/>
              <a:ext cx="1" cy="474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8" name="直接箭头连接符 197"/>
            <p:cNvCxnSpPr>
              <a:stCxn id="190" idx="2"/>
              <a:endCxn id="176" idx="2"/>
            </p:cNvCxnSpPr>
            <p:nvPr/>
          </p:nvCxnSpPr>
          <p:spPr>
            <a:xfrm>
              <a:off x="6775" y="5880"/>
              <a:ext cx="5" cy="657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2" name="直接连接符 201"/>
            <p:cNvCxnSpPr/>
            <p:nvPr/>
          </p:nvCxnSpPr>
          <p:spPr>
            <a:xfrm flipH="1" flipV="1">
              <a:off x="4585" y="1156"/>
              <a:ext cx="1337" cy="2805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4" name="直接连接符 203"/>
            <p:cNvCxnSpPr/>
            <p:nvPr/>
          </p:nvCxnSpPr>
          <p:spPr>
            <a:xfrm flipH="1">
              <a:off x="4548" y="4359"/>
              <a:ext cx="1402" cy="3930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7" name="直接连接符 206"/>
            <p:cNvCxnSpPr/>
            <p:nvPr/>
          </p:nvCxnSpPr>
          <p:spPr>
            <a:xfrm flipV="1">
              <a:off x="7658" y="1156"/>
              <a:ext cx="1549" cy="2747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1" name="直接连接符 210"/>
            <p:cNvCxnSpPr/>
            <p:nvPr/>
          </p:nvCxnSpPr>
          <p:spPr>
            <a:xfrm>
              <a:off x="7690" y="4292"/>
              <a:ext cx="1467" cy="3900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74240" y="273685"/>
            <a:ext cx="5272405" cy="683133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44" name="圆角矩形 143"/>
          <p:cNvSpPr/>
          <p:nvPr/>
        </p:nvSpPr>
        <p:spPr>
          <a:xfrm>
            <a:off x="1540510" y="234315"/>
            <a:ext cx="4768850" cy="5246370"/>
          </a:xfrm>
          <a:prstGeom prst="roundRect">
            <a:avLst>
              <a:gd name="adj" fmla="val 11171"/>
            </a:avLst>
          </a:prstGeom>
          <a:solidFill>
            <a:srgbClr val="BBDDDF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1760"/>
          </a:p>
        </p:txBody>
      </p:sp>
      <p:sp>
        <p:nvSpPr>
          <p:cNvPr id="4" name="圆角矩形 3"/>
          <p:cNvSpPr/>
          <p:nvPr/>
        </p:nvSpPr>
        <p:spPr>
          <a:xfrm>
            <a:off x="12832080" y="234315"/>
            <a:ext cx="3672840" cy="4759960"/>
          </a:xfrm>
          <a:prstGeom prst="roundRect">
            <a:avLst>
              <a:gd name="adj" fmla="val 11171"/>
            </a:avLst>
          </a:prstGeom>
          <a:solidFill>
            <a:srgbClr val="BBDDDF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1760"/>
          </a:p>
        </p:txBody>
      </p:sp>
      <p:sp>
        <p:nvSpPr>
          <p:cNvPr id="10" name="矩形 9"/>
          <p:cNvSpPr/>
          <p:nvPr/>
        </p:nvSpPr>
        <p:spPr>
          <a:xfrm flipH="1">
            <a:off x="2680970" y="1532890"/>
            <a:ext cx="423545" cy="200025"/>
          </a:xfrm>
          <a:prstGeom prst="rect">
            <a:avLst/>
          </a:prstGeom>
          <a:solidFill>
            <a:srgbClr val="EDD88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170" dirty="0">
                <a:solidFill>
                  <a:schemeClr val="tx1"/>
                </a:solidFill>
              </a:rPr>
              <a:t>Yes</a:t>
            </a:r>
            <a:endParaRPr lang="en-US" altLang="zh-CN" sz="1170" dirty="0">
              <a:solidFill>
                <a:schemeClr val="tx1"/>
              </a:solidFill>
            </a:endParaRPr>
          </a:p>
        </p:txBody>
      </p:sp>
      <p:sp>
        <p:nvSpPr>
          <p:cNvPr id="12" name="矩形: 圆角 29"/>
          <p:cNvSpPr/>
          <p:nvPr/>
        </p:nvSpPr>
        <p:spPr>
          <a:xfrm rot="5400000">
            <a:off x="2764790" y="2141855"/>
            <a:ext cx="253365" cy="1019175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p>
            <a:pPr algn="ctr"/>
            <a:r>
              <a:rPr lang="en-US" altLang="zh-CN" sz="1170" dirty="0">
                <a:solidFill>
                  <a:schemeClr val="tx1"/>
                </a:solidFill>
                <a:sym typeface="+mn-ea"/>
              </a:rPr>
              <a:t>PIDController</a:t>
            </a:r>
            <a:endParaRPr lang="en-US" altLang="zh-CN" sz="1170" dirty="0">
              <a:solidFill>
                <a:schemeClr val="tx1"/>
              </a:solidFill>
            </a:endParaRPr>
          </a:p>
        </p:txBody>
      </p:sp>
      <p:sp>
        <p:nvSpPr>
          <p:cNvPr id="13" name="矩形: 圆角 30"/>
          <p:cNvSpPr/>
          <p:nvPr/>
        </p:nvSpPr>
        <p:spPr>
          <a:xfrm rot="5400000">
            <a:off x="4744720" y="4075430"/>
            <a:ext cx="253365" cy="973455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vert270" rtlCol="0" anchor="ctr"/>
          <a:p>
            <a:pPr algn="ctr"/>
            <a:r>
              <a:rPr lang="en-US" altLang="zh-CN" sz="1170" dirty="0">
                <a:solidFill>
                  <a:sysClr val="windowText" lastClr="000000"/>
                </a:solidFill>
              </a:rPr>
              <a:t>PathFound</a:t>
            </a:r>
            <a:endParaRPr lang="en-US" altLang="zh-CN" sz="1170" dirty="0">
              <a:solidFill>
                <a:sysClr val="windowText" lastClr="000000"/>
              </a:solidFill>
            </a:endParaRPr>
          </a:p>
        </p:txBody>
      </p:sp>
      <p:sp>
        <p:nvSpPr>
          <p:cNvPr id="14" name="矩形: 圆角 31"/>
          <p:cNvSpPr/>
          <p:nvPr/>
        </p:nvSpPr>
        <p:spPr>
          <a:xfrm rot="5400000">
            <a:off x="2767965" y="1678940"/>
            <a:ext cx="252730" cy="911225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p>
            <a:pPr algn="ctr"/>
            <a:r>
              <a:rPr lang="en-US" altLang="zh-CN" sz="1170" dirty="0">
                <a:solidFill>
                  <a:schemeClr val="tx1"/>
                </a:solidFill>
              </a:rPr>
              <a:t>UpdateMeet</a:t>
            </a:r>
            <a:endParaRPr lang="en-US" altLang="zh-CN" sz="1170" dirty="0">
              <a:solidFill>
                <a:schemeClr val="tx1"/>
              </a:solidFill>
            </a:endParaRPr>
          </a:p>
        </p:txBody>
      </p:sp>
      <p:sp>
        <p:nvSpPr>
          <p:cNvPr id="17" name="矩形: 圆角 32"/>
          <p:cNvSpPr/>
          <p:nvPr/>
        </p:nvSpPr>
        <p:spPr>
          <a:xfrm rot="5400000">
            <a:off x="-57785" y="1355090"/>
            <a:ext cx="725805" cy="288290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170" dirty="0">
                <a:solidFill>
                  <a:schemeClr val="tx1"/>
                </a:solidFill>
              </a:rPr>
              <a:t>Dilated</a:t>
            </a:r>
            <a:endParaRPr lang="zh-CN" altLang="en-US" sz="1170" dirty="0">
              <a:solidFill>
                <a:schemeClr val="tx1"/>
              </a:solidFill>
            </a:endParaRPr>
          </a:p>
        </p:txBody>
      </p:sp>
      <p:grpSp>
        <p:nvGrpSpPr>
          <p:cNvPr id="42" name="组合 41"/>
          <p:cNvGrpSpPr/>
          <p:nvPr/>
        </p:nvGrpSpPr>
        <p:grpSpPr>
          <a:xfrm rot="5400000">
            <a:off x="638175" y="4188460"/>
            <a:ext cx="100965" cy="346075"/>
            <a:chOff x="8111" y="4551"/>
            <a:chExt cx="168" cy="504"/>
          </a:xfrm>
        </p:grpSpPr>
        <p:sp>
          <p:nvSpPr>
            <p:cNvPr id="38" name="矩形 37"/>
            <p:cNvSpPr/>
            <p:nvPr/>
          </p:nvSpPr>
          <p:spPr>
            <a:xfrm rot="5400000" flipH="1">
              <a:off x="8111" y="4551"/>
              <a:ext cx="168" cy="168"/>
            </a:xfrm>
            <a:prstGeom prst="rect">
              <a:avLst/>
            </a:prstGeom>
            <a:solidFill>
              <a:srgbClr val="EDD88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760"/>
            </a:p>
          </p:txBody>
        </p:sp>
        <p:sp>
          <p:nvSpPr>
            <p:cNvPr id="39" name="矩形 38"/>
            <p:cNvSpPr/>
            <p:nvPr/>
          </p:nvSpPr>
          <p:spPr>
            <a:xfrm rot="5400000" flipH="1">
              <a:off x="8111" y="4719"/>
              <a:ext cx="168" cy="168"/>
            </a:xfrm>
            <a:prstGeom prst="rect">
              <a:avLst/>
            </a:prstGeom>
            <a:solidFill>
              <a:srgbClr val="EDD88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760"/>
            </a:p>
          </p:txBody>
        </p:sp>
        <p:sp>
          <p:nvSpPr>
            <p:cNvPr id="40" name="矩形 39"/>
            <p:cNvSpPr/>
            <p:nvPr/>
          </p:nvSpPr>
          <p:spPr>
            <a:xfrm rot="5400000" flipH="1">
              <a:off x="8111" y="4887"/>
              <a:ext cx="168" cy="168"/>
            </a:xfrm>
            <a:prstGeom prst="rect">
              <a:avLst/>
            </a:prstGeom>
            <a:solidFill>
              <a:srgbClr val="EDD88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760"/>
            </a:p>
          </p:txBody>
        </p:sp>
      </p:grpSp>
      <p:cxnSp>
        <p:nvCxnSpPr>
          <p:cNvPr id="49" name="直接连接符 48"/>
          <p:cNvCxnSpPr>
            <a:stCxn id="17" idx="3"/>
          </p:cNvCxnSpPr>
          <p:nvPr/>
        </p:nvCxnSpPr>
        <p:spPr>
          <a:xfrm>
            <a:off x="305435" y="1862455"/>
            <a:ext cx="8255" cy="21082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2" name="直接箭头连接符 51"/>
          <p:cNvCxnSpPr>
            <a:endCxn id="121" idx="0"/>
          </p:cNvCxnSpPr>
          <p:nvPr/>
        </p:nvCxnSpPr>
        <p:spPr>
          <a:xfrm flipH="1">
            <a:off x="2896870" y="4020820"/>
            <a:ext cx="6350" cy="32321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连接符: 肘形 139"/>
          <p:cNvCxnSpPr/>
          <p:nvPr/>
        </p:nvCxnSpPr>
        <p:spPr>
          <a:xfrm rot="5400000" flipV="1">
            <a:off x="7457440" y="5812155"/>
            <a:ext cx="962025" cy="1007110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流程图: 或者 56"/>
          <p:cNvSpPr/>
          <p:nvPr/>
        </p:nvSpPr>
        <p:spPr>
          <a:xfrm rot="5400000">
            <a:off x="694055" y="3785235"/>
            <a:ext cx="156210" cy="178435"/>
          </a:xfrm>
          <a:prstGeom prst="flowChartOr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1760"/>
          </a:p>
        </p:txBody>
      </p:sp>
      <p:sp>
        <p:nvSpPr>
          <p:cNvPr id="81" name="矩形: 圆角 29"/>
          <p:cNvSpPr/>
          <p:nvPr/>
        </p:nvSpPr>
        <p:spPr>
          <a:xfrm rot="5400000">
            <a:off x="13471525" y="6668770"/>
            <a:ext cx="253365" cy="509270"/>
          </a:xfrm>
          <a:prstGeom prst="round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p>
            <a:pPr algn="ctr"/>
            <a:r>
              <a:rPr lang="en-US" altLang="zh-CN" sz="1170" dirty="0">
                <a:solidFill>
                  <a:schemeClr val="tx1"/>
                </a:solidFill>
              </a:rPr>
              <a:t>AP</a:t>
            </a:r>
            <a:endParaRPr lang="zh-CN" altLang="en-US" sz="1170" dirty="0">
              <a:solidFill>
                <a:schemeClr val="tx1"/>
              </a:solidFill>
            </a:endParaRPr>
          </a:p>
        </p:txBody>
      </p:sp>
      <p:sp>
        <p:nvSpPr>
          <p:cNvPr id="82" name="矩形: 圆角 30"/>
          <p:cNvSpPr/>
          <p:nvPr/>
        </p:nvSpPr>
        <p:spPr>
          <a:xfrm rot="5400000">
            <a:off x="13471525" y="6228080"/>
            <a:ext cx="253365" cy="509270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vert270" rtlCol="0" anchor="ctr"/>
          <a:p>
            <a:pPr algn="ctr"/>
            <a:r>
              <a:rPr lang="en-US" altLang="zh-CN" sz="1170" dirty="0">
                <a:solidFill>
                  <a:sysClr val="windowText" lastClr="000000"/>
                </a:solidFill>
              </a:rPr>
              <a:t>Conv</a:t>
            </a:r>
            <a:endParaRPr lang="zh-CN" altLang="en-US" sz="1170" dirty="0">
              <a:solidFill>
                <a:sysClr val="windowText" lastClr="000000"/>
              </a:solidFill>
            </a:endParaRPr>
          </a:p>
        </p:txBody>
      </p:sp>
      <p:cxnSp>
        <p:nvCxnSpPr>
          <p:cNvPr id="83" name="直接箭头连接符 82"/>
          <p:cNvCxnSpPr>
            <a:stCxn id="81" idx="1"/>
            <a:endCxn id="82" idx="3"/>
          </p:cNvCxnSpPr>
          <p:nvPr/>
        </p:nvCxnSpPr>
        <p:spPr>
          <a:xfrm flipV="1">
            <a:off x="13598525" y="6609715"/>
            <a:ext cx="0" cy="18732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矩形: 圆角 31"/>
          <p:cNvSpPr/>
          <p:nvPr/>
        </p:nvSpPr>
        <p:spPr>
          <a:xfrm rot="5400000">
            <a:off x="13472160" y="5793740"/>
            <a:ext cx="252730" cy="509270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p>
            <a:pPr algn="ctr"/>
            <a:r>
              <a:rPr lang="en-US" altLang="zh-CN" sz="1170" dirty="0">
                <a:solidFill>
                  <a:schemeClr val="tx1"/>
                </a:solidFill>
              </a:rPr>
              <a:t>Tanh</a:t>
            </a:r>
            <a:endParaRPr lang="zh-CN" altLang="en-US" sz="1170" dirty="0">
              <a:solidFill>
                <a:schemeClr val="tx1"/>
              </a:solidFill>
            </a:endParaRPr>
          </a:p>
        </p:txBody>
      </p:sp>
      <p:cxnSp>
        <p:nvCxnSpPr>
          <p:cNvPr id="85" name="直接箭头连接符 84"/>
          <p:cNvCxnSpPr>
            <a:endCxn id="84" idx="3"/>
          </p:cNvCxnSpPr>
          <p:nvPr/>
        </p:nvCxnSpPr>
        <p:spPr>
          <a:xfrm flipV="1">
            <a:off x="13598525" y="6174740"/>
            <a:ext cx="0" cy="18097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矩形: 圆角 79"/>
          <p:cNvSpPr/>
          <p:nvPr/>
        </p:nvSpPr>
        <p:spPr>
          <a:xfrm rot="5400000">
            <a:off x="13473430" y="5367655"/>
            <a:ext cx="250190" cy="509270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p>
            <a:pPr algn="ctr"/>
            <a:r>
              <a:rPr lang="en-US" altLang="zh-CN" sz="1170" dirty="0">
                <a:solidFill>
                  <a:schemeClr val="tx1"/>
                </a:solidFill>
              </a:rPr>
              <a:t>FM</a:t>
            </a:r>
            <a:endParaRPr lang="zh-CN" altLang="en-US" sz="1170" dirty="0">
              <a:solidFill>
                <a:schemeClr val="tx1"/>
              </a:solidFill>
            </a:endParaRPr>
          </a:p>
        </p:txBody>
      </p:sp>
      <p:cxnSp>
        <p:nvCxnSpPr>
          <p:cNvPr id="87" name="直接箭头连接符 86"/>
          <p:cNvCxnSpPr/>
          <p:nvPr/>
        </p:nvCxnSpPr>
        <p:spPr>
          <a:xfrm flipV="1">
            <a:off x="13598525" y="5739765"/>
            <a:ext cx="0" cy="18097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直接连接符 91"/>
          <p:cNvCxnSpPr/>
          <p:nvPr/>
        </p:nvCxnSpPr>
        <p:spPr>
          <a:xfrm>
            <a:off x="13538200" y="5236845"/>
            <a:ext cx="635" cy="16256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97" name="矩形: 圆角 32"/>
          <p:cNvSpPr/>
          <p:nvPr/>
        </p:nvSpPr>
        <p:spPr>
          <a:xfrm rot="5400000">
            <a:off x="13223875" y="1777365"/>
            <a:ext cx="673735" cy="288290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170" dirty="0">
                <a:solidFill>
                  <a:schemeClr val="tx1"/>
                </a:solidFill>
              </a:rPr>
              <a:t>Dilated</a:t>
            </a:r>
            <a:endParaRPr lang="zh-CN" altLang="en-US" sz="1170" dirty="0">
              <a:solidFill>
                <a:schemeClr val="tx1"/>
              </a:solidFill>
            </a:endParaRPr>
          </a:p>
        </p:txBody>
      </p:sp>
      <p:cxnSp>
        <p:nvCxnSpPr>
          <p:cNvPr id="119" name="连接符: 肘形 139"/>
          <p:cNvCxnSpPr>
            <a:stCxn id="97" idx="1"/>
          </p:cNvCxnSpPr>
          <p:nvPr/>
        </p:nvCxnSpPr>
        <p:spPr>
          <a:xfrm rot="16200000">
            <a:off x="13290550" y="1022350"/>
            <a:ext cx="832485" cy="292100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0" name="流程图: 汇总连接 159"/>
          <p:cNvSpPr/>
          <p:nvPr/>
        </p:nvSpPr>
        <p:spPr>
          <a:xfrm>
            <a:off x="344805" y="3499485"/>
            <a:ext cx="170815" cy="149225"/>
          </a:xfrm>
          <a:prstGeom prst="flowChartSummingJunction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2115"/>
          </a:p>
        </p:txBody>
      </p:sp>
      <p:sp>
        <p:nvSpPr>
          <p:cNvPr id="6" name="Diamond 5"/>
          <p:cNvSpPr/>
          <p:nvPr/>
        </p:nvSpPr>
        <p:spPr>
          <a:xfrm>
            <a:off x="3185160" y="935355"/>
            <a:ext cx="1329690" cy="797560"/>
          </a:xfrm>
          <a:prstGeom prst="diamond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000" dirty="0">
                <a:solidFill>
                  <a:schemeClr val="tx1"/>
                </a:solidFill>
              </a:rPr>
              <a:t>Iter % N == 0?</a:t>
            </a:r>
            <a:endParaRPr lang="en-US" altLang="zh-CN" sz="1000" dirty="0">
              <a:solidFill>
                <a:schemeClr val="tx1"/>
              </a:solidFill>
            </a:endParaRPr>
          </a:p>
        </p:txBody>
      </p:sp>
      <p:sp>
        <p:nvSpPr>
          <p:cNvPr id="16" name="矩形 9"/>
          <p:cNvSpPr/>
          <p:nvPr/>
        </p:nvSpPr>
        <p:spPr>
          <a:xfrm flipH="1">
            <a:off x="4659630" y="1532890"/>
            <a:ext cx="423545" cy="200025"/>
          </a:xfrm>
          <a:prstGeom prst="rect">
            <a:avLst/>
          </a:prstGeom>
          <a:solidFill>
            <a:srgbClr val="EDD88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170" dirty="0">
                <a:solidFill>
                  <a:schemeClr val="tx1"/>
                </a:solidFill>
              </a:rPr>
              <a:t>No</a:t>
            </a:r>
            <a:endParaRPr lang="en-US" altLang="zh-CN" sz="1170" dirty="0">
              <a:solidFill>
                <a:schemeClr val="tx1"/>
              </a:solidFill>
            </a:endParaRPr>
          </a:p>
        </p:txBody>
      </p:sp>
      <p:cxnSp>
        <p:nvCxnSpPr>
          <p:cNvPr id="18" name="直接箭头连接符 51"/>
          <p:cNvCxnSpPr/>
          <p:nvPr/>
        </p:nvCxnSpPr>
        <p:spPr>
          <a:xfrm>
            <a:off x="12995910" y="480060"/>
            <a:ext cx="0" cy="19431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矩形: 圆角 5"/>
          <p:cNvSpPr/>
          <p:nvPr/>
        </p:nvSpPr>
        <p:spPr>
          <a:xfrm rot="5400000">
            <a:off x="633730" y="2799080"/>
            <a:ext cx="818515" cy="363220"/>
          </a:xfrm>
          <a:prstGeom prst="roundRect">
            <a:avLst>
              <a:gd name="adj" fmla="val 13023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p>
            <a:pPr algn="ctr"/>
            <a:r>
              <a:rPr lang="en-US" altLang="zh-CN" sz="1170" dirty="0">
                <a:solidFill>
                  <a:schemeClr val="tx1"/>
                </a:solidFill>
              </a:rPr>
              <a:t>PID</a:t>
            </a:r>
            <a:endParaRPr lang="en-US" altLang="zh-CN" sz="1760" dirty="0"/>
          </a:p>
        </p:txBody>
      </p:sp>
      <p:cxnSp>
        <p:nvCxnSpPr>
          <p:cNvPr id="20" name="直接箭头连接符 51"/>
          <p:cNvCxnSpPr>
            <a:stCxn id="10" idx="2"/>
          </p:cNvCxnSpPr>
          <p:nvPr/>
        </p:nvCxnSpPr>
        <p:spPr>
          <a:xfrm>
            <a:off x="2892425" y="1732915"/>
            <a:ext cx="0" cy="27559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6" name="矩形: 圆角 175"/>
          <p:cNvSpPr/>
          <p:nvPr/>
        </p:nvSpPr>
        <p:spPr>
          <a:xfrm>
            <a:off x="14308455" y="3944620"/>
            <a:ext cx="1583690" cy="292481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78" name="矩形: 圆角 177"/>
          <p:cNvSpPr/>
          <p:nvPr/>
        </p:nvSpPr>
        <p:spPr>
          <a:xfrm>
            <a:off x="14370685" y="1722755"/>
            <a:ext cx="1339850" cy="774700"/>
          </a:xfrm>
          <a:prstGeom prst="roundRect">
            <a:avLst>
              <a:gd name="adj" fmla="val 10161"/>
            </a:avLst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1760"/>
          </a:p>
        </p:txBody>
      </p:sp>
      <p:sp>
        <p:nvSpPr>
          <p:cNvPr id="179" name="矩形: 圆角 178"/>
          <p:cNvSpPr/>
          <p:nvPr/>
        </p:nvSpPr>
        <p:spPr>
          <a:xfrm>
            <a:off x="14473555" y="1919605"/>
            <a:ext cx="469900" cy="252730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880" dirty="0">
                <a:solidFill>
                  <a:schemeClr val="tx1"/>
                </a:solidFill>
              </a:rPr>
              <a:t>GAB</a:t>
            </a:r>
            <a:endParaRPr lang="zh-CN" altLang="en-US" sz="880" dirty="0">
              <a:solidFill>
                <a:schemeClr val="tx1"/>
              </a:solidFill>
            </a:endParaRPr>
          </a:p>
        </p:txBody>
      </p:sp>
      <p:sp>
        <p:nvSpPr>
          <p:cNvPr id="180" name="矩形: 圆角 179"/>
          <p:cNvSpPr/>
          <p:nvPr/>
        </p:nvSpPr>
        <p:spPr>
          <a:xfrm>
            <a:off x="15150465" y="1913890"/>
            <a:ext cx="469900" cy="252730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880" dirty="0">
                <a:solidFill>
                  <a:schemeClr val="tx1"/>
                </a:solidFill>
              </a:rPr>
              <a:t>CAB</a:t>
            </a:r>
            <a:endParaRPr lang="zh-CN" altLang="en-US" sz="880" dirty="0">
              <a:solidFill>
                <a:schemeClr val="tx1"/>
              </a:solidFill>
            </a:endParaRPr>
          </a:p>
        </p:txBody>
      </p:sp>
      <p:cxnSp>
        <p:nvCxnSpPr>
          <p:cNvPr id="181" name="连接符: 肘形 180"/>
          <p:cNvCxnSpPr>
            <a:stCxn id="178" idx="0"/>
            <a:endCxn id="179" idx="0"/>
          </p:cNvCxnSpPr>
          <p:nvPr/>
        </p:nvCxnSpPr>
        <p:spPr>
          <a:xfrm rot="16200000" flipH="1" flipV="1">
            <a:off x="14776450" y="1655445"/>
            <a:ext cx="196850" cy="332105"/>
          </a:xfrm>
          <a:prstGeom prst="bentConnector3">
            <a:avLst>
              <a:gd name="adj1" fmla="val 54958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3" name="连接符: 肘形 182"/>
          <p:cNvCxnSpPr>
            <a:stCxn id="178" idx="0"/>
            <a:endCxn id="180" idx="0"/>
          </p:cNvCxnSpPr>
          <p:nvPr/>
        </p:nvCxnSpPr>
        <p:spPr>
          <a:xfrm rot="16200000" flipH="1">
            <a:off x="15117445" y="1645920"/>
            <a:ext cx="191135" cy="345440"/>
          </a:xfrm>
          <a:prstGeom prst="bentConnector3">
            <a:avLst>
              <a:gd name="adj1" fmla="val 56604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4" name="流程图: 或者 183"/>
          <p:cNvSpPr/>
          <p:nvPr/>
        </p:nvSpPr>
        <p:spPr>
          <a:xfrm rot="5400000">
            <a:off x="14961235" y="2221865"/>
            <a:ext cx="156210" cy="161290"/>
          </a:xfrm>
          <a:prstGeom prst="flowChartOr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1760"/>
          </a:p>
        </p:txBody>
      </p:sp>
      <p:cxnSp>
        <p:nvCxnSpPr>
          <p:cNvPr id="185" name="连接符: 肘形 184"/>
          <p:cNvCxnSpPr>
            <a:stCxn id="179" idx="2"/>
            <a:endCxn id="184" idx="4"/>
          </p:cNvCxnSpPr>
          <p:nvPr/>
        </p:nvCxnSpPr>
        <p:spPr>
          <a:xfrm rot="16200000" flipH="1">
            <a:off x="14768830" y="2112010"/>
            <a:ext cx="130175" cy="250190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6" name="连接符: 肘形 185"/>
          <p:cNvCxnSpPr>
            <a:stCxn id="180" idx="2"/>
            <a:endCxn id="184" idx="0"/>
          </p:cNvCxnSpPr>
          <p:nvPr/>
        </p:nvCxnSpPr>
        <p:spPr>
          <a:xfrm rot="5400000">
            <a:off x="15184755" y="2101850"/>
            <a:ext cx="135890" cy="265430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直接连接符 186"/>
          <p:cNvCxnSpPr>
            <a:stCxn id="178" idx="2"/>
            <a:endCxn id="178" idx="2"/>
          </p:cNvCxnSpPr>
          <p:nvPr/>
        </p:nvCxnSpPr>
        <p:spPr>
          <a:xfrm>
            <a:off x="15040610" y="2497455"/>
            <a:ext cx="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8" name="直接连接符 187"/>
          <p:cNvCxnSpPr>
            <a:stCxn id="184" idx="6"/>
            <a:endCxn id="178" idx="2"/>
          </p:cNvCxnSpPr>
          <p:nvPr/>
        </p:nvCxnSpPr>
        <p:spPr>
          <a:xfrm>
            <a:off x="15039340" y="2380615"/>
            <a:ext cx="1270" cy="11684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9" name="矩形: 圆角 188"/>
          <p:cNvSpPr/>
          <p:nvPr/>
        </p:nvSpPr>
        <p:spPr>
          <a:xfrm>
            <a:off x="14618970" y="1042035"/>
            <a:ext cx="836930" cy="363220"/>
          </a:xfrm>
          <a:prstGeom prst="round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170" dirty="0">
                <a:solidFill>
                  <a:schemeClr val="tx1"/>
                </a:solidFill>
              </a:rPr>
              <a:t>AP</a:t>
            </a:r>
            <a:endParaRPr lang="zh-CN" altLang="en-US" sz="1170" dirty="0">
              <a:solidFill>
                <a:schemeClr val="tx1"/>
              </a:solidFill>
            </a:endParaRPr>
          </a:p>
        </p:txBody>
      </p:sp>
      <p:sp>
        <p:nvSpPr>
          <p:cNvPr id="190" name="矩形: 圆角 189"/>
          <p:cNvSpPr/>
          <p:nvPr/>
        </p:nvSpPr>
        <p:spPr>
          <a:xfrm>
            <a:off x="14622780" y="2798445"/>
            <a:ext cx="834390" cy="358140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170" dirty="0">
                <a:solidFill>
                  <a:schemeClr val="tx1"/>
                </a:solidFill>
              </a:rPr>
              <a:t>UP</a:t>
            </a:r>
            <a:endParaRPr lang="zh-CN" altLang="en-US" sz="1170" dirty="0">
              <a:solidFill>
                <a:schemeClr val="tx1"/>
              </a:solidFill>
            </a:endParaRPr>
          </a:p>
        </p:txBody>
      </p:sp>
      <p:cxnSp>
        <p:nvCxnSpPr>
          <p:cNvPr id="192" name="直接箭头连接符 191"/>
          <p:cNvCxnSpPr>
            <a:stCxn id="189" idx="2"/>
            <a:endCxn id="178" idx="0"/>
          </p:cNvCxnSpPr>
          <p:nvPr/>
        </p:nvCxnSpPr>
        <p:spPr>
          <a:xfrm>
            <a:off x="15037435" y="1405255"/>
            <a:ext cx="3175" cy="31750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5" name="直接箭头连接符 194"/>
          <p:cNvCxnSpPr>
            <a:stCxn id="178" idx="2"/>
            <a:endCxn id="190" idx="0"/>
          </p:cNvCxnSpPr>
          <p:nvPr/>
        </p:nvCxnSpPr>
        <p:spPr>
          <a:xfrm flipH="1">
            <a:off x="15039975" y="2497455"/>
            <a:ext cx="635" cy="30099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连接符: 肘形 139"/>
          <p:cNvCxnSpPr>
            <a:stCxn id="97" idx="3"/>
          </p:cNvCxnSpPr>
          <p:nvPr/>
        </p:nvCxnSpPr>
        <p:spPr>
          <a:xfrm rot="5400000" flipV="1">
            <a:off x="13105130" y="2714625"/>
            <a:ext cx="1430020" cy="518160"/>
          </a:xfrm>
          <a:prstGeom prst="bentConnector3">
            <a:avLst>
              <a:gd name="adj1" fmla="val 77087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接箭头连接符 51"/>
          <p:cNvCxnSpPr/>
          <p:nvPr/>
        </p:nvCxnSpPr>
        <p:spPr>
          <a:xfrm>
            <a:off x="4871720" y="1742440"/>
            <a:ext cx="0" cy="26606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连接符: 肘形 139"/>
          <p:cNvCxnSpPr>
            <a:stCxn id="6" idx="3"/>
            <a:endCxn id="16" idx="0"/>
          </p:cNvCxnSpPr>
          <p:nvPr/>
        </p:nvCxnSpPr>
        <p:spPr>
          <a:xfrm>
            <a:off x="4514850" y="1334135"/>
            <a:ext cx="356235" cy="198755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箭头连接符 33"/>
          <p:cNvCxnSpPr>
            <a:stCxn id="14" idx="3"/>
            <a:endCxn id="12" idx="1"/>
          </p:cNvCxnSpPr>
          <p:nvPr/>
        </p:nvCxnSpPr>
        <p:spPr>
          <a:xfrm flipH="1">
            <a:off x="2891155" y="2261235"/>
            <a:ext cx="3175" cy="26352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连接符: 肘形 36"/>
          <p:cNvCxnSpPr>
            <a:stCxn id="6" idx="1"/>
            <a:endCxn id="10" idx="0"/>
          </p:cNvCxnSpPr>
          <p:nvPr/>
        </p:nvCxnSpPr>
        <p:spPr>
          <a:xfrm rot="10800000" flipV="1">
            <a:off x="2892425" y="1334135"/>
            <a:ext cx="292735" cy="198755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4" name="文本框 683"/>
          <p:cNvSpPr txBox="1"/>
          <p:nvPr/>
        </p:nvSpPr>
        <p:spPr>
          <a:xfrm>
            <a:off x="449580" y="6727825"/>
            <a:ext cx="1009650" cy="39243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980" dirty="0">
                <a:sym typeface="+mn-ea"/>
              </a:rPr>
              <a:t>Find nearest forward node.</a:t>
            </a:r>
            <a:endParaRPr lang="en-US" altLang="zh-CN" sz="980" dirty="0"/>
          </a:p>
        </p:txBody>
      </p:sp>
      <p:cxnSp>
        <p:nvCxnSpPr>
          <p:cNvPr id="686" name="直接箭头连接符 685"/>
          <p:cNvCxnSpPr/>
          <p:nvPr/>
        </p:nvCxnSpPr>
        <p:spPr>
          <a:xfrm>
            <a:off x="594995" y="5727700"/>
            <a:ext cx="0" cy="179070"/>
          </a:xfrm>
          <a:prstGeom prst="straightConnector1">
            <a:avLst/>
          </a:prstGeom>
          <a:ln w="190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7" name="文本框 686"/>
          <p:cNvSpPr txBox="1"/>
          <p:nvPr/>
        </p:nvSpPr>
        <p:spPr>
          <a:xfrm>
            <a:off x="594360" y="5696585"/>
            <a:ext cx="913765" cy="2432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980" dirty="0" err="1"/>
              <a:t>Downsample</a:t>
            </a:r>
            <a:endParaRPr lang="en-US" altLang="zh-CN" sz="980" dirty="0"/>
          </a:p>
        </p:txBody>
      </p:sp>
      <p:cxnSp>
        <p:nvCxnSpPr>
          <p:cNvPr id="688" name="直接箭头连接符 687"/>
          <p:cNvCxnSpPr/>
          <p:nvPr/>
        </p:nvCxnSpPr>
        <p:spPr>
          <a:xfrm flipV="1">
            <a:off x="1802765" y="5727700"/>
            <a:ext cx="0" cy="173355"/>
          </a:xfrm>
          <a:prstGeom prst="straightConnector1">
            <a:avLst/>
          </a:prstGeom>
          <a:ln w="19050">
            <a:solidFill>
              <a:srgbClr val="00B050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689" name="文本框 688"/>
          <p:cNvSpPr txBox="1"/>
          <p:nvPr/>
        </p:nvSpPr>
        <p:spPr>
          <a:xfrm>
            <a:off x="1816735" y="5696585"/>
            <a:ext cx="913765" cy="2432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980" dirty="0" err="1"/>
              <a:t>Upsample</a:t>
            </a:r>
            <a:endParaRPr lang="en-US" altLang="zh-CN" sz="980" dirty="0"/>
          </a:p>
        </p:txBody>
      </p:sp>
      <p:sp>
        <p:nvSpPr>
          <p:cNvPr id="690" name="流程图: 或者 689"/>
          <p:cNvSpPr/>
          <p:nvPr/>
        </p:nvSpPr>
        <p:spPr>
          <a:xfrm>
            <a:off x="2915920" y="5758815"/>
            <a:ext cx="141605" cy="140970"/>
          </a:xfrm>
          <a:prstGeom prst="flowChartOr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1760"/>
          </a:p>
        </p:txBody>
      </p:sp>
      <p:sp>
        <p:nvSpPr>
          <p:cNvPr id="691" name="文本框 690"/>
          <p:cNvSpPr txBox="1"/>
          <p:nvPr/>
        </p:nvSpPr>
        <p:spPr>
          <a:xfrm>
            <a:off x="3023870" y="5718175"/>
            <a:ext cx="913765" cy="2432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980" dirty="0"/>
              <a:t>Addition</a:t>
            </a:r>
            <a:endParaRPr lang="en-US" altLang="zh-CN" sz="980" dirty="0"/>
          </a:p>
        </p:txBody>
      </p:sp>
      <p:sp>
        <p:nvSpPr>
          <p:cNvPr id="692" name="矩形: 圆角 691"/>
          <p:cNvSpPr/>
          <p:nvPr/>
        </p:nvSpPr>
        <p:spPr>
          <a:xfrm>
            <a:off x="62865" y="6768465"/>
            <a:ext cx="452120" cy="167005"/>
          </a:xfrm>
          <a:prstGeom prst="round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785" dirty="0">
                <a:solidFill>
                  <a:schemeClr val="tx1"/>
                </a:solidFill>
              </a:rPr>
              <a:t>FNFN</a:t>
            </a:r>
            <a:endParaRPr lang="en-US" altLang="zh-CN" sz="785" dirty="0">
              <a:solidFill>
                <a:schemeClr val="tx1"/>
              </a:solidFill>
            </a:endParaRPr>
          </a:p>
        </p:txBody>
      </p:sp>
      <p:sp>
        <p:nvSpPr>
          <p:cNvPr id="693" name="矩形: 圆角 692"/>
          <p:cNvSpPr/>
          <p:nvPr/>
        </p:nvSpPr>
        <p:spPr>
          <a:xfrm>
            <a:off x="1521460" y="6764020"/>
            <a:ext cx="417195" cy="154940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785" dirty="0">
                <a:solidFill>
                  <a:schemeClr val="tx1"/>
                </a:solidFill>
              </a:rPr>
              <a:t>GNN</a:t>
            </a:r>
            <a:endParaRPr lang="en-US" altLang="zh-CN" sz="785" dirty="0">
              <a:solidFill>
                <a:schemeClr val="tx1"/>
              </a:solidFill>
            </a:endParaRPr>
          </a:p>
        </p:txBody>
      </p:sp>
      <p:sp>
        <p:nvSpPr>
          <p:cNvPr id="694" name="文本框 693"/>
          <p:cNvSpPr txBox="1"/>
          <p:nvPr/>
        </p:nvSpPr>
        <p:spPr>
          <a:xfrm>
            <a:off x="1899920" y="6722110"/>
            <a:ext cx="908050" cy="39243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980" dirty="0" err="1"/>
              <a:t>Generate New Node</a:t>
            </a:r>
            <a:endParaRPr lang="en-US" altLang="zh-CN" sz="980" dirty="0" err="1"/>
          </a:p>
        </p:txBody>
      </p:sp>
      <p:sp>
        <p:nvSpPr>
          <p:cNvPr id="946" name="矩形: 圆角 945"/>
          <p:cNvSpPr/>
          <p:nvPr/>
        </p:nvSpPr>
        <p:spPr>
          <a:xfrm rot="5400000">
            <a:off x="2893060" y="6673215"/>
            <a:ext cx="167005" cy="337185"/>
          </a:xfrm>
          <a:prstGeom prst="roundRect">
            <a:avLst/>
          </a:prstGeom>
          <a:solidFill>
            <a:schemeClr val="accent2"/>
          </a:solidFill>
          <a:ln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vert270" rtlCol="0" anchor="ctr"/>
          <a:p>
            <a:pPr algn="ctr"/>
            <a:r>
              <a:rPr lang="en-US" altLang="zh-CN" sz="800" dirty="0">
                <a:solidFill>
                  <a:sysClr val="windowText" lastClr="000000"/>
                </a:solidFill>
              </a:rPr>
              <a:t>EFT</a:t>
            </a:r>
            <a:endParaRPr lang="zh-CN" altLang="en-US" sz="800" dirty="0">
              <a:solidFill>
                <a:sysClr val="windowText" lastClr="000000"/>
              </a:solidFill>
            </a:endParaRPr>
          </a:p>
        </p:txBody>
      </p:sp>
      <p:sp>
        <p:nvSpPr>
          <p:cNvPr id="947" name="文本框 946"/>
          <p:cNvSpPr txBox="1"/>
          <p:nvPr/>
        </p:nvSpPr>
        <p:spPr>
          <a:xfrm>
            <a:off x="3077845" y="6722110"/>
            <a:ext cx="1205865" cy="39243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980" dirty="0" err="1"/>
              <a:t>Extend Forward Tree</a:t>
            </a:r>
            <a:endParaRPr lang="en-US" altLang="zh-CN" sz="980" dirty="0" err="1"/>
          </a:p>
        </p:txBody>
      </p:sp>
      <p:cxnSp>
        <p:nvCxnSpPr>
          <p:cNvPr id="41" name="直接箭头连接符 33"/>
          <p:cNvCxnSpPr>
            <a:stCxn id="12" idx="3"/>
            <a:endCxn id="105" idx="1"/>
          </p:cNvCxnSpPr>
          <p:nvPr/>
        </p:nvCxnSpPr>
        <p:spPr>
          <a:xfrm>
            <a:off x="2891155" y="2778125"/>
            <a:ext cx="3175" cy="22860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直接箭头连接符 33"/>
          <p:cNvCxnSpPr>
            <a:stCxn id="105" idx="3"/>
            <a:endCxn id="70" idx="1"/>
          </p:cNvCxnSpPr>
          <p:nvPr/>
        </p:nvCxnSpPr>
        <p:spPr>
          <a:xfrm>
            <a:off x="2894330" y="3330575"/>
            <a:ext cx="8890" cy="29718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矩形: 圆角 29"/>
          <p:cNvSpPr/>
          <p:nvPr/>
        </p:nvSpPr>
        <p:spPr>
          <a:xfrm rot="5400000">
            <a:off x="2699385" y="3282950"/>
            <a:ext cx="407670" cy="1097280"/>
          </a:xfrm>
          <a:prstGeom prst="roundRect">
            <a:avLst/>
          </a:prstGeom>
          <a:solidFill>
            <a:srgbClr val="D0CECE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p>
            <a:pPr algn="ctr"/>
            <a:r>
              <a:rPr lang="en-US" altLang="zh-CN" sz="1170" dirty="0">
                <a:solidFill>
                  <a:schemeClr val="tx1"/>
                </a:solidFill>
              </a:rPr>
              <a:t>ValidateSample</a:t>
            </a:r>
            <a:endParaRPr lang="en-US" altLang="zh-CN" sz="1170" dirty="0">
              <a:solidFill>
                <a:schemeClr val="tx1"/>
              </a:solidFill>
            </a:endParaRPr>
          </a:p>
        </p:txBody>
      </p:sp>
      <p:pic>
        <p:nvPicPr>
          <p:cNvPr id="71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922250" y="8565515"/>
            <a:ext cx="4162425" cy="5394325"/>
          </a:xfrm>
          <a:prstGeom prst="rect">
            <a:avLst/>
          </a:prstGeom>
        </p:spPr>
      </p:pic>
      <p:sp>
        <p:nvSpPr>
          <p:cNvPr id="76" name="矩形: 圆角 945"/>
          <p:cNvSpPr/>
          <p:nvPr/>
        </p:nvSpPr>
        <p:spPr>
          <a:xfrm rot="5400000">
            <a:off x="4330065" y="6678930"/>
            <a:ext cx="167005" cy="337185"/>
          </a:xfrm>
          <a:prstGeom prst="roundRect">
            <a:avLst/>
          </a:prstGeom>
          <a:solidFill>
            <a:schemeClr val="accent6"/>
          </a:solidFill>
          <a:ln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vert270" rtlCol="0" anchor="ctr"/>
          <a:p>
            <a:pPr algn="ctr"/>
            <a:r>
              <a:rPr lang="en-US" altLang="zh-CN" sz="800" dirty="0">
                <a:solidFill>
                  <a:sysClr val="windowText" lastClr="000000"/>
                </a:solidFill>
              </a:rPr>
              <a:t>SSR</a:t>
            </a:r>
            <a:endParaRPr lang="zh-CN" altLang="en-US" sz="800" dirty="0">
              <a:solidFill>
                <a:sysClr val="windowText" lastClr="000000"/>
              </a:solidFill>
            </a:endParaRPr>
          </a:p>
        </p:txBody>
      </p:sp>
      <p:sp>
        <p:nvSpPr>
          <p:cNvPr id="77" name="文本框 946"/>
          <p:cNvSpPr txBox="1"/>
          <p:nvPr/>
        </p:nvSpPr>
        <p:spPr>
          <a:xfrm>
            <a:off x="4514850" y="6727825"/>
            <a:ext cx="1205865" cy="39243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sz="980">
                <a:sym typeface="+mn-ea"/>
              </a:rPr>
              <a:t>Superellipsoid Sampling Region</a:t>
            </a:r>
            <a:endParaRPr lang="en-US" altLang="zh-CN" sz="980" dirty="0" err="1"/>
          </a:p>
        </p:txBody>
      </p:sp>
      <p:sp>
        <p:nvSpPr>
          <p:cNvPr id="79" name="文本框 683"/>
          <p:cNvSpPr txBox="1"/>
          <p:nvPr/>
        </p:nvSpPr>
        <p:spPr>
          <a:xfrm>
            <a:off x="449580" y="6130925"/>
            <a:ext cx="1009650" cy="39243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980" dirty="0">
                <a:sym typeface="+mn-ea"/>
              </a:rPr>
              <a:t>Find nearest forward node.</a:t>
            </a:r>
            <a:endParaRPr lang="en-US" altLang="zh-CN" sz="980" dirty="0"/>
          </a:p>
        </p:txBody>
      </p:sp>
      <p:sp>
        <p:nvSpPr>
          <p:cNvPr id="80" name="矩形: 圆角 691"/>
          <p:cNvSpPr/>
          <p:nvPr/>
        </p:nvSpPr>
        <p:spPr>
          <a:xfrm>
            <a:off x="62865" y="6171565"/>
            <a:ext cx="452120" cy="167005"/>
          </a:xfrm>
          <a:prstGeom prst="round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785" dirty="0">
                <a:solidFill>
                  <a:schemeClr val="tx1"/>
                </a:solidFill>
              </a:rPr>
              <a:t>CS</a:t>
            </a:r>
            <a:endParaRPr lang="en-US" altLang="zh-CN" sz="785" dirty="0">
              <a:solidFill>
                <a:schemeClr val="tx1"/>
              </a:solidFill>
            </a:endParaRPr>
          </a:p>
        </p:txBody>
      </p:sp>
      <p:sp>
        <p:nvSpPr>
          <p:cNvPr id="93" name="矩形: 圆角 692"/>
          <p:cNvSpPr/>
          <p:nvPr/>
        </p:nvSpPr>
        <p:spPr>
          <a:xfrm>
            <a:off x="1521460" y="6167120"/>
            <a:ext cx="417195" cy="154940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785" dirty="0">
                <a:solidFill>
                  <a:schemeClr val="tx1"/>
                </a:solidFill>
              </a:rPr>
              <a:t>GNN</a:t>
            </a:r>
            <a:endParaRPr lang="en-US" altLang="zh-CN" sz="785" dirty="0">
              <a:solidFill>
                <a:schemeClr val="tx1"/>
              </a:solidFill>
            </a:endParaRPr>
          </a:p>
        </p:txBody>
      </p:sp>
      <p:sp>
        <p:nvSpPr>
          <p:cNvPr id="98" name="文本框 693"/>
          <p:cNvSpPr txBox="1"/>
          <p:nvPr/>
        </p:nvSpPr>
        <p:spPr>
          <a:xfrm>
            <a:off x="1899920" y="6125210"/>
            <a:ext cx="908050" cy="39243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980" dirty="0" err="1"/>
              <a:t>Generate New Node</a:t>
            </a:r>
            <a:endParaRPr lang="en-US" altLang="zh-CN" sz="980" dirty="0" err="1"/>
          </a:p>
        </p:txBody>
      </p:sp>
      <p:sp>
        <p:nvSpPr>
          <p:cNvPr id="99" name="矩形: 圆角 945"/>
          <p:cNvSpPr/>
          <p:nvPr/>
        </p:nvSpPr>
        <p:spPr>
          <a:xfrm rot="5400000">
            <a:off x="2893060" y="6076315"/>
            <a:ext cx="167005" cy="337185"/>
          </a:xfrm>
          <a:prstGeom prst="roundRect">
            <a:avLst/>
          </a:prstGeom>
          <a:solidFill>
            <a:schemeClr val="accent2"/>
          </a:solidFill>
          <a:ln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vert270" rtlCol="0" anchor="ctr"/>
          <a:p>
            <a:pPr algn="ctr"/>
            <a:r>
              <a:rPr lang="en-US" altLang="zh-CN" sz="800" dirty="0">
                <a:solidFill>
                  <a:sysClr val="windowText" lastClr="000000"/>
                </a:solidFill>
              </a:rPr>
              <a:t>EFT</a:t>
            </a:r>
            <a:endParaRPr lang="zh-CN" altLang="en-US" sz="800" dirty="0">
              <a:solidFill>
                <a:sysClr val="windowText" lastClr="000000"/>
              </a:solidFill>
            </a:endParaRPr>
          </a:p>
        </p:txBody>
      </p:sp>
      <p:sp>
        <p:nvSpPr>
          <p:cNvPr id="100" name="文本框 946"/>
          <p:cNvSpPr txBox="1"/>
          <p:nvPr/>
        </p:nvSpPr>
        <p:spPr>
          <a:xfrm>
            <a:off x="3077845" y="6125210"/>
            <a:ext cx="1205865" cy="39243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980" dirty="0" err="1"/>
              <a:t>Extend Forward Tree</a:t>
            </a:r>
            <a:endParaRPr lang="en-US" altLang="zh-CN" sz="980" dirty="0" err="1"/>
          </a:p>
        </p:txBody>
      </p:sp>
      <p:sp>
        <p:nvSpPr>
          <p:cNvPr id="101" name="矩形: 圆角 945"/>
          <p:cNvSpPr/>
          <p:nvPr/>
        </p:nvSpPr>
        <p:spPr>
          <a:xfrm rot="5400000">
            <a:off x="4330065" y="6082030"/>
            <a:ext cx="167005" cy="337185"/>
          </a:xfrm>
          <a:prstGeom prst="roundRect">
            <a:avLst/>
          </a:prstGeom>
          <a:solidFill>
            <a:schemeClr val="accent6"/>
          </a:solidFill>
          <a:ln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vert270" rtlCol="0" anchor="ctr"/>
          <a:p>
            <a:pPr algn="ctr"/>
            <a:r>
              <a:rPr lang="en-US" altLang="zh-CN" sz="800" dirty="0">
                <a:solidFill>
                  <a:sysClr val="windowText" lastClr="000000"/>
                </a:solidFill>
              </a:rPr>
              <a:t>SSR</a:t>
            </a:r>
            <a:endParaRPr lang="zh-CN" altLang="en-US" sz="800" dirty="0">
              <a:solidFill>
                <a:sysClr val="windowText" lastClr="000000"/>
              </a:solidFill>
            </a:endParaRPr>
          </a:p>
        </p:txBody>
      </p:sp>
      <p:sp>
        <p:nvSpPr>
          <p:cNvPr id="102" name="文本框 946"/>
          <p:cNvSpPr txBox="1"/>
          <p:nvPr/>
        </p:nvSpPr>
        <p:spPr>
          <a:xfrm>
            <a:off x="4514850" y="6130925"/>
            <a:ext cx="1205865" cy="39243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sz="980">
                <a:sym typeface="+mn-ea"/>
              </a:rPr>
              <a:t>Superellipsoid Sampling Region</a:t>
            </a:r>
            <a:endParaRPr lang="en-US" altLang="zh-CN" sz="980" dirty="0" err="1"/>
          </a:p>
        </p:txBody>
      </p:sp>
      <p:sp>
        <p:nvSpPr>
          <p:cNvPr id="105" name="矩形: 圆角 29"/>
          <p:cNvSpPr/>
          <p:nvPr/>
        </p:nvSpPr>
        <p:spPr>
          <a:xfrm rot="5400000">
            <a:off x="2732405" y="2743200"/>
            <a:ext cx="323850" cy="850900"/>
          </a:xfrm>
          <a:prstGeom prst="roundRect">
            <a:avLst/>
          </a:prstGeom>
          <a:solidFill>
            <a:srgbClr val="ED7D3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p>
            <a:pPr algn="ctr"/>
            <a:r>
              <a:rPr lang="en-US" altLang="zh-CN" sz="1170" dirty="0">
                <a:solidFill>
                  <a:schemeClr val="tx1"/>
                </a:solidFill>
                <a:sym typeface="+mn-ea"/>
              </a:rPr>
              <a:t>Update SSR</a:t>
            </a:r>
            <a:endParaRPr lang="en-US" altLang="zh-CN" sz="1170" dirty="0">
              <a:solidFill>
                <a:schemeClr val="tx1"/>
              </a:solidFill>
            </a:endParaRPr>
          </a:p>
        </p:txBody>
      </p:sp>
      <p:sp>
        <p:nvSpPr>
          <p:cNvPr id="107" name="矩形: 圆角 29"/>
          <p:cNvSpPr/>
          <p:nvPr/>
        </p:nvSpPr>
        <p:spPr>
          <a:xfrm rot="5400000">
            <a:off x="4667250" y="1702435"/>
            <a:ext cx="407670" cy="1019175"/>
          </a:xfrm>
          <a:prstGeom prst="roundRect">
            <a:avLst/>
          </a:prstGeom>
          <a:solidFill>
            <a:srgbClr val="D0CECE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p>
            <a:pPr algn="ctr"/>
            <a:r>
              <a:rPr lang="en-US" altLang="zh-CN" sz="1170" dirty="0">
                <a:solidFill>
                  <a:schemeClr val="tx1"/>
                </a:solidFill>
              </a:rPr>
              <a:t>return false</a:t>
            </a:r>
            <a:endParaRPr lang="en-US" altLang="zh-CN" sz="1170" dirty="0">
              <a:solidFill>
                <a:schemeClr val="tx1"/>
              </a:solidFill>
            </a:endParaRPr>
          </a:p>
        </p:txBody>
      </p:sp>
      <p:sp>
        <p:nvSpPr>
          <p:cNvPr id="121" name="Diamond 120"/>
          <p:cNvSpPr/>
          <p:nvPr/>
        </p:nvSpPr>
        <p:spPr>
          <a:xfrm>
            <a:off x="2195830" y="4344035"/>
            <a:ext cx="1402080" cy="650240"/>
          </a:xfrm>
          <a:prstGeom prst="diamond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000" dirty="0">
                <a:solidFill>
                  <a:schemeClr val="tx1"/>
                </a:solidFill>
              </a:rPr>
              <a:t>Collision?</a:t>
            </a:r>
            <a:endParaRPr lang="en-US" altLang="zh-CN" sz="1000" dirty="0">
              <a:solidFill>
                <a:schemeClr val="tx1"/>
              </a:solidFill>
            </a:endParaRPr>
          </a:p>
        </p:txBody>
      </p:sp>
      <p:sp>
        <p:nvSpPr>
          <p:cNvPr id="3" name="Diamond 120"/>
          <p:cNvSpPr/>
          <p:nvPr/>
        </p:nvSpPr>
        <p:spPr>
          <a:xfrm>
            <a:off x="3947160" y="3230880"/>
            <a:ext cx="1849120" cy="650240"/>
          </a:xfrm>
          <a:prstGeom prst="diamond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000" dirty="0">
                <a:solidFill>
                  <a:schemeClr val="tx1"/>
                </a:solidFill>
              </a:rPr>
              <a:t>CheckConnect</a:t>
            </a:r>
            <a:r>
              <a:rPr lang="zh-CN" altLang="en-US" sz="1000" dirty="0">
                <a:solidFill>
                  <a:schemeClr val="tx1"/>
                </a:solidFill>
              </a:rPr>
              <a:t>？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cxnSp>
        <p:nvCxnSpPr>
          <p:cNvPr id="7" name="直接箭头连接符 6"/>
          <p:cNvCxnSpPr>
            <a:stCxn id="121" idx="3"/>
          </p:cNvCxnSpPr>
          <p:nvPr/>
        </p:nvCxnSpPr>
        <p:spPr>
          <a:xfrm flipV="1">
            <a:off x="3597910" y="2765425"/>
            <a:ext cx="12065" cy="190373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文本框 21"/>
          <p:cNvSpPr txBox="1"/>
          <p:nvPr/>
        </p:nvSpPr>
        <p:spPr>
          <a:xfrm>
            <a:off x="4908550" y="4072890"/>
            <a:ext cx="564515" cy="24193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980" dirty="0" err="1"/>
              <a:t>Yes</a:t>
            </a:r>
            <a:endParaRPr lang="en-US" altLang="zh-CN" sz="980" dirty="0" err="1"/>
          </a:p>
        </p:txBody>
      </p:sp>
      <p:sp>
        <p:nvSpPr>
          <p:cNvPr id="23" name="流程图: 或者 22"/>
          <p:cNvSpPr/>
          <p:nvPr/>
        </p:nvSpPr>
        <p:spPr>
          <a:xfrm rot="5400000">
            <a:off x="5747385" y="5716270"/>
            <a:ext cx="156210" cy="178435"/>
          </a:xfrm>
          <a:prstGeom prst="flowChartOr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1760"/>
          </a:p>
        </p:txBody>
      </p:sp>
      <p:sp>
        <p:nvSpPr>
          <p:cNvPr id="24" name="矩形 23"/>
          <p:cNvSpPr/>
          <p:nvPr/>
        </p:nvSpPr>
        <p:spPr>
          <a:xfrm flipH="1">
            <a:off x="8228965" y="9918700"/>
            <a:ext cx="423545" cy="200025"/>
          </a:xfrm>
          <a:prstGeom prst="rect">
            <a:avLst/>
          </a:prstGeom>
          <a:solidFill>
            <a:srgbClr val="EDD88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170" dirty="0">
                <a:solidFill>
                  <a:schemeClr val="tx1"/>
                </a:solidFill>
              </a:rPr>
              <a:t>Yes</a:t>
            </a:r>
            <a:endParaRPr lang="en-US" altLang="zh-CN" sz="1170" dirty="0">
              <a:solidFill>
                <a:schemeClr val="tx1"/>
              </a:solidFill>
            </a:endParaRPr>
          </a:p>
        </p:txBody>
      </p:sp>
      <p:sp>
        <p:nvSpPr>
          <p:cNvPr id="25" name="矩形: 圆角 29"/>
          <p:cNvSpPr/>
          <p:nvPr/>
        </p:nvSpPr>
        <p:spPr>
          <a:xfrm rot="5400000">
            <a:off x="8312785" y="10527665"/>
            <a:ext cx="253365" cy="1019175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p>
            <a:pPr algn="ctr"/>
            <a:r>
              <a:rPr lang="en-US" altLang="zh-CN" sz="1170" dirty="0">
                <a:solidFill>
                  <a:schemeClr val="tx1"/>
                </a:solidFill>
                <a:sym typeface="+mn-ea"/>
              </a:rPr>
              <a:t>PIDController</a:t>
            </a:r>
            <a:endParaRPr lang="en-US" altLang="zh-CN" sz="1170" dirty="0">
              <a:solidFill>
                <a:schemeClr val="tx1"/>
              </a:solidFill>
            </a:endParaRPr>
          </a:p>
        </p:txBody>
      </p:sp>
      <p:sp>
        <p:nvSpPr>
          <p:cNvPr id="26" name="矩形: 圆角 31"/>
          <p:cNvSpPr/>
          <p:nvPr/>
        </p:nvSpPr>
        <p:spPr>
          <a:xfrm rot="5400000">
            <a:off x="8315960" y="10064750"/>
            <a:ext cx="252730" cy="911225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p>
            <a:pPr algn="ctr"/>
            <a:r>
              <a:rPr lang="en-US" altLang="zh-CN" sz="1170" dirty="0">
                <a:solidFill>
                  <a:schemeClr val="tx1"/>
                </a:solidFill>
              </a:rPr>
              <a:t>update_X</a:t>
            </a:r>
            <a:r>
              <a:rPr lang="en-US" altLang="zh-CN" sz="1170" baseline="-25000" dirty="0">
                <a:solidFill>
                  <a:schemeClr val="tx1"/>
                </a:solidFill>
              </a:rPr>
              <a:t>mid</a:t>
            </a:r>
            <a:endParaRPr lang="en-US" altLang="zh-CN" sz="1170" baseline="-25000" dirty="0">
              <a:solidFill>
                <a:schemeClr val="tx1"/>
              </a:solidFill>
            </a:endParaRPr>
          </a:p>
        </p:txBody>
      </p:sp>
      <p:sp>
        <p:nvSpPr>
          <p:cNvPr id="34" name="Diamond 5"/>
          <p:cNvSpPr/>
          <p:nvPr/>
        </p:nvSpPr>
        <p:spPr>
          <a:xfrm>
            <a:off x="8733155" y="9018905"/>
            <a:ext cx="1329690" cy="797560"/>
          </a:xfrm>
          <a:prstGeom prst="diamond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000" dirty="0">
                <a:solidFill>
                  <a:schemeClr val="tx1"/>
                </a:solidFill>
              </a:rPr>
              <a:t>Iter % N == 0?</a:t>
            </a:r>
            <a:endParaRPr lang="en-US" altLang="zh-CN" sz="1000" dirty="0">
              <a:solidFill>
                <a:schemeClr val="tx1"/>
              </a:solidFill>
            </a:endParaRPr>
          </a:p>
        </p:txBody>
      </p:sp>
      <p:sp>
        <p:nvSpPr>
          <p:cNvPr id="37" name="矩形 9"/>
          <p:cNvSpPr/>
          <p:nvPr/>
        </p:nvSpPr>
        <p:spPr>
          <a:xfrm flipH="1">
            <a:off x="10207625" y="9900920"/>
            <a:ext cx="423545" cy="200025"/>
          </a:xfrm>
          <a:prstGeom prst="rect">
            <a:avLst/>
          </a:prstGeom>
          <a:solidFill>
            <a:srgbClr val="EDD88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170" dirty="0">
                <a:solidFill>
                  <a:schemeClr val="tx1"/>
                </a:solidFill>
              </a:rPr>
              <a:t>No</a:t>
            </a:r>
            <a:endParaRPr lang="en-US" altLang="zh-CN" sz="1170" dirty="0">
              <a:solidFill>
                <a:schemeClr val="tx1"/>
              </a:solidFill>
            </a:endParaRPr>
          </a:p>
        </p:txBody>
      </p:sp>
      <p:cxnSp>
        <p:nvCxnSpPr>
          <p:cNvPr id="43" name="直接箭头连接符 51"/>
          <p:cNvCxnSpPr>
            <a:stCxn id="24" idx="2"/>
          </p:cNvCxnSpPr>
          <p:nvPr/>
        </p:nvCxnSpPr>
        <p:spPr>
          <a:xfrm>
            <a:off x="8440420" y="10118725"/>
            <a:ext cx="0" cy="27559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箭头连接符 51"/>
          <p:cNvCxnSpPr/>
          <p:nvPr/>
        </p:nvCxnSpPr>
        <p:spPr>
          <a:xfrm>
            <a:off x="10419715" y="10101580"/>
            <a:ext cx="0" cy="26606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连接符: 肘形 139"/>
          <p:cNvCxnSpPr>
            <a:stCxn id="34" idx="3"/>
            <a:endCxn id="37" idx="0"/>
          </p:cNvCxnSpPr>
          <p:nvPr/>
        </p:nvCxnSpPr>
        <p:spPr>
          <a:xfrm>
            <a:off x="10062845" y="9417685"/>
            <a:ext cx="356235" cy="483235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连接符: 肘形 139"/>
          <p:cNvCxnSpPr>
            <a:endCxn id="69" idx="1"/>
          </p:cNvCxnSpPr>
          <p:nvPr/>
        </p:nvCxnSpPr>
        <p:spPr>
          <a:xfrm rot="5400000" flipV="1">
            <a:off x="8347075" y="12238990"/>
            <a:ext cx="549910" cy="366395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直接箭头连接符 33"/>
          <p:cNvCxnSpPr>
            <a:stCxn id="26" idx="3"/>
            <a:endCxn id="25" idx="1"/>
          </p:cNvCxnSpPr>
          <p:nvPr/>
        </p:nvCxnSpPr>
        <p:spPr>
          <a:xfrm flipH="1">
            <a:off x="8439150" y="10647045"/>
            <a:ext cx="3175" cy="26352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连接符: 肘形 36"/>
          <p:cNvCxnSpPr>
            <a:stCxn id="34" idx="1"/>
            <a:endCxn id="24" idx="0"/>
          </p:cNvCxnSpPr>
          <p:nvPr/>
        </p:nvCxnSpPr>
        <p:spPr>
          <a:xfrm rot="10800000" flipV="1">
            <a:off x="8440420" y="9417685"/>
            <a:ext cx="292735" cy="501015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直接箭头连接符 33"/>
          <p:cNvCxnSpPr>
            <a:stCxn id="25" idx="3"/>
            <a:endCxn id="62" idx="1"/>
          </p:cNvCxnSpPr>
          <p:nvPr/>
        </p:nvCxnSpPr>
        <p:spPr>
          <a:xfrm>
            <a:off x="8439150" y="11163935"/>
            <a:ext cx="3175" cy="22860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直接箭头连接符 33"/>
          <p:cNvCxnSpPr>
            <a:stCxn id="62" idx="3"/>
            <a:endCxn id="60" idx="1"/>
          </p:cNvCxnSpPr>
          <p:nvPr/>
        </p:nvCxnSpPr>
        <p:spPr>
          <a:xfrm flipH="1">
            <a:off x="8439150" y="11716385"/>
            <a:ext cx="3175" cy="29718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矩形: 圆角 29"/>
          <p:cNvSpPr/>
          <p:nvPr/>
        </p:nvSpPr>
        <p:spPr>
          <a:xfrm rot="5400000">
            <a:off x="8235315" y="11707495"/>
            <a:ext cx="407670" cy="1019175"/>
          </a:xfrm>
          <a:prstGeom prst="roundRect">
            <a:avLst/>
          </a:prstGeom>
          <a:solidFill>
            <a:srgbClr val="D0CECE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p>
            <a:pPr algn="ctr"/>
            <a:r>
              <a:rPr lang="en-US" altLang="zh-CN" sz="1170" dirty="0">
                <a:solidFill>
                  <a:schemeClr val="tx1"/>
                </a:solidFill>
              </a:rPr>
              <a:t>Bi-SSR-Sampling</a:t>
            </a:r>
            <a:endParaRPr lang="en-US" altLang="zh-CN" sz="1170" dirty="0">
              <a:solidFill>
                <a:schemeClr val="tx1"/>
              </a:solidFill>
            </a:endParaRPr>
          </a:p>
        </p:txBody>
      </p:sp>
      <p:sp>
        <p:nvSpPr>
          <p:cNvPr id="61" name="矩形: 圆角 29"/>
          <p:cNvSpPr/>
          <p:nvPr/>
        </p:nvSpPr>
        <p:spPr>
          <a:xfrm rot="5400000">
            <a:off x="10292715" y="10815320"/>
            <a:ext cx="253365" cy="66548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p>
            <a:pPr algn="ctr"/>
            <a:r>
              <a:rPr lang="en-US" altLang="zh-CN" sz="1170" dirty="0">
                <a:solidFill>
                  <a:schemeClr val="tx1"/>
                </a:solidFill>
                <a:sym typeface="+mn-ea"/>
              </a:rPr>
              <a:t>FNFN</a:t>
            </a:r>
            <a:endParaRPr lang="en-US" altLang="zh-CN" sz="1170" dirty="0">
              <a:solidFill>
                <a:schemeClr val="tx1"/>
              </a:solidFill>
            </a:endParaRPr>
          </a:p>
        </p:txBody>
      </p:sp>
      <p:sp>
        <p:nvSpPr>
          <p:cNvPr id="62" name="矩形: 圆角 29"/>
          <p:cNvSpPr/>
          <p:nvPr/>
        </p:nvSpPr>
        <p:spPr>
          <a:xfrm rot="5400000">
            <a:off x="8280400" y="11129010"/>
            <a:ext cx="323850" cy="850900"/>
          </a:xfrm>
          <a:prstGeom prst="roundRect">
            <a:avLst/>
          </a:prstGeom>
          <a:solidFill>
            <a:srgbClr val="ED7D3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p>
            <a:pPr algn="ctr"/>
            <a:r>
              <a:rPr lang="en-US" altLang="zh-CN" sz="1170" dirty="0">
                <a:solidFill>
                  <a:schemeClr val="tx1"/>
                </a:solidFill>
                <a:sym typeface="+mn-ea"/>
              </a:rPr>
              <a:t>Update SSR</a:t>
            </a:r>
            <a:endParaRPr lang="en-US" altLang="zh-CN" sz="1170" dirty="0">
              <a:solidFill>
                <a:schemeClr val="tx1"/>
              </a:solidFill>
            </a:endParaRPr>
          </a:p>
        </p:txBody>
      </p:sp>
      <p:sp>
        <p:nvSpPr>
          <p:cNvPr id="64" name="矩形: 圆角 29"/>
          <p:cNvSpPr/>
          <p:nvPr/>
        </p:nvSpPr>
        <p:spPr>
          <a:xfrm rot="5400000">
            <a:off x="10215245" y="10061575"/>
            <a:ext cx="407670" cy="1019175"/>
          </a:xfrm>
          <a:prstGeom prst="roundRect">
            <a:avLst/>
          </a:prstGeom>
          <a:solidFill>
            <a:srgbClr val="D0CECE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p>
            <a:pPr algn="ctr"/>
            <a:r>
              <a:rPr lang="en-US" altLang="zh-CN" sz="1170" dirty="0">
                <a:solidFill>
                  <a:schemeClr val="tx1"/>
                </a:solidFill>
              </a:rPr>
              <a:t>Bi-SSR-Sampling</a:t>
            </a:r>
            <a:endParaRPr lang="en-US" altLang="zh-CN" sz="1170" dirty="0">
              <a:solidFill>
                <a:schemeClr val="tx1"/>
              </a:solidFill>
            </a:endParaRPr>
          </a:p>
        </p:txBody>
      </p:sp>
      <p:cxnSp>
        <p:nvCxnSpPr>
          <p:cNvPr id="65" name="直接箭头连接符 33"/>
          <p:cNvCxnSpPr/>
          <p:nvPr/>
        </p:nvCxnSpPr>
        <p:spPr>
          <a:xfrm>
            <a:off x="10427970" y="10775315"/>
            <a:ext cx="2540" cy="25082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矩形: 圆角 30"/>
          <p:cNvSpPr/>
          <p:nvPr/>
        </p:nvSpPr>
        <p:spPr>
          <a:xfrm rot="5400000">
            <a:off x="10292080" y="11400790"/>
            <a:ext cx="253365" cy="509270"/>
          </a:xfrm>
          <a:prstGeom prst="roundRect">
            <a:avLst/>
          </a:prstGeom>
          <a:solidFill>
            <a:srgbClr val="C5E0B4"/>
          </a:solidFill>
          <a:ln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vert270" rtlCol="0" anchor="ctr"/>
          <a:p>
            <a:pPr algn="ctr"/>
            <a:r>
              <a:rPr lang="en-US" altLang="zh-CN" sz="1170" dirty="0">
                <a:solidFill>
                  <a:sysClr val="windowText" lastClr="000000"/>
                </a:solidFill>
              </a:rPr>
              <a:t>GNN</a:t>
            </a:r>
            <a:endParaRPr lang="zh-CN" altLang="en-US" sz="1170" dirty="0">
              <a:solidFill>
                <a:sysClr val="windowText" lastClr="000000"/>
              </a:solidFill>
            </a:endParaRPr>
          </a:p>
        </p:txBody>
      </p:sp>
      <p:cxnSp>
        <p:nvCxnSpPr>
          <p:cNvPr id="67" name="直接箭头连接符 33"/>
          <p:cNvCxnSpPr>
            <a:stCxn id="61" idx="3"/>
            <a:endCxn id="66" idx="1"/>
          </p:cNvCxnSpPr>
          <p:nvPr/>
        </p:nvCxnSpPr>
        <p:spPr>
          <a:xfrm flipH="1">
            <a:off x="10419080" y="11275060"/>
            <a:ext cx="635" cy="25400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Diamond 120"/>
          <p:cNvSpPr/>
          <p:nvPr/>
        </p:nvSpPr>
        <p:spPr>
          <a:xfrm>
            <a:off x="8805545" y="12372340"/>
            <a:ext cx="1402080" cy="650240"/>
          </a:xfrm>
          <a:prstGeom prst="diamond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000" dirty="0">
                <a:solidFill>
                  <a:schemeClr val="tx1"/>
                </a:solidFill>
              </a:rPr>
              <a:t>Collision?</a:t>
            </a:r>
            <a:endParaRPr lang="en-US" altLang="zh-CN" sz="1000" dirty="0">
              <a:solidFill>
                <a:schemeClr val="tx1"/>
              </a:solidFill>
            </a:endParaRPr>
          </a:p>
        </p:txBody>
      </p:sp>
      <p:cxnSp>
        <p:nvCxnSpPr>
          <p:cNvPr id="73" name="连接符: 肘形 36"/>
          <p:cNvCxnSpPr>
            <a:endCxn id="69" idx="0"/>
          </p:cNvCxnSpPr>
          <p:nvPr/>
        </p:nvCxnSpPr>
        <p:spPr>
          <a:xfrm rot="10800000" flipV="1">
            <a:off x="9506585" y="12099290"/>
            <a:ext cx="920750" cy="273050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Diamond 120"/>
          <p:cNvSpPr/>
          <p:nvPr/>
        </p:nvSpPr>
        <p:spPr>
          <a:xfrm>
            <a:off x="8805545" y="13234670"/>
            <a:ext cx="1402080" cy="650240"/>
          </a:xfrm>
          <a:prstGeom prst="diamond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000" dirty="0">
                <a:solidFill>
                  <a:schemeClr val="tx1"/>
                </a:solidFill>
              </a:rPr>
              <a:t>T</a:t>
            </a:r>
            <a:r>
              <a:rPr lang="en-US" altLang="zh-CN" sz="1000" dirty="0">
                <a:solidFill>
                  <a:schemeClr val="tx1"/>
                </a:solidFill>
              </a:rPr>
              <a:t>reeA/B</a:t>
            </a:r>
            <a:endParaRPr lang="en-US" altLang="zh-CN" sz="1000" dirty="0">
              <a:solidFill>
                <a:schemeClr val="tx1"/>
              </a:solidFill>
            </a:endParaRPr>
          </a:p>
          <a:p>
            <a:pPr algn="ctr"/>
            <a:r>
              <a:rPr lang="en-US" altLang="zh-CN" sz="1000" dirty="0">
                <a:solidFill>
                  <a:schemeClr val="tx1"/>
                </a:solidFill>
              </a:rPr>
              <a:t>Connect?</a:t>
            </a:r>
            <a:endParaRPr lang="en-US" altLang="zh-CN" sz="1000" dirty="0">
              <a:solidFill>
                <a:schemeClr val="tx1"/>
              </a:solidFill>
            </a:endParaRPr>
          </a:p>
        </p:txBody>
      </p:sp>
      <p:cxnSp>
        <p:nvCxnSpPr>
          <p:cNvPr id="75" name="直接连接符 74"/>
          <p:cNvCxnSpPr>
            <a:stCxn id="66" idx="3"/>
          </p:cNvCxnSpPr>
          <p:nvPr/>
        </p:nvCxnSpPr>
        <p:spPr>
          <a:xfrm>
            <a:off x="10419080" y="11782425"/>
            <a:ext cx="1270" cy="31559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78" name="直接箭头连接符 77"/>
          <p:cNvCxnSpPr>
            <a:endCxn id="74" idx="0"/>
          </p:cNvCxnSpPr>
          <p:nvPr/>
        </p:nvCxnSpPr>
        <p:spPr>
          <a:xfrm>
            <a:off x="9505950" y="13022580"/>
            <a:ext cx="635" cy="21209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文本框 87"/>
          <p:cNvSpPr txBox="1"/>
          <p:nvPr/>
        </p:nvSpPr>
        <p:spPr>
          <a:xfrm>
            <a:off x="9565005" y="13022580"/>
            <a:ext cx="564515" cy="24193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980" dirty="0" err="1"/>
              <a:t>No</a:t>
            </a:r>
            <a:endParaRPr lang="en-US" altLang="zh-CN" sz="980" dirty="0" err="1"/>
          </a:p>
        </p:txBody>
      </p:sp>
      <p:cxnSp>
        <p:nvCxnSpPr>
          <p:cNvPr id="94" name="连接符: 肘形 36"/>
          <p:cNvCxnSpPr>
            <a:stCxn id="121" idx="1"/>
            <a:endCxn id="6" idx="0"/>
          </p:cNvCxnSpPr>
          <p:nvPr/>
        </p:nvCxnSpPr>
        <p:spPr>
          <a:xfrm rot="10800000" flipH="1">
            <a:off x="2195195" y="935355"/>
            <a:ext cx="1654175" cy="3733800"/>
          </a:xfrm>
          <a:prstGeom prst="bentConnector4">
            <a:avLst>
              <a:gd name="adj1" fmla="val -14395"/>
              <a:gd name="adj2" fmla="val 106378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连接符: 肘形 36"/>
          <p:cNvCxnSpPr>
            <a:endCxn id="3" idx="0"/>
          </p:cNvCxnSpPr>
          <p:nvPr/>
        </p:nvCxnSpPr>
        <p:spPr>
          <a:xfrm>
            <a:off x="3596640" y="2779395"/>
            <a:ext cx="1275080" cy="451485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直接箭头连接符 103"/>
          <p:cNvCxnSpPr>
            <a:stCxn id="3" idx="2"/>
            <a:endCxn id="13" idx="1"/>
          </p:cNvCxnSpPr>
          <p:nvPr/>
        </p:nvCxnSpPr>
        <p:spPr>
          <a:xfrm flipH="1">
            <a:off x="4871085" y="3881120"/>
            <a:ext cx="635" cy="55435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连接符: 肘形 139"/>
          <p:cNvCxnSpPr>
            <a:stCxn id="3" idx="3"/>
            <a:endCxn id="6" idx="0"/>
          </p:cNvCxnSpPr>
          <p:nvPr/>
        </p:nvCxnSpPr>
        <p:spPr>
          <a:xfrm flipH="1" flipV="1">
            <a:off x="3850005" y="935355"/>
            <a:ext cx="1946275" cy="2620645"/>
          </a:xfrm>
          <a:prstGeom prst="bentConnector4">
            <a:avLst>
              <a:gd name="adj1" fmla="val -12235"/>
              <a:gd name="adj2" fmla="val 109087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矩形 107"/>
          <p:cNvSpPr/>
          <p:nvPr/>
        </p:nvSpPr>
        <p:spPr>
          <a:xfrm flipH="1">
            <a:off x="769620" y="10024110"/>
            <a:ext cx="423545" cy="200025"/>
          </a:xfrm>
          <a:prstGeom prst="rect">
            <a:avLst/>
          </a:prstGeom>
          <a:solidFill>
            <a:srgbClr val="EDD88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170" dirty="0">
                <a:solidFill>
                  <a:schemeClr val="tx1"/>
                </a:solidFill>
              </a:rPr>
              <a:t>Yes</a:t>
            </a:r>
            <a:endParaRPr lang="en-US" altLang="zh-CN" sz="1170" dirty="0">
              <a:solidFill>
                <a:schemeClr val="tx1"/>
              </a:solidFill>
            </a:endParaRPr>
          </a:p>
        </p:txBody>
      </p:sp>
      <p:sp>
        <p:nvSpPr>
          <p:cNvPr id="109" name="矩形: 圆角 29"/>
          <p:cNvSpPr/>
          <p:nvPr/>
        </p:nvSpPr>
        <p:spPr>
          <a:xfrm rot="5400000">
            <a:off x="853440" y="10633075"/>
            <a:ext cx="253365" cy="1019175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p>
            <a:pPr algn="ctr"/>
            <a:r>
              <a:rPr lang="en-US" altLang="zh-CN" sz="1170" dirty="0">
                <a:solidFill>
                  <a:schemeClr val="tx1"/>
                </a:solidFill>
                <a:sym typeface="+mn-ea"/>
              </a:rPr>
              <a:t>PIDController</a:t>
            </a:r>
            <a:endParaRPr lang="en-US" altLang="zh-CN" sz="1170" dirty="0">
              <a:solidFill>
                <a:schemeClr val="tx1"/>
              </a:solidFill>
            </a:endParaRPr>
          </a:p>
        </p:txBody>
      </p:sp>
      <p:sp>
        <p:nvSpPr>
          <p:cNvPr id="110" name="矩形: 圆角 30"/>
          <p:cNvSpPr/>
          <p:nvPr/>
        </p:nvSpPr>
        <p:spPr>
          <a:xfrm rot="5400000">
            <a:off x="2833370" y="12566650"/>
            <a:ext cx="253365" cy="973455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vert270" rtlCol="0" anchor="ctr"/>
          <a:p>
            <a:pPr algn="ctr"/>
            <a:r>
              <a:rPr lang="en-US" altLang="zh-CN" sz="1170" dirty="0">
                <a:solidFill>
                  <a:sysClr val="windowText" lastClr="000000"/>
                </a:solidFill>
              </a:rPr>
              <a:t>PathFound</a:t>
            </a:r>
            <a:endParaRPr lang="en-US" altLang="zh-CN" sz="1170" dirty="0">
              <a:solidFill>
                <a:sysClr val="windowText" lastClr="000000"/>
              </a:solidFill>
            </a:endParaRPr>
          </a:p>
        </p:txBody>
      </p:sp>
      <p:sp>
        <p:nvSpPr>
          <p:cNvPr id="111" name="矩形: 圆角 31"/>
          <p:cNvSpPr/>
          <p:nvPr/>
        </p:nvSpPr>
        <p:spPr>
          <a:xfrm rot="5400000">
            <a:off x="856615" y="10170160"/>
            <a:ext cx="252730" cy="911225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p>
            <a:pPr algn="ctr"/>
            <a:r>
              <a:rPr lang="en-US" altLang="zh-CN" sz="1170" dirty="0">
                <a:solidFill>
                  <a:schemeClr val="tx1"/>
                </a:solidFill>
              </a:rPr>
              <a:t>UpdateMeet</a:t>
            </a:r>
            <a:endParaRPr lang="en-US" altLang="zh-CN" sz="1170" dirty="0">
              <a:solidFill>
                <a:schemeClr val="tx1"/>
              </a:solidFill>
            </a:endParaRPr>
          </a:p>
        </p:txBody>
      </p:sp>
      <p:cxnSp>
        <p:nvCxnSpPr>
          <p:cNvPr id="112" name="直接箭头连接符 111"/>
          <p:cNvCxnSpPr>
            <a:endCxn id="130" idx="0"/>
          </p:cNvCxnSpPr>
          <p:nvPr/>
        </p:nvCxnSpPr>
        <p:spPr>
          <a:xfrm flipH="1">
            <a:off x="985520" y="12512040"/>
            <a:ext cx="6350" cy="32321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Diamond 5"/>
          <p:cNvSpPr/>
          <p:nvPr/>
        </p:nvSpPr>
        <p:spPr>
          <a:xfrm>
            <a:off x="1273810" y="9426575"/>
            <a:ext cx="1329690" cy="797560"/>
          </a:xfrm>
          <a:prstGeom prst="diamond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000" dirty="0">
                <a:solidFill>
                  <a:schemeClr val="tx1"/>
                </a:solidFill>
              </a:rPr>
              <a:t>Iter % N == 0?</a:t>
            </a:r>
            <a:endParaRPr lang="en-US" altLang="zh-CN" sz="1000" dirty="0">
              <a:solidFill>
                <a:schemeClr val="tx1"/>
              </a:solidFill>
            </a:endParaRPr>
          </a:p>
        </p:txBody>
      </p:sp>
      <p:sp>
        <p:nvSpPr>
          <p:cNvPr id="115" name="矩形 9"/>
          <p:cNvSpPr/>
          <p:nvPr/>
        </p:nvSpPr>
        <p:spPr>
          <a:xfrm flipH="1">
            <a:off x="2748280" y="10024110"/>
            <a:ext cx="423545" cy="200025"/>
          </a:xfrm>
          <a:prstGeom prst="rect">
            <a:avLst/>
          </a:prstGeom>
          <a:solidFill>
            <a:srgbClr val="EDD88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170" dirty="0">
                <a:solidFill>
                  <a:schemeClr val="tx1"/>
                </a:solidFill>
              </a:rPr>
              <a:t>No</a:t>
            </a:r>
            <a:endParaRPr lang="en-US" altLang="zh-CN" sz="1170" dirty="0">
              <a:solidFill>
                <a:schemeClr val="tx1"/>
              </a:solidFill>
            </a:endParaRPr>
          </a:p>
        </p:txBody>
      </p:sp>
      <p:cxnSp>
        <p:nvCxnSpPr>
          <p:cNvPr id="116" name="直接箭头连接符 51"/>
          <p:cNvCxnSpPr>
            <a:stCxn id="108" idx="2"/>
          </p:cNvCxnSpPr>
          <p:nvPr/>
        </p:nvCxnSpPr>
        <p:spPr>
          <a:xfrm>
            <a:off x="981075" y="10224135"/>
            <a:ext cx="0" cy="27559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直接箭头连接符 51"/>
          <p:cNvCxnSpPr/>
          <p:nvPr/>
        </p:nvCxnSpPr>
        <p:spPr>
          <a:xfrm>
            <a:off x="2960370" y="10233660"/>
            <a:ext cx="0" cy="26606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连接符: 肘形 139"/>
          <p:cNvCxnSpPr>
            <a:stCxn id="113" idx="3"/>
            <a:endCxn id="115" idx="0"/>
          </p:cNvCxnSpPr>
          <p:nvPr/>
        </p:nvCxnSpPr>
        <p:spPr>
          <a:xfrm>
            <a:off x="2603500" y="9825355"/>
            <a:ext cx="356235" cy="198755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直接箭头连接符 33"/>
          <p:cNvCxnSpPr>
            <a:stCxn id="111" idx="3"/>
            <a:endCxn id="109" idx="1"/>
          </p:cNvCxnSpPr>
          <p:nvPr/>
        </p:nvCxnSpPr>
        <p:spPr>
          <a:xfrm flipH="1">
            <a:off x="979805" y="10752455"/>
            <a:ext cx="3175" cy="26352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连接符: 肘形 36"/>
          <p:cNvCxnSpPr>
            <a:stCxn id="113" idx="1"/>
            <a:endCxn id="108" idx="0"/>
          </p:cNvCxnSpPr>
          <p:nvPr/>
        </p:nvCxnSpPr>
        <p:spPr>
          <a:xfrm rot="10800000" flipV="1">
            <a:off x="981075" y="9825355"/>
            <a:ext cx="292735" cy="198755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直接箭头连接符 33"/>
          <p:cNvCxnSpPr>
            <a:stCxn id="109" idx="3"/>
            <a:endCxn id="128" idx="1"/>
          </p:cNvCxnSpPr>
          <p:nvPr/>
        </p:nvCxnSpPr>
        <p:spPr>
          <a:xfrm>
            <a:off x="979805" y="11269345"/>
            <a:ext cx="3175" cy="22860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直接箭头连接符 33"/>
          <p:cNvCxnSpPr>
            <a:stCxn id="128" idx="3"/>
            <a:endCxn id="127" idx="1"/>
          </p:cNvCxnSpPr>
          <p:nvPr/>
        </p:nvCxnSpPr>
        <p:spPr>
          <a:xfrm>
            <a:off x="982980" y="11821795"/>
            <a:ext cx="8890" cy="29718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7" name="矩形: 圆角 29"/>
          <p:cNvSpPr/>
          <p:nvPr/>
        </p:nvSpPr>
        <p:spPr>
          <a:xfrm rot="5400000">
            <a:off x="788035" y="11774170"/>
            <a:ext cx="407670" cy="1097280"/>
          </a:xfrm>
          <a:prstGeom prst="roundRect">
            <a:avLst/>
          </a:prstGeom>
          <a:solidFill>
            <a:srgbClr val="D0CECE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p>
            <a:pPr algn="ctr"/>
            <a:r>
              <a:rPr lang="en-US" altLang="zh-CN" sz="1170" dirty="0">
                <a:solidFill>
                  <a:schemeClr val="tx1"/>
                </a:solidFill>
              </a:rPr>
              <a:t>ValidateSample</a:t>
            </a:r>
            <a:endParaRPr lang="en-US" altLang="zh-CN" sz="1170" dirty="0">
              <a:solidFill>
                <a:schemeClr val="tx1"/>
              </a:solidFill>
            </a:endParaRPr>
          </a:p>
        </p:txBody>
      </p:sp>
      <p:sp>
        <p:nvSpPr>
          <p:cNvPr id="128" name="矩形: 圆角 29"/>
          <p:cNvSpPr/>
          <p:nvPr/>
        </p:nvSpPr>
        <p:spPr>
          <a:xfrm rot="5400000">
            <a:off x="821055" y="11234420"/>
            <a:ext cx="323850" cy="850900"/>
          </a:xfrm>
          <a:prstGeom prst="roundRect">
            <a:avLst/>
          </a:prstGeom>
          <a:solidFill>
            <a:srgbClr val="ED7D3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p>
            <a:pPr algn="ctr"/>
            <a:r>
              <a:rPr lang="en-US" altLang="zh-CN" sz="1170" dirty="0">
                <a:solidFill>
                  <a:schemeClr val="tx1"/>
                </a:solidFill>
                <a:sym typeface="+mn-ea"/>
              </a:rPr>
              <a:t>Update SSR</a:t>
            </a:r>
            <a:endParaRPr lang="en-US" altLang="zh-CN" sz="1170" dirty="0">
              <a:solidFill>
                <a:schemeClr val="tx1"/>
              </a:solidFill>
            </a:endParaRPr>
          </a:p>
        </p:txBody>
      </p:sp>
      <p:sp>
        <p:nvSpPr>
          <p:cNvPr id="129" name="矩形: 圆角 29"/>
          <p:cNvSpPr/>
          <p:nvPr/>
        </p:nvSpPr>
        <p:spPr>
          <a:xfrm rot="5400000">
            <a:off x="2755900" y="10193655"/>
            <a:ext cx="407670" cy="1019175"/>
          </a:xfrm>
          <a:prstGeom prst="roundRect">
            <a:avLst/>
          </a:prstGeom>
          <a:solidFill>
            <a:srgbClr val="D0CECE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p>
            <a:pPr algn="ctr"/>
            <a:r>
              <a:rPr lang="en-US" altLang="zh-CN" sz="1170" dirty="0">
                <a:solidFill>
                  <a:schemeClr val="tx1"/>
                </a:solidFill>
              </a:rPr>
              <a:t>return false</a:t>
            </a:r>
            <a:endParaRPr lang="en-US" altLang="zh-CN" sz="1170" dirty="0">
              <a:solidFill>
                <a:schemeClr val="tx1"/>
              </a:solidFill>
            </a:endParaRPr>
          </a:p>
        </p:txBody>
      </p:sp>
      <p:sp>
        <p:nvSpPr>
          <p:cNvPr id="130" name="Diamond 120"/>
          <p:cNvSpPr/>
          <p:nvPr/>
        </p:nvSpPr>
        <p:spPr>
          <a:xfrm>
            <a:off x="284480" y="12835255"/>
            <a:ext cx="1402080" cy="650240"/>
          </a:xfrm>
          <a:prstGeom prst="diamond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000" dirty="0">
                <a:solidFill>
                  <a:schemeClr val="tx1"/>
                </a:solidFill>
              </a:rPr>
              <a:t>Collision?</a:t>
            </a:r>
            <a:endParaRPr lang="en-US" altLang="zh-CN" sz="1000" dirty="0">
              <a:solidFill>
                <a:schemeClr val="tx1"/>
              </a:solidFill>
            </a:endParaRPr>
          </a:p>
        </p:txBody>
      </p:sp>
      <p:sp>
        <p:nvSpPr>
          <p:cNvPr id="131" name="Diamond 120"/>
          <p:cNvSpPr/>
          <p:nvPr/>
        </p:nvSpPr>
        <p:spPr>
          <a:xfrm>
            <a:off x="2035810" y="11722100"/>
            <a:ext cx="1849120" cy="650240"/>
          </a:xfrm>
          <a:prstGeom prst="diamond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000" dirty="0">
                <a:solidFill>
                  <a:schemeClr val="tx1"/>
                </a:solidFill>
              </a:rPr>
              <a:t>CheckConnect</a:t>
            </a:r>
            <a:r>
              <a:rPr lang="zh-CN" altLang="en-US" sz="1000" dirty="0">
                <a:solidFill>
                  <a:schemeClr val="tx1"/>
                </a:solidFill>
              </a:rPr>
              <a:t>？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cxnSp>
        <p:nvCxnSpPr>
          <p:cNvPr id="132" name="直接箭头连接符 131"/>
          <p:cNvCxnSpPr>
            <a:stCxn id="130" idx="3"/>
          </p:cNvCxnSpPr>
          <p:nvPr/>
        </p:nvCxnSpPr>
        <p:spPr>
          <a:xfrm flipV="1">
            <a:off x="1686560" y="11256645"/>
            <a:ext cx="12065" cy="190373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文本框 132"/>
          <p:cNvSpPr txBox="1"/>
          <p:nvPr/>
        </p:nvSpPr>
        <p:spPr>
          <a:xfrm>
            <a:off x="1656080" y="12906375"/>
            <a:ext cx="564515" cy="24193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980" dirty="0" err="1"/>
              <a:t>No</a:t>
            </a:r>
            <a:endParaRPr lang="en-US" altLang="zh-CN" sz="980" dirty="0" err="1"/>
          </a:p>
        </p:txBody>
      </p:sp>
      <p:sp>
        <p:nvSpPr>
          <p:cNvPr id="134" name="文本框 133"/>
          <p:cNvSpPr txBox="1"/>
          <p:nvPr/>
        </p:nvSpPr>
        <p:spPr>
          <a:xfrm>
            <a:off x="2997200" y="12564110"/>
            <a:ext cx="564515" cy="24193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980" dirty="0" err="1"/>
              <a:t>Yes</a:t>
            </a:r>
            <a:endParaRPr lang="en-US" altLang="zh-CN" sz="980" dirty="0" err="1"/>
          </a:p>
        </p:txBody>
      </p:sp>
      <p:cxnSp>
        <p:nvCxnSpPr>
          <p:cNvPr id="135" name="连接符: 肘形 36"/>
          <p:cNvCxnSpPr>
            <a:stCxn id="130" idx="1"/>
            <a:endCxn id="113" idx="0"/>
          </p:cNvCxnSpPr>
          <p:nvPr/>
        </p:nvCxnSpPr>
        <p:spPr>
          <a:xfrm rot="10800000" flipH="1">
            <a:off x="284480" y="9426575"/>
            <a:ext cx="1654175" cy="3733800"/>
          </a:xfrm>
          <a:prstGeom prst="bentConnector4">
            <a:avLst>
              <a:gd name="adj1" fmla="val -14395"/>
              <a:gd name="adj2" fmla="val 106378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" name="连接符: 肘形 36"/>
          <p:cNvCxnSpPr>
            <a:endCxn id="131" idx="0"/>
          </p:cNvCxnSpPr>
          <p:nvPr/>
        </p:nvCxnSpPr>
        <p:spPr>
          <a:xfrm>
            <a:off x="1685290" y="11270615"/>
            <a:ext cx="1275080" cy="451485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直接箭头连接符 136"/>
          <p:cNvCxnSpPr>
            <a:stCxn id="131" idx="2"/>
            <a:endCxn id="110" idx="1"/>
          </p:cNvCxnSpPr>
          <p:nvPr/>
        </p:nvCxnSpPr>
        <p:spPr>
          <a:xfrm flipH="1">
            <a:off x="2959735" y="12372340"/>
            <a:ext cx="635" cy="55435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连接符: 肘形 139"/>
          <p:cNvCxnSpPr>
            <a:stCxn id="131" idx="3"/>
            <a:endCxn id="113" idx="0"/>
          </p:cNvCxnSpPr>
          <p:nvPr/>
        </p:nvCxnSpPr>
        <p:spPr>
          <a:xfrm flipH="1" flipV="1">
            <a:off x="1938655" y="9426575"/>
            <a:ext cx="1946275" cy="2620645"/>
          </a:xfrm>
          <a:prstGeom prst="bentConnector4">
            <a:avLst>
              <a:gd name="adj1" fmla="val -12235"/>
              <a:gd name="adj2" fmla="val 109087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9" name="矩形 138"/>
          <p:cNvSpPr/>
          <p:nvPr/>
        </p:nvSpPr>
        <p:spPr>
          <a:xfrm>
            <a:off x="6002020" y="8930640"/>
            <a:ext cx="6666865" cy="5029200"/>
          </a:xfrm>
          <a:prstGeom prst="rect">
            <a:avLst/>
          </a:prstGeom>
          <a:noFill/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41" name="矩形 140"/>
          <p:cNvSpPr/>
          <p:nvPr/>
        </p:nvSpPr>
        <p:spPr>
          <a:xfrm>
            <a:off x="-751840" y="8930640"/>
            <a:ext cx="6666865" cy="5029200"/>
          </a:xfrm>
          <a:prstGeom prst="rect">
            <a:avLst/>
          </a:prstGeom>
          <a:noFill/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43" name="矩形 142"/>
          <p:cNvSpPr/>
          <p:nvPr/>
        </p:nvSpPr>
        <p:spPr>
          <a:xfrm>
            <a:off x="10417810" y="83820"/>
            <a:ext cx="7600315" cy="7294245"/>
          </a:xfrm>
          <a:prstGeom prst="rect">
            <a:avLst/>
          </a:prstGeom>
          <a:noFill/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1" name="文本框 20"/>
          <p:cNvSpPr txBox="1"/>
          <p:nvPr/>
        </p:nvSpPr>
        <p:spPr>
          <a:xfrm>
            <a:off x="735330" y="4813300"/>
            <a:ext cx="1529715" cy="2705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/>
            <a:r>
              <a:rPr lang="en-US" altLang="zh-CN" sz="1170" dirty="0">
                <a:latin typeface="Arial" panose="020B0604020202020204" pitchFamily="34" charset="0"/>
                <a:ea typeface="微软雅黑" panose="020B0503020204020204" charset="-122"/>
              </a:rPr>
              <a:t>(b)PID</a:t>
            </a:r>
            <a:r>
              <a:rPr lang="zh-CN" altLang="en-US" sz="1170" dirty="0">
                <a:latin typeface="Arial" panose="020B0604020202020204" pitchFamily="34" charset="0"/>
                <a:ea typeface="微软雅黑" panose="020B0503020204020204" charset="-122"/>
              </a:rPr>
              <a:t>工作</a:t>
            </a:r>
            <a:r>
              <a:rPr lang="zh-CN" altLang="en-US" sz="1170" dirty="0">
                <a:latin typeface="Arial" panose="020B0604020202020204" pitchFamily="34" charset="0"/>
                <a:ea typeface="微软雅黑" panose="020B0503020204020204" charset="-122"/>
              </a:rPr>
              <a:t>流程图</a:t>
            </a:r>
            <a:endParaRPr lang="zh-CN" altLang="en-US" sz="1170" dirty="0"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grpSp>
        <p:nvGrpSpPr>
          <p:cNvPr id="27" name="组合 26"/>
          <p:cNvGrpSpPr/>
          <p:nvPr/>
        </p:nvGrpSpPr>
        <p:grpSpPr>
          <a:xfrm>
            <a:off x="582930" y="510540"/>
            <a:ext cx="1833880" cy="4136390"/>
            <a:chOff x="918" y="804"/>
            <a:chExt cx="2888" cy="6514"/>
          </a:xfrm>
        </p:grpSpPr>
        <p:sp>
          <p:nvSpPr>
            <p:cNvPr id="6" name="矩形: 圆角 5"/>
            <p:cNvSpPr/>
            <p:nvPr/>
          </p:nvSpPr>
          <p:spPr>
            <a:xfrm rot="5400000">
              <a:off x="-895" y="2617"/>
              <a:ext cx="6514" cy="2889"/>
            </a:xfrm>
            <a:prstGeom prst="roundRect">
              <a:avLst>
                <a:gd name="adj" fmla="val 13023"/>
              </a:avLst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endParaRPr lang="zh-CN" altLang="en-US" sz="1760" dirty="0"/>
            </a:p>
          </p:txBody>
        </p:sp>
        <p:sp>
          <p:nvSpPr>
            <p:cNvPr id="30" name="矩形: 圆角 29"/>
            <p:cNvSpPr/>
            <p:nvPr/>
          </p:nvSpPr>
          <p:spPr>
            <a:xfrm rot="5400000">
              <a:off x="2328" y="2585"/>
              <a:ext cx="407" cy="1042"/>
            </a:xfrm>
            <a:prstGeom prst="round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170" dirty="0">
                  <a:solidFill>
                    <a:schemeClr val="tx1"/>
                  </a:solidFill>
                </a:rPr>
                <a:t>Kp*e(</a:t>
              </a:r>
              <a:r>
                <a:rPr lang="en-US" altLang="zh-CN" sz="1170" dirty="0">
                  <a:solidFill>
                    <a:schemeClr val="tx1"/>
                  </a:solidFill>
                  <a:sym typeface="+mn-ea"/>
                </a:rPr>
                <a:t>t</a:t>
              </a:r>
              <a:r>
                <a:rPr lang="en-US" altLang="zh-CN" sz="1170" dirty="0">
                  <a:solidFill>
                    <a:schemeClr val="tx1"/>
                  </a:solidFill>
                </a:rPr>
                <a:t>)</a:t>
              </a:r>
              <a:endParaRPr lang="zh-CN" altLang="en-US" sz="1170" dirty="0">
                <a:solidFill>
                  <a:schemeClr val="tx1"/>
                </a:solidFill>
              </a:endParaRPr>
            </a:p>
          </p:txBody>
        </p:sp>
        <p:sp>
          <p:nvSpPr>
            <p:cNvPr id="31" name="矩形: 圆角 30"/>
            <p:cNvSpPr/>
            <p:nvPr/>
          </p:nvSpPr>
          <p:spPr>
            <a:xfrm rot="5400000">
              <a:off x="2328" y="3223"/>
              <a:ext cx="407" cy="1410"/>
            </a:xfrm>
            <a:prstGeom prst="roundRect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170" dirty="0">
                  <a:solidFill>
                    <a:sysClr val="windowText" lastClr="000000"/>
                  </a:solidFill>
                </a:rPr>
                <a:t>K</a:t>
              </a:r>
              <a:r>
                <a:rPr lang="en-US" altLang="zh-CN" sz="1170" baseline="-25000" dirty="0">
                  <a:solidFill>
                    <a:sysClr val="windowText" lastClr="000000"/>
                  </a:solidFill>
                </a:rPr>
                <a:t>i</a:t>
              </a:r>
              <a:r>
                <a:rPr lang="en-US" altLang="zh-CN" sz="1170" dirty="0">
                  <a:solidFill>
                    <a:schemeClr val="tx1"/>
                  </a:solidFill>
                  <a:sym typeface="+mn-ea"/>
                </a:rPr>
                <a:t>*</a:t>
              </a:r>
              <a:r>
                <a:rPr lang="en-US" altLang="zh-CN" sz="1170" dirty="0">
                  <a:solidFill>
                    <a:sysClr val="windowText" lastClr="000000"/>
                  </a:solidFill>
                </a:rPr>
                <a:t>∫</a:t>
              </a:r>
              <a:r>
                <a:rPr lang="en-US" altLang="zh-CN" sz="1170" dirty="0">
                  <a:solidFill>
                    <a:schemeClr val="tx1"/>
                  </a:solidFill>
                  <a:sym typeface="+mn-ea"/>
                </a:rPr>
                <a:t>e(</a:t>
              </a:r>
              <a:r>
                <a:rPr lang="en-US" altLang="zh-CN" sz="1170" dirty="0">
                  <a:solidFill>
                    <a:schemeClr val="tx1"/>
                  </a:solidFill>
                  <a:latin typeface="微软雅黑" panose="020B0503020204020204" charset="-122"/>
                  <a:ea typeface="微软雅黑" panose="020B0503020204020204" charset="-122"/>
                  <a:sym typeface="+mn-ea"/>
                </a:rPr>
                <a:t>τ</a:t>
              </a:r>
              <a:r>
                <a:rPr lang="en-US" altLang="zh-CN" sz="1170" dirty="0">
                  <a:solidFill>
                    <a:schemeClr val="tx1"/>
                  </a:solidFill>
                  <a:sym typeface="+mn-ea"/>
                </a:rPr>
                <a:t>)d</a:t>
              </a:r>
              <a:r>
                <a:rPr lang="en-US" altLang="zh-CN" sz="1170" dirty="0">
                  <a:solidFill>
                    <a:schemeClr val="tx1"/>
                  </a:solidFill>
                  <a:latin typeface="微软雅黑" panose="020B0503020204020204" charset="-122"/>
                  <a:ea typeface="微软雅黑" panose="020B0503020204020204" charset="-122"/>
                  <a:sym typeface="+mn-ea"/>
                </a:rPr>
                <a:t>τ</a:t>
              </a:r>
              <a:endParaRPr lang="en-US" altLang="zh-CN" sz="117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endParaRPr>
            </a:p>
          </p:txBody>
        </p:sp>
        <p:sp>
          <p:nvSpPr>
            <p:cNvPr id="32" name="矩形: 圆角 31"/>
            <p:cNvSpPr/>
            <p:nvPr/>
          </p:nvSpPr>
          <p:spPr>
            <a:xfrm rot="5400000">
              <a:off x="2328" y="3874"/>
              <a:ext cx="406" cy="1553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170" dirty="0">
                  <a:solidFill>
                    <a:schemeClr val="tx1"/>
                  </a:solidFill>
                </a:rPr>
                <a:t>Kd*</a:t>
              </a:r>
              <a:r>
                <a:rPr lang="en-US" altLang="zh-CN" sz="1170" dirty="0">
                  <a:solidFill>
                    <a:schemeClr val="tx1"/>
                  </a:solidFill>
                </a:rPr>
                <a:t>de(t)/dt</a:t>
              </a:r>
              <a:endParaRPr lang="en-US" altLang="zh-CN" sz="1170" dirty="0">
                <a:solidFill>
                  <a:schemeClr val="tx1"/>
                </a:solidFill>
              </a:endParaRPr>
            </a:p>
          </p:txBody>
        </p:sp>
        <p:cxnSp>
          <p:nvCxnSpPr>
            <p:cNvPr id="35" name="直接箭头连接符 34"/>
            <p:cNvCxnSpPr>
              <a:stCxn id="4" idx="3"/>
              <a:endCxn id="30" idx="1"/>
            </p:cNvCxnSpPr>
            <p:nvPr/>
          </p:nvCxnSpPr>
          <p:spPr>
            <a:xfrm>
              <a:off x="2531" y="1973"/>
              <a:ext cx="0" cy="93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直接箭头连接符 44"/>
            <p:cNvCxnSpPr>
              <a:stCxn id="31" idx="3"/>
              <a:endCxn id="32" idx="1"/>
            </p:cNvCxnSpPr>
            <p:nvPr/>
          </p:nvCxnSpPr>
          <p:spPr>
            <a:xfrm>
              <a:off x="2531" y="4132"/>
              <a:ext cx="0" cy="316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0" name="矩形: 圆角 79"/>
            <p:cNvSpPr/>
            <p:nvPr/>
          </p:nvSpPr>
          <p:spPr>
            <a:xfrm rot="5400000">
              <a:off x="2330" y="4761"/>
              <a:ext cx="402" cy="1335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170" dirty="0">
                  <a:solidFill>
                    <a:schemeClr val="tx1"/>
                  </a:solidFill>
                </a:rPr>
                <a:t>Out(PID)</a:t>
              </a:r>
              <a:endParaRPr lang="en-US" altLang="zh-CN" sz="1170" dirty="0">
                <a:solidFill>
                  <a:schemeClr val="tx1"/>
                </a:solidFill>
              </a:endParaRPr>
            </a:p>
          </p:txBody>
        </p:sp>
        <p:cxnSp>
          <p:nvCxnSpPr>
            <p:cNvPr id="112" name="直接箭头连接符 111"/>
            <p:cNvCxnSpPr>
              <a:stCxn id="32" idx="3"/>
              <a:endCxn id="80" idx="1"/>
            </p:cNvCxnSpPr>
            <p:nvPr/>
          </p:nvCxnSpPr>
          <p:spPr>
            <a:xfrm>
              <a:off x="2531" y="4854"/>
              <a:ext cx="0" cy="374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直接连接符 117"/>
            <p:cNvCxnSpPr>
              <a:stCxn id="80" idx="3"/>
              <a:endCxn id="134" idx="0"/>
            </p:cNvCxnSpPr>
            <p:nvPr/>
          </p:nvCxnSpPr>
          <p:spPr>
            <a:xfrm>
              <a:off x="2531" y="5630"/>
              <a:ext cx="2" cy="448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直接连接符 137"/>
            <p:cNvCxnSpPr/>
            <p:nvPr/>
          </p:nvCxnSpPr>
          <p:spPr>
            <a:xfrm flipH="1" flipV="1">
              <a:off x="1378" y="2308"/>
              <a:ext cx="1153" cy="6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6" name="直接箭头连接符 155"/>
            <p:cNvCxnSpPr>
              <a:stCxn id="134" idx="4"/>
            </p:cNvCxnSpPr>
            <p:nvPr/>
          </p:nvCxnSpPr>
          <p:spPr>
            <a:xfrm>
              <a:off x="2533" y="6313"/>
              <a:ext cx="0" cy="73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4" name="流程图: 汇总连接 133"/>
            <p:cNvSpPr/>
            <p:nvPr/>
          </p:nvSpPr>
          <p:spPr>
            <a:xfrm>
              <a:off x="2398" y="6078"/>
              <a:ext cx="269" cy="235"/>
            </a:xfrm>
            <a:prstGeom prst="flowChartSummingJunction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115"/>
            </a:p>
          </p:txBody>
        </p:sp>
        <p:sp>
          <p:nvSpPr>
            <p:cNvPr id="4" name="矩形: 圆角 29"/>
            <p:cNvSpPr/>
            <p:nvPr/>
          </p:nvSpPr>
          <p:spPr>
            <a:xfrm rot="5400000">
              <a:off x="2178" y="725"/>
              <a:ext cx="706" cy="1790"/>
            </a:xfrm>
            <a:prstGeom prst="roundRect">
              <a:avLst/>
            </a:prstGeom>
            <a:solidFill>
              <a:schemeClr val="accent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170" dirty="0">
                  <a:solidFill>
                    <a:schemeClr val="tx1"/>
                  </a:solidFill>
                </a:rPr>
                <a:t>PID</a:t>
              </a:r>
              <a:r>
                <a:rPr lang="en-US" altLang="zh-CN" sz="1170" dirty="0">
                  <a:solidFill>
                    <a:schemeClr val="tx1"/>
                  </a:solidFill>
                  <a:sym typeface="+mn-ea"/>
                </a:rPr>
                <a:t>Controller</a:t>
              </a:r>
              <a:endParaRPr lang="zh-CN" altLang="en-US" sz="1170" dirty="0">
                <a:solidFill>
                  <a:schemeClr val="tx1"/>
                </a:solidFill>
              </a:endParaRPr>
            </a:p>
          </p:txBody>
        </p:sp>
        <p:cxnSp>
          <p:nvCxnSpPr>
            <p:cNvPr id="5" name="直接箭头连接符 4"/>
            <p:cNvCxnSpPr>
              <a:endCxn id="31" idx="1"/>
            </p:cNvCxnSpPr>
            <p:nvPr/>
          </p:nvCxnSpPr>
          <p:spPr>
            <a:xfrm flipH="1">
              <a:off x="2531" y="3311"/>
              <a:ext cx="3" cy="414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" name="矩形: 圆角 32"/>
            <p:cNvSpPr/>
            <p:nvPr/>
          </p:nvSpPr>
          <p:spPr>
            <a:xfrm rot="5400000">
              <a:off x="693" y="4189"/>
              <a:ext cx="1383" cy="454"/>
            </a:xfrm>
            <a:prstGeom prst="roundRect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170" dirty="0">
                  <a:solidFill>
                    <a:schemeClr val="tx1"/>
                  </a:solidFill>
                </a:rPr>
                <a:t>F</a:t>
              </a:r>
              <a:r>
                <a:rPr lang="en-US" altLang="zh-CN" sz="1170" dirty="0">
                  <a:solidFill>
                    <a:schemeClr val="tx1"/>
                  </a:solidFill>
                </a:rPr>
                <a:t>eedback</a:t>
              </a:r>
              <a:endParaRPr lang="en-US" altLang="zh-CN" sz="1170" dirty="0">
                <a:solidFill>
                  <a:schemeClr val="tx1"/>
                </a:solidFill>
              </a:endParaRPr>
            </a:p>
          </p:txBody>
        </p:sp>
        <p:cxnSp>
          <p:nvCxnSpPr>
            <p:cNvPr id="3" name="连接符: 肘形 36"/>
            <p:cNvCxnSpPr>
              <a:stCxn id="2" idx="3"/>
              <a:endCxn id="134" idx="2"/>
            </p:cNvCxnSpPr>
            <p:nvPr/>
          </p:nvCxnSpPr>
          <p:spPr>
            <a:xfrm rot="5400000" flipV="1">
              <a:off x="1348" y="5146"/>
              <a:ext cx="1088" cy="1013"/>
            </a:xfrm>
            <a:prstGeom prst="bentConnector2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直接箭头连接符 6"/>
            <p:cNvCxnSpPr/>
            <p:nvPr/>
          </p:nvCxnSpPr>
          <p:spPr>
            <a:xfrm>
              <a:off x="1385" y="2314"/>
              <a:ext cx="2" cy="141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9" name="文本框 18"/>
          <p:cNvSpPr txBox="1"/>
          <p:nvPr/>
        </p:nvSpPr>
        <p:spPr>
          <a:xfrm>
            <a:off x="4148455" y="5455285"/>
            <a:ext cx="2570480" cy="2705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CN" sz="1170" dirty="0">
                <a:latin typeface="Arial" panose="020B0604020202020204" pitchFamily="34" charset="0"/>
                <a:ea typeface="微软雅黑" panose="020B0503020204020204" charset="-122"/>
              </a:rPr>
              <a:t>(a)</a:t>
            </a:r>
            <a:r>
              <a:rPr lang="zh-CN" altLang="en-US" sz="1170" dirty="0">
                <a:latin typeface="Arial" panose="020B0604020202020204" pitchFamily="34" charset="0"/>
                <a:ea typeface="微软雅黑" panose="020B0503020204020204" charset="-122"/>
              </a:rPr>
              <a:t>自适应双向</a:t>
            </a:r>
            <a:r>
              <a:rPr lang="zh-CN" altLang="en-US" sz="1170" dirty="0">
                <a:latin typeface="Arial" panose="020B0604020202020204" pitchFamily="34" charset="0"/>
                <a:ea typeface="微软雅黑" panose="020B0503020204020204" charset="-122"/>
              </a:rPr>
              <a:t>超椭球体工作</a:t>
            </a:r>
            <a:r>
              <a:rPr lang="zh-CN" altLang="en-US" sz="1170" dirty="0">
                <a:latin typeface="Arial" panose="020B0604020202020204" pitchFamily="34" charset="0"/>
                <a:ea typeface="微软雅黑" panose="020B0503020204020204" charset="-122"/>
              </a:rPr>
              <a:t>流程图</a:t>
            </a:r>
            <a:endParaRPr lang="zh-CN" altLang="en-US" sz="1170" dirty="0"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grpSp>
        <p:nvGrpSpPr>
          <p:cNvPr id="8" name="组合 7"/>
          <p:cNvGrpSpPr/>
          <p:nvPr/>
        </p:nvGrpSpPr>
        <p:grpSpPr>
          <a:xfrm>
            <a:off x="3007995" y="234315"/>
            <a:ext cx="4768850" cy="5078730"/>
            <a:chOff x="4737" y="369"/>
            <a:chExt cx="7510" cy="7998"/>
          </a:xfrm>
        </p:grpSpPr>
        <p:sp>
          <p:nvSpPr>
            <p:cNvPr id="144" name="圆角矩形 143"/>
            <p:cNvSpPr/>
            <p:nvPr/>
          </p:nvSpPr>
          <p:spPr>
            <a:xfrm>
              <a:off x="4737" y="369"/>
              <a:ext cx="7510" cy="7999"/>
            </a:xfrm>
            <a:prstGeom prst="roundRect">
              <a:avLst>
                <a:gd name="adj" fmla="val 11171"/>
              </a:avLst>
            </a:prstGeom>
            <a:solidFill>
              <a:srgbClr val="BBDDDF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760"/>
            </a:p>
          </p:txBody>
        </p:sp>
        <p:sp>
          <p:nvSpPr>
            <p:cNvPr id="10" name="矩形 9"/>
            <p:cNvSpPr/>
            <p:nvPr/>
          </p:nvSpPr>
          <p:spPr>
            <a:xfrm flipH="1">
              <a:off x="6533" y="2414"/>
              <a:ext cx="667" cy="315"/>
            </a:xfrm>
            <a:prstGeom prst="rect">
              <a:avLst/>
            </a:prstGeom>
            <a:solidFill>
              <a:srgbClr val="EDD88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sz="1170" dirty="0">
                  <a:solidFill>
                    <a:schemeClr val="tx1"/>
                  </a:solidFill>
                </a:rPr>
                <a:t>Yes</a:t>
              </a:r>
              <a:endParaRPr lang="en-US" altLang="zh-CN" sz="1170" dirty="0">
                <a:solidFill>
                  <a:schemeClr val="tx1"/>
                </a:solidFill>
              </a:endParaRPr>
            </a:p>
          </p:txBody>
        </p:sp>
        <p:sp>
          <p:nvSpPr>
            <p:cNvPr id="12" name="矩形: 圆角 29"/>
            <p:cNvSpPr/>
            <p:nvPr/>
          </p:nvSpPr>
          <p:spPr>
            <a:xfrm rot="5400000">
              <a:off x="6665" y="3373"/>
              <a:ext cx="399" cy="1605"/>
            </a:xfrm>
            <a:prstGeom prst="roundRect">
              <a:avLst/>
            </a:prstGeom>
            <a:solidFill>
              <a:srgbClr val="F4B183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p>
              <a:pPr algn="ctr">
                <a:buClrTx/>
                <a:buSzTx/>
                <a:buFontTx/>
              </a:pPr>
              <a:r>
                <a:rPr lang="en-US" altLang="zh-CN" sz="1170" dirty="0">
                  <a:solidFill>
                    <a:schemeClr val="tx1"/>
                  </a:solidFill>
                  <a:sym typeface="+mn-ea"/>
                </a:rPr>
                <a:t>PIDController</a:t>
              </a:r>
              <a:endParaRPr lang="en-US" altLang="zh-CN" sz="1170" dirty="0">
                <a:solidFill>
                  <a:schemeClr val="tx1"/>
                </a:solidFill>
              </a:endParaRPr>
            </a:p>
          </p:txBody>
        </p:sp>
        <p:sp>
          <p:nvSpPr>
            <p:cNvPr id="13" name="矩形: 圆角 30"/>
            <p:cNvSpPr/>
            <p:nvPr/>
          </p:nvSpPr>
          <p:spPr>
            <a:xfrm rot="5400000">
              <a:off x="9783" y="6418"/>
              <a:ext cx="399" cy="1533"/>
            </a:xfrm>
            <a:prstGeom prst="roundRect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vert="vert270" rtlCol="0" anchor="ctr"/>
            <a:p>
              <a:pPr algn="ctr">
                <a:buClrTx/>
                <a:buSzTx/>
                <a:buFontTx/>
              </a:pPr>
              <a:r>
                <a:rPr lang="en-US" altLang="zh-CN" sz="1170" dirty="0">
                  <a:solidFill>
                    <a:schemeClr val="tx1"/>
                  </a:solidFill>
                </a:rPr>
                <a:t>PathFound</a:t>
              </a:r>
              <a:endParaRPr lang="en-US" altLang="zh-CN" sz="1170" dirty="0">
                <a:solidFill>
                  <a:schemeClr val="tx1"/>
                </a:solidFill>
              </a:endParaRPr>
            </a:p>
          </p:txBody>
        </p:sp>
        <p:sp>
          <p:nvSpPr>
            <p:cNvPr id="14" name="矩形: 圆角 31"/>
            <p:cNvSpPr/>
            <p:nvPr/>
          </p:nvSpPr>
          <p:spPr>
            <a:xfrm rot="5400000">
              <a:off x="6670" y="2644"/>
              <a:ext cx="398" cy="1435"/>
            </a:xfrm>
            <a:prstGeom prst="roundRect">
              <a:avLst/>
            </a:prstGeom>
            <a:solidFill>
              <a:schemeClr val="accent3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p>
              <a:pPr algn="ctr"/>
              <a:r>
                <a:rPr lang="en-US" altLang="zh-CN" sz="1170" dirty="0">
                  <a:solidFill>
                    <a:schemeClr val="tx1"/>
                  </a:solidFill>
                </a:rPr>
                <a:t>UpdateMeet</a:t>
              </a:r>
              <a:endParaRPr lang="en-US" altLang="zh-CN" sz="1170" dirty="0">
                <a:solidFill>
                  <a:schemeClr val="tx1"/>
                </a:solidFill>
              </a:endParaRPr>
            </a:p>
          </p:txBody>
        </p:sp>
        <p:cxnSp>
          <p:nvCxnSpPr>
            <p:cNvPr id="52" name="直接箭头连接符 51"/>
            <p:cNvCxnSpPr>
              <a:endCxn id="121" idx="0"/>
            </p:cNvCxnSpPr>
            <p:nvPr/>
          </p:nvCxnSpPr>
          <p:spPr>
            <a:xfrm flipH="1">
              <a:off x="6873" y="6332"/>
              <a:ext cx="10" cy="509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Diamond 5"/>
            <p:cNvSpPr/>
            <p:nvPr/>
          </p:nvSpPr>
          <p:spPr>
            <a:xfrm>
              <a:off x="7327" y="1473"/>
              <a:ext cx="2094" cy="1256"/>
            </a:xfrm>
            <a:prstGeom prst="diamond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sz="1170" dirty="0">
                  <a:solidFill>
                    <a:sysClr val="windowText" lastClr="000000"/>
                  </a:solidFill>
                </a:rPr>
                <a:t>Iter % N == 0?</a:t>
              </a:r>
              <a:endParaRPr lang="en-US" altLang="zh-CN" sz="1170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16" name="矩形 9"/>
            <p:cNvSpPr/>
            <p:nvPr/>
          </p:nvSpPr>
          <p:spPr>
            <a:xfrm flipH="1">
              <a:off x="9649" y="2414"/>
              <a:ext cx="667" cy="315"/>
            </a:xfrm>
            <a:prstGeom prst="rect">
              <a:avLst/>
            </a:prstGeom>
            <a:solidFill>
              <a:srgbClr val="EDD88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sz="1170" dirty="0">
                  <a:solidFill>
                    <a:schemeClr val="tx1"/>
                  </a:solidFill>
                </a:rPr>
                <a:t>No</a:t>
              </a:r>
              <a:endParaRPr lang="en-US" altLang="zh-CN" sz="1170" dirty="0">
                <a:solidFill>
                  <a:schemeClr val="tx1"/>
                </a:solidFill>
              </a:endParaRPr>
            </a:p>
          </p:txBody>
        </p:sp>
        <p:cxnSp>
          <p:nvCxnSpPr>
            <p:cNvPr id="20" name="直接箭头连接符 51"/>
            <p:cNvCxnSpPr>
              <a:stCxn id="10" idx="2"/>
            </p:cNvCxnSpPr>
            <p:nvPr/>
          </p:nvCxnSpPr>
          <p:spPr>
            <a:xfrm>
              <a:off x="6866" y="2729"/>
              <a:ext cx="0" cy="434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直接箭头连接符 51"/>
            <p:cNvCxnSpPr/>
            <p:nvPr/>
          </p:nvCxnSpPr>
          <p:spPr>
            <a:xfrm>
              <a:off x="9983" y="2744"/>
              <a:ext cx="0" cy="419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连接符: 肘形 139"/>
            <p:cNvCxnSpPr>
              <a:stCxn id="9" idx="3"/>
              <a:endCxn id="16" idx="0"/>
            </p:cNvCxnSpPr>
            <p:nvPr/>
          </p:nvCxnSpPr>
          <p:spPr>
            <a:xfrm>
              <a:off x="9421" y="2101"/>
              <a:ext cx="561" cy="313"/>
            </a:xfrm>
            <a:prstGeom prst="bentConnector2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直接箭头连接符 33"/>
            <p:cNvCxnSpPr>
              <a:stCxn id="14" idx="3"/>
              <a:endCxn id="12" idx="1"/>
            </p:cNvCxnSpPr>
            <p:nvPr/>
          </p:nvCxnSpPr>
          <p:spPr>
            <a:xfrm flipH="1">
              <a:off x="6864" y="3561"/>
              <a:ext cx="5" cy="415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连接符: 肘形 36"/>
            <p:cNvCxnSpPr>
              <a:stCxn id="9" idx="1"/>
              <a:endCxn id="10" idx="0"/>
            </p:cNvCxnSpPr>
            <p:nvPr/>
          </p:nvCxnSpPr>
          <p:spPr>
            <a:xfrm rot="10800000" flipV="1">
              <a:off x="6866" y="2101"/>
              <a:ext cx="461" cy="313"/>
            </a:xfrm>
            <a:prstGeom prst="bentConnector2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直接箭头连接符 33"/>
            <p:cNvCxnSpPr>
              <a:stCxn id="12" idx="3"/>
              <a:endCxn id="105" idx="1"/>
            </p:cNvCxnSpPr>
            <p:nvPr/>
          </p:nvCxnSpPr>
          <p:spPr>
            <a:xfrm>
              <a:off x="6864" y="4375"/>
              <a:ext cx="5" cy="36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直接箭头连接符 33"/>
            <p:cNvCxnSpPr>
              <a:stCxn id="105" idx="3"/>
              <a:endCxn id="70" idx="1"/>
            </p:cNvCxnSpPr>
            <p:nvPr/>
          </p:nvCxnSpPr>
          <p:spPr>
            <a:xfrm>
              <a:off x="6869" y="5245"/>
              <a:ext cx="14" cy="468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0" name="矩形: 圆角 29"/>
            <p:cNvSpPr/>
            <p:nvPr/>
          </p:nvSpPr>
          <p:spPr>
            <a:xfrm rot="5400000">
              <a:off x="6562" y="5170"/>
              <a:ext cx="642" cy="1728"/>
            </a:xfrm>
            <a:prstGeom prst="roundRect">
              <a:avLst/>
            </a:prstGeom>
            <a:solidFill>
              <a:srgbClr val="D0CECE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p>
              <a:pPr algn="ctr"/>
              <a:r>
                <a:rPr lang="en-US" altLang="zh-CN" sz="1170" dirty="0">
                  <a:solidFill>
                    <a:schemeClr val="tx1"/>
                  </a:solidFill>
                </a:rPr>
                <a:t>ValidateSample</a:t>
              </a:r>
              <a:endParaRPr lang="en-US" altLang="zh-CN" sz="1170" dirty="0">
                <a:solidFill>
                  <a:schemeClr val="tx1"/>
                </a:solidFill>
              </a:endParaRPr>
            </a:p>
          </p:txBody>
        </p:sp>
        <p:sp>
          <p:nvSpPr>
            <p:cNvPr id="105" name="矩形: 圆角 29"/>
            <p:cNvSpPr/>
            <p:nvPr/>
          </p:nvSpPr>
          <p:spPr>
            <a:xfrm rot="5400000">
              <a:off x="6614" y="4320"/>
              <a:ext cx="510" cy="1340"/>
            </a:xfrm>
            <a:prstGeom prst="round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p>
              <a:pPr algn="ctr"/>
              <a:r>
                <a:rPr lang="en-US" altLang="zh-CN" sz="1170" dirty="0">
                  <a:solidFill>
                    <a:schemeClr val="tx1"/>
                  </a:solidFill>
                  <a:sym typeface="+mn-ea"/>
                </a:rPr>
                <a:t>Update SSR</a:t>
              </a:r>
              <a:endParaRPr lang="en-US" altLang="zh-CN" sz="1170" dirty="0">
                <a:solidFill>
                  <a:schemeClr val="tx1"/>
                </a:solidFill>
              </a:endParaRPr>
            </a:p>
          </p:txBody>
        </p:sp>
        <p:sp>
          <p:nvSpPr>
            <p:cNvPr id="107" name="矩形: 圆角 29"/>
            <p:cNvSpPr/>
            <p:nvPr/>
          </p:nvSpPr>
          <p:spPr>
            <a:xfrm rot="5400000">
              <a:off x="9661" y="2681"/>
              <a:ext cx="642" cy="1605"/>
            </a:xfrm>
            <a:prstGeom prst="roundRect">
              <a:avLst/>
            </a:prstGeom>
            <a:solidFill>
              <a:srgbClr val="D0CECE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p>
              <a:pPr algn="ctr"/>
              <a:r>
                <a:rPr lang="en-US" altLang="zh-CN" sz="1170" dirty="0">
                  <a:solidFill>
                    <a:sysClr val="windowText" lastClr="000000"/>
                  </a:solidFill>
                </a:rPr>
                <a:t>return false</a:t>
              </a:r>
              <a:endParaRPr lang="en-US" altLang="zh-CN" sz="1170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121" name="Diamond 120"/>
            <p:cNvSpPr/>
            <p:nvPr/>
          </p:nvSpPr>
          <p:spPr>
            <a:xfrm>
              <a:off x="5769" y="6841"/>
              <a:ext cx="2208" cy="1024"/>
            </a:xfrm>
            <a:prstGeom prst="diamond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>
                <a:buClrTx/>
                <a:buSzTx/>
                <a:buFontTx/>
              </a:pPr>
              <a:r>
                <a:rPr lang="en-US" altLang="zh-CN" sz="1170" dirty="0">
                  <a:solidFill>
                    <a:schemeClr val="tx1"/>
                  </a:solidFill>
                </a:rPr>
                <a:t>Collision?</a:t>
              </a:r>
              <a:endParaRPr lang="en-US" altLang="zh-CN" sz="1170" dirty="0">
                <a:solidFill>
                  <a:schemeClr val="tx1"/>
                </a:solidFill>
              </a:endParaRPr>
            </a:p>
          </p:txBody>
        </p:sp>
        <p:sp>
          <p:nvSpPr>
            <p:cNvPr id="17" name="Diamond 120"/>
            <p:cNvSpPr/>
            <p:nvPr/>
          </p:nvSpPr>
          <p:spPr>
            <a:xfrm>
              <a:off x="8527" y="5088"/>
              <a:ext cx="2912" cy="1024"/>
            </a:xfrm>
            <a:prstGeom prst="diamond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>
                <a:buClrTx/>
                <a:buSzTx/>
                <a:buFontTx/>
              </a:pPr>
              <a:r>
                <a:rPr lang="en-US" altLang="zh-CN" sz="1170" dirty="0">
                  <a:solidFill>
                    <a:schemeClr val="tx1"/>
                  </a:solidFill>
                </a:rPr>
                <a:t>CheckConnect？</a:t>
              </a:r>
              <a:endParaRPr lang="en-US" altLang="zh-CN" sz="1170" dirty="0">
                <a:solidFill>
                  <a:schemeClr val="tx1"/>
                </a:solidFill>
              </a:endParaRPr>
            </a:p>
          </p:txBody>
        </p:sp>
        <p:cxnSp>
          <p:nvCxnSpPr>
            <p:cNvPr id="18" name="直接箭头连接符 17"/>
            <p:cNvCxnSpPr>
              <a:stCxn id="121" idx="3"/>
            </p:cNvCxnSpPr>
            <p:nvPr/>
          </p:nvCxnSpPr>
          <p:spPr>
            <a:xfrm flipV="1">
              <a:off x="7977" y="4355"/>
              <a:ext cx="19" cy="2998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文本框 21"/>
            <p:cNvSpPr txBox="1"/>
            <p:nvPr/>
          </p:nvSpPr>
          <p:spPr>
            <a:xfrm>
              <a:off x="10041" y="6414"/>
              <a:ext cx="889" cy="4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l">
                <a:buClrTx/>
                <a:buSzTx/>
                <a:buFontTx/>
              </a:pPr>
              <a:r>
                <a:rPr lang="en-US" altLang="zh-CN" sz="1400" dirty="0" err="1"/>
                <a:t>Yes</a:t>
              </a:r>
              <a:endParaRPr lang="en-US" altLang="zh-CN" sz="1400" dirty="0" err="1"/>
            </a:p>
          </p:txBody>
        </p:sp>
        <p:cxnSp>
          <p:nvCxnSpPr>
            <p:cNvPr id="94" name="连接符: 肘形 36"/>
            <p:cNvCxnSpPr>
              <a:stCxn id="121" idx="1"/>
              <a:endCxn id="9" idx="0"/>
            </p:cNvCxnSpPr>
            <p:nvPr/>
          </p:nvCxnSpPr>
          <p:spPr>
            <a:xfrm rot="10800000" flipH="1">
              <a:off x="5768" y="1473"/>
              <a:ext cx="2605" cy="5880"/>
            </a:xfrm>
            <a:prstGeom prst="bentConnector4">
              <a:avLst>
                <a:gd name="adj1" fmla="val -14395"/>
                <a:gd name="adj2" fmla="val 106378"/>
              </a:avLst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连接符: 肘形 36"/>
            <p:cNvCxnSpPr>
              <a:endCxn id="17" idx="0"/>
            </p:cNvCxnSpPr>
            <p:nvPr/>
          </p:nvCxnSpPr>
          <p:spPr>
            <a:xfrm>
              <a:off x="7975" y="4377"/>
              <a:ext cx="2008" cy="711"/>
            </a:xfrm>
            <a:prstGeom prst="bentConnector2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直接箭头连接符 103"/>
            <p:cNvCxnSpPr>
              <a:stCxn id="17" idx="2"/>
              <a:endCxn id="13" idx="1"/>
            </p:cNvCxnSpPr>
            <p:nvPr/>
          </p:nvCxnSpPr>
          <p:spPr>
            <a:xfrm flipH="1">
              <a:off x="9982" y="6112"/>
              <a:ext cx="1" cy="873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连接符: 肘形 139"/>
            <p:cNvCxnSpPr>
              <a:stCxn id="17" idx="3"/>
              <a:endCxn id="9" idx="0"/>
            </p:cNvCxnSpPr>
            <p:nvPr/>
          </p:nvCxnSpPr>
          <p:spPr>
            <a:xfrm flipH="1" flipV="1">
              <a:off x="8374" y="1473"/>
              <a:ext cx="3065" cy="4127"/>
            </a:xfrm>
            <a:prstGeom prst="bentConnector4">
              <a:avLst>
                <a:gd name="adj1" fmla="val -12235"/>
                <a:gd name="adj2" fmla="val 109087"/>
              </a:avLst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文本框 22"/>
            <p:cNvSpPr txBox="1"/>
            <p:nvPr/>
          </p:nvSpPr>
          <p:spPr>
            <a:xfrm>
              <a:off x="5380" y="6870"/>
              <a:ext cx="889" cy="4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400" dirty="0" err="1"/>
                <a:t>No</a:t>
              </a:r>
              <a:endParaRPr lang="en-US" altLang="zh-CN" sz="1400" dirty="0" err="1"/>
            </a:p>
          </p:txBody>
        </p:sp>
        <p:sp>
          <p:nvSpPr>
            <p:cNvPr id="24" name="文本框 23"/>
            <p:cNvSpPr txBox="1"/>
            <p:nvPr/>
          </p:nvSpPr>
          <p:spPr>
            <a:xfrm>
              <a:off x="7327" y="6614"/>
              <a:ext cx="889" cy="4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l">
                <a:buClrTx/>
                <a:buSzTx/>
                <a:buFontTx/>
              </a:pPr>
              <a:r>
                <a:rPr lang="en-US" altLang="zh-CN" sz="1400" dirty="0" err="1"/>
                <a:t>Yes</a:t>
              </a:r>
              <a:endParaRPr lang="en-US" altLang="zh-CN" sz="1400" dirty="0" err="1"/>
            </a:p>
          </p:txBody>
        </p:sp>
        <p:sp>
          <p:nvSpPr>
            <p:cNvPr id="26" name="文本框 25"/>
            <p:cNvSpPr txBox="1"/>
            <p:nvPr/>
          </p:nvSpPr>
          <p:spPr>
            <a:xfrm>
              <a:off x="11255" y="5020"/>
              <a:ext cx="889" cy="4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400" dirty="0" err="1"/>
                <a:t>No</a:t>
              </a:r>
              <a:endParaRPr lang="en-US" altLang="zh-CN" sz="1400" dirty="0" err="1"/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组合 2"/>
          <p:cNvGrpSpPr/>
          <p:nvPr/>
        </p:nvGrpSpPr>
        <p:grpSpPr>
          <a:xfrm>
            <a:off x="287020" y="650240"/>
            <a:ext cx="9517380" cy="5079365"/>
            <a:chOff x="452" y="1023"/>
            <a:chExt cx="14988" cy="7999"/>
          </a:xfrm>
        </p:grpSpPr>
        <p:sp>
          <p:nvSpPr>
            <p:cNvPr id="176" name="矩形: 圆角 175"/>
            <p:cNvSpPr/>
            <p:nvPr/>
          </p:nvSpPr>
          <p:spPr>
            <a:xfrm>
              <a:off x="4306" y="2074"/>
              <a:ext cx="2494" cy="4606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sp>
          <p:nvSpPr>
            <p:cNvPr id="178" name="矩形: 圆角 177"/>
            <p:cNvSpPr/>
            <p:nvPr/>
          </p:nvSpPr>
          <p:spPr>
            <a:xfrm>
              <a:off x="4494" y="3765"/>
              <a:ext cx="2110" cy="1220"/>
            </a:xfrm>
            <a:prstGeom prst="roundRect">
              <a:avLst>
                <a:gd name="adj" fmla="val 10161"/>
              </a:avLst>
            </a:prstGeom>
            <a:solidFill>
              <a:srgbClr val="8FAADC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sp>
          <p:nvSpPr>
            <p:cNvPr id="179" name="矩形: 圆角 178"/>
            <p:cNvSpPr/>
            <p:nvPr/>
          </p:nvSpPr>
          <p:spPr>
            <a:xfrm>
              <a:off x="4656" y="4075"/>
              <a:ext cx="740" cy="398"/>
            </a:xfrm>
            <a:prstGeom prst="roundRect">
              <a:avLst/>
            </a:prstGeom>
            <a:solidFill>
              <a:srgbClr val="F4B183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000" dirty="0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</a:rPr>
                <a:t>PID</a:t>
              </a:r>
              <a:endParaRPr lang="en-US" altLang="zh-CN" sz="100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sp>
          <p:nvSpPr>
            <p:cNvPr id="180" name="矩形: 圆角 179"/>
            <p:cNvSpPr/>
            <p:nvPr/>
          </p:nvSpPr>
          <p:spPr>
            <a:xfrm>
              <a:off x="5651" y="4066"/>
              <a:ext cx="878" cy="398"/>
            </a:xfrm>
            <a:prstGeom prst="roundRect">
              <a:avLst/>
            </a:prstGeom>
            <a:solidFill>
              <a:srgbClr val="BBDDDF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000" dirty="0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</a:rPr>
                <a:t>ADCS</a:t>
              </a:r>
              <a:endParaRPr lang="en-US" altLang="zh-CN" sz="100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cxnSp>
          <p:nvCxnSpPr>
            <p:cNvPr id="181" name="连接符: 肘形 180"/>
            <p:cNvCxnSpPr>
              <a:stCxn id="178" idx="0"/>
              <a:endCxn id="179" idx="0"/>
            </p:cNvCxnSpPr>
            <p:nvPr/>
          </p:nvCxnSpPr>
          <p:spPr>
            <a:xfrm rot="16200000" flipH="1" flipV="1">
              <a:off x="5133" y="3659"/>
              <a:ext cx="310" cy="523"/>
            </a:xfrm>
            <a:prstGeom prst="bentConnector3">
              <a:avLst>
                <a:gd name="adj1" fmla="val 54958"/>
              </a:avLst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3" name="连接符: 肘形 182"/>
            <p:cNvCxnSpPr/>
            <p:nvPr/>
          </p:nvCxnSpPr>
          <p:spPr>
            <a:xfrm rot="16200000" flipH="1">
              <a:off x="5669" y="3645"/>
              <a:ext cx="301" cy="541"/>
            </a:xfrm>
            <a:prstGeom prst="bentConnector3">
              <a:avLst>
                <a:gd name="adj1" fmla="val 57807"/>
              </a:avLst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4" name="流程图: 或者 183"/>
            <p:cNvSpPr/>
            <p:nvPr/>
          </p:nvSpPr>
          <p:spPr>
            <a:xfrm rot="5400000">
              <a:off x="5424" y="4551"/>
              <a:ext cx="246" cy="254"/>
            </a:xfrm>
            <a:prstGeom prst="flowChartOr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cxnSp>
          <p:nvCxnSpPr>
            <p:cNvPr id="185" name="连接符: 肘形 184"/>
            <p:cNvCxnSpPr>
              <a:stCxn id="179" idx="2"/>
              <a:endCxn id="184" idx="4"/>
            </p:cNvCxnSpPr>
            <p:nvPr/>
          </p:nvCxnSpPr>
          <p:spPr>
            <a:xfrm rot="16200000" flipH="1">
              <a:off x="5121" y="4378"/>
              <a:ext cx="205" cy="394"/>
            </a:xfrm>
            <a:prstGeom prst="bentConnector2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6" name="连接符: 肘形 185"/>
            <p:cNvCxnSpPr>
              <a:stCxn id="180" idx="2"/>
              <a:endCxn id="184" idx="0"/>
            </p:cNvCxnSpPr>
            <p:nvPr/>
          </p:nvCxnSpPr>
          <p:spPr>
            <a:xfrm rot="5400000">
              <a:off x="5775" y="4363"/>
              <a:ext cx="214" cy="416"/>
            </a:xfrm>
            <a:prstGeom prst="bentConnector2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7" name="直接连接符 186"/>
            <p:cNvCxnSpPr>
              <a:stCxn id="178" idx="2"/>
              <a:endCxn id="178" idx="2"/>
            </p:cNvCxnSpPr>
            <p:nvPr/>
          </p:nvCxnSpPr>
          <p:spPr>
            <a:xfrm>
              <a:off x="5549" y="4985"/>
              <a:ext cx="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8" name="直接连接符 187"/>
            <p:cNvCxnSpPr>
              <a:stCxn id="184" idx="6"/>
              <a:endCxn id="178" idx="2"/>
            </p:cNvCxnSpPr>
            <p:nvPr/>
          </p:nvCxnSpPr>
          <p:spPr>
            <a:xfrm>
              <a:off x="5547" y="4801"/>
              <a:ext cx="2" cy="184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9" name="矩形: 圆角 188"/>
            <p:cNvSpPr/>
            <p:nvPr/>
          </p:nvSpPr>
          <p:spPr>
            <a:xfrm>
              <a:off x="4885" y="2693"/>
              <a:ext cx="1318" cy="572"/>
            </a:xfrm>
            <a:prstGeom prst="roundRect">
              <a:avLst/>
            </a:prstGeom>
            <a:solidFill>
              <a:srgbClr val="C5E0B4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200" dirty="0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</a:rPr>
                <a:t>SP</a:t>
              </a:r>
              <a:endParaRPr lang="en-US" altLang="zh-CN" sz="120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cxnSp>
          <p:nvCxnSpPr>
            <p:cNvPr id="191" name="直接箭头连接符 190"/>
            <p:cNvCxnSpPr>
              <a:endCxn id="189" idx="0"/>
            </p:cNvCxnSpPr>
            <p:nvPr/>
          </p:nvCxnSpPr>
          <p:spPr>
            <a:xfrm>
              <a:off x="5535" y="2231"/>
              <a:ext cx="9" cy="462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2" name="直接箭头连接符 191"/>
            <p:cNvCxnSpPr>
              <a:stCxn id="189" idx="2"/>
              <a:endCxn id="178" idx="0"/>
            </p:cNvCxnSpPr>
            <p:nvPr/>
          </p:nvCxnSpPr>
          <p:spPr>
            <a:xfrm>
              <a:off x="5544" y="3265"/>
              <a:ext cx="5" cy="50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5" name="直接箭头连接符 194"/>
            <p:cNvCxnSpPr>
              <a:stCxn id="178" idx="2"/>
              <a:endCxn id="4" idx="1"/>
            </p:cNvCxnSpPr>
            <p:nvPr/>
          </p:nvCxnSpPr>
          <p:spPr>
            <a:xfrm flipH="1">
              <a:off x="5546" y="4985"/>
              <a:ext cx="3" cy="532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2" name="直接连接符 201"/>
            <p:cNvCxnSpPr/>
            <p:nvPr/>
          </p:nvCxnSpPr>
          <p:spPr>
            <a:xfrm flipH="1" flipV="1">
              <a:off x="3236" y="1584"/>
              <a:ext cx="1459" cy="2519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4" name="直接连接符 203"/>
            <p:cNvCxnSpPr/>
            <p:nvPr/>
          </p:nvCxnSpPr>
          <p:spPr>
            <a:xfrm flipH="1">
              <a:off x="3252" y="4501"/>
              <a:ext cx="1471" cy="3390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7" name="直接连接符 206"/>
            <p:cNvCxnSpPr/>
            <p:nvPr/>
          </p:nvCxnSpPr>
          <p:spPr>
            <a:xfrm flipV="1">
              <a:off x="6497" y="1335"/>
              <a:ext cx="1603" cy="2738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1" name="直接连接符 210"/>
            <p:cNvCxnSpPr/>
            <p:nvPr/>
          </p:nvCxnSpPr>
          <p:spPr>
            <a:xfrm>
              <a:off x="6494" y="4451"/>
              <a:ext cx="1436" cy="3883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9" name="矩形: 圆角 5"/>
            <p:cNvSpPr/>
            <p:nvPr/>
          </p:nvSpPr>
          <p:spPr>
            <a:xfrm rot="5400000">
              <a:off x="-1361" y="3305"/>
              <a:ext cx="6514" cy="2889"/>
            </a:xfrm>
            <a:prstGeom prst="roundRect">
              <a:avLst>
                <a:gd name="adj" fmla="val 13023"/>
              </a:avLst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endParaRPr lang="zh-CN" altLang="en-US" sz="1760" dirty="0"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sp>
          <p:nvSpPr>
            <p:cNvPr id="93" name="矩形: 圆角 29"/>
            <p:cNvSpPr/>
            <p:nvPr/>
          </p:nvSpPr>
          <p:spPr>
            <a:xfrm rot="5400000">
              <a:off x="1947" y="2437"/>
              <a:ext cx="407" cy="1042"/>
            </a:xfrm>
            <a:prstGeom prst="round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</a:rPr>
                <a:t>Kp*e(</a:t>
              </a:r>
              <a:r>
                <a:rPr lang="en-US" altLang="zh-CN" sz="1400" dirty="0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  <a:sym typeface="+mn-ea"/>
                </a:rPr>
                <a:t>t</a:t>
              </a:r>
              <a:r>
                <a:rPr lang="en-US" altLang="zh-CN" sz="1400" dirty="0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</a:rPr>
                <a:t>)</a:t>
              </a:r>
              <a:endParaRPr lang="en-US" altLang="zh-CN" sz="140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sp>
          <p:nvSpPr>
            <p:cNvPr id="108" name="矩形: 圆角 30"/>
            <p:cNvSpPr/>
            <p:nvPr/>
          </p:nvSpPr>
          <p:spPr>
            <a:xfrm rot="5400000">
              <a:off x="1947" y="3315"/>
              <a:ext cx="407" cy="1410"/>
            </a:xfrm>
            <a:prstGeom prst="roundRect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400" dirty="0">
                  <a:solidFill>
                    <a:sysClr val="windowText" lastClr="000000"/>
                  </a:solidFill>
                  <a:latin typeface="Times New Roman" panose="02020603050405020304" charset="0"/>
                  <a:cs typeface="Times New Roman" panose="02020603050405020304" charset="0"/>
                </a:rPr>
                <a:t>K</a:t>
              </a:r>
              <a:r>
                <a:rPr lang="en-US" altLang="zh-CN" sz="1400" baseline="-25000" dirty="0">
                  <a:solidFill>
                    <a:sysClr val="windowText" lastClr="000000"/>
                  </a:solidFill>
                  <a:latin typeface="Times New Roman" panose="02020603050405020304" charset="0"/>
                  <a:cs typeface="Times New Roman" panose="02020603050405020304" charset="0"/>
                </a:rPr>
                <a:t>i</a:t>
              </a:r>
              <a:r>
                <a:rPr lang="en-US" altLang="zh-CN" sz="1400" dirty="0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  <a:sym typeface="+mn-ea"/>
                </a:rPr>
                <a:t>*</a:t>
              </a:r>
              <a:r>
                <a:rPr lang="en-US" altLang="zh-CN" sz="1400" dirty="0">
                  <a:solidFill>
                    <a:sysClr val="windowText" lastClr="000000"/>
                  </a:solidFill>
                  <a:latin typeface="Times New Roman" panose="02020603050405020304" charset="0"/>
                  <a:cs typeface="Times New Roman" panose="02020603050405020304" charset="0"/>
                </a:rPr>
                <a:t>∫</a:t>
              </a:r>
              <a:r>
                <a:rPr lang="en-US" altLang="zh-CN" sz="1400" dirty="0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  <a:sym typeface="+mn-ea"/>
                </a:rPr>
                <a:t>e(</a:t>
              </a:r>
              <a:r>
                <a:rPr lang="en-US" altLang="zh-CN" sz="1400" dirty="0">
                  <a:solidFill>
                    <a:schemeClr val="tx1"/>
                  </a:solidFill>
                  <a:latin typeface="Times New Roman" panose="02020603050405020304" charset="0"/>
                  <a:ea typeface="微软雅黑" panose="020B0503020204020204" charset="-122"/>
                  <a:cs typeface="Times New Roman" panose="02020603050405020304" charset="0"/>
                  <a:sym typeface="+mn-ea"/>
                </a:rPr>
                <a:t>τ</a:t>
              </a:r>
              <a:r>
                <a:rPr lang="en-US" altLang="zh-CN" sz="1400" dirty="0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  <a:sym typeface="+mn-ea"/>
                </a:rPr>
                <a:t>)d</a:t>
              </a:r>
              <a:r>
                <a:rPr lang="en-US" altLang="zh-CN" sz="1400" dirty="0">
                  <a:solidFill>
                    <a:schemeClr val="tx1"/>
                  </a:solidFill>
                  <a:latin typeface="Times New Roman" panose="02020603050405020304" charset="0"/>
                  <a:ea typeface="微软雅黑" panose="020B0503020204020204" charset="-122"/>
                  <a:cs typeface="Times New Roman" panose="02020603050405020304" charset="0"/>
                  <a:sym typeface="+mn-ea"/>
                </a:rPr>
                <a:t>τ</a:t>
              </a:r>
              <a:endParaRPr lang="en-US" altLang="zh-CN" sz="1400" dirty="0">
                <a:solidFill>
                  <a:schemeClr val="tx1"/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  <a:sym typeface="+mn-ea"/>
              </a:endParaRPr>
            </a:p>
          </p:txBody>
        </p:sp>
        <p:sp>
          <p:nvSpPr>
            <p:cNvPr id="116" name="矩形: 圆角 31"/>
            <p:cNvSpPr/>
            <p:nvPr/>
          </p:nvSpPr>
          <p:spPr>
            <a:xfrm rot="5400000">
              <a:off x="1947" y="4229"/>
              <a:ext cx="406" cy="1553"/>
            </a:xfrm>
            <a:prstGeom prst="roundRect">
              <a:avLst/>
            </a:prstGeom>
            <a:solidFill>
              <a:srgbClr val="A9D18E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</a:rPr>
                <a:t>Kd*de(t)/dt</a:t>
              </a:r>
              <a:endParaRPr lang="en-US" altLang="zh-CN" sz="140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cxnSp>
          <p:nvCxnSpPr>
            <p:cNvPr id="120" name="直接箭头连接符 119"/>
            <p:cNvCxnSpPr/>
            <p:nvPr/>
          </p:nvCxnSpPr>
          <p:spPr>
            <a:xfrm flipH="1">
              <a:off x="2161" y="1725"/>
              <a:ext cx="14" cy="1019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直接箭头连接符 120"/>
            <p:cNvCxnSpPr>
              <a:stCxn id="108" idx="3"/>
              <a:endCxn id="116" idx="1"/>
            </p:cNvCxnSpPr>
            <p:nvPr/>
          </p:nvCxnSpPr>
          <p:spPr>
            <a:xfrm flipH="1">
              <a:off x="2150" y="4224"/>
              <a:ext cx="1" cy="579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2" name="矩形: 圆角 79"/>
            <p:cNvSpPr/>
            <p:nvPr/>
          </p:nvSpPr>
          <p:spPr>
            <a:xfrm rot="5400000">
              <a:off x="1949" y="5449"/>
              <a:ext cx="402" cy="1335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</a:rPr>
                <a:t>Out(PID)</a:t>
              </a:r>
              <a:endParaRPr lang="en-US" altLang="zh-CN" sz="140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cxnSp>
          <p:nvCxnSpPr>
            <p:cNvPr id="132" name="直接箭头连接符 131"/>
            <p:cNvCxnSpPr>
              <a:stCxn id="116" idx="3"/>
              <a:endCxn id="122" idx="1"/>
            </p:cNvCxnSpPr>
            <p:nvPr/>
          </p:nvCxnSpPr>
          <p:spPr>
            <a:xfrm>
              <a:off x="2150" y="5209"/>
              <a:ext cx="0" cy="707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5" name="直接连接符 134"/>
            <p:cNvCxnSpPr>
              <a:stCxn id="122" idx="3"/>
              <a:endCxn id="139" idx="0"/>
            </p:cNvCxnSpPr>
            <p:nvPr/>
          </p:nvCxnSpPr>
          <p:spPr>
            <a:xfrm>
              <a:off x="2150" y="6318"/>
              <a:ext cx="2" cy="448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直接连接符 135"/>
            <p:cNvCxnSpPr/>
            <p:nvPr/>
          </p:nvCxnSpPr>
          <p:spPr>
            <a:xfrm flipH="1" flipV="1">
              <a:off x="995" y="2262"/>
              <a:ext cx="1180" cy="6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9" name="流程图: 汇总连接 138"/>
            <p:cNvSpPr/>
            <p:nvPr/>
          </p:nvSpPr>
          <p:spPr>
            <a:xfrm>
              <a:off x="2017" y="6766"/>
              <a:ext cx="269" cy="235"/>
            </a:xfrm>
            <a:prstGeom prst="flowChartSummingJunction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115"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cxnSp>
          <p:nvCxnSpPr>
            <p:cNvPr id="142" name="直接箭头连接符 141"/>
            <p:cNvCxnSpPr>
              <a:stCxn id="93" idx="3"/>
              <a:endCxn id="108" idx="1"/>
            </p:cNvCxnSpPr>
            <p:nvPr/>
          </p:nvCxnSpPr>
          <p:spPr>
            <a:xfrm>
              <a:off x="2151" y="3162"/>
              <a:ext cx="0" cy="655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4" name="矩形: 圆角 32"/>
            <p:cNvSpPr/>
            <p:nvPr/>
          </p:nvSpPr>
          <p:spPr>
            <a:xfrm rot="5400000">
              <a:off x="213" y="4463"/>
              <a:ext cx="1582" cy="454"/>
            </a:xfrm>
            <a:prstGeom prst="roundRect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</a:rPr>
                <a:t>Feedback</a:t>
              </a:r>
              <a:endParaRPr lang="en-US" altLang="zh-CN" sz="140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cxnSp>
          <p:nvCxnSpPr>
            <p:cNvPr id="145" name="连接符: 肘形 36"/>
            <p:cNvCxnSpPr>
              <a:stCxn id="144" idx="3"/>
              <a:endCxn id="139" idx="2"/>
            </p:cNvCxnSpPr>
            <p:nvPr/>
          </p:nvCxnSpPr>
          <p:spPr>
            <a:xfrm rot="5400000" flipV="1">
              <a:off x="809" y="5676"/>
              <a:ext cx="1403" cy="1013"/>
            </a:xfrm>
            <a:prstGeom prst="bentConnector2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" name="直接箭头连接符 145"/>
            <p:cNvCxnSpPr/>
            <p:nvPr/>
          </p:nvCxnSpPr>
          <p:spPr>
            <a:xfrm>
              <a:off x="1003" y="2277"/>
              <a:ext cx="2" cy="1608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48" name="组合 147"/>
            <p:cNvGrpSpPr/>
            <p:nvPr/>
          </p:nvGrpSpPr>
          <p:grpSpPr>
            <a:xfrm>
              <a:off x="7930" y="1023"/>
              <a:ext cx="7510" cy="7999"/>
              <a:chOff x="4737" y="369"/>
              <a:chExt cx="7510" cy="7999"/>
            </a:xfrm>
          </p:grpSpPr>
          <p:sp>
            <p:nvSpPr>
              <p:cNvPr id="151" name="圆角矩形 150"/>
              <p:cNvSpPr/>
              <p:nvPr/>
            </p:nvSpPr>
            <p:spPr>
              <a:xfrm>
                <a:off x="4737" y="369"/>
                <a:ext cx="7510" cy="7999"/>
              </a:xfrm>
              <a:prstGeom prst="roundRect">
                <a:avLst>
                  <a:gd name="adj" fmla="val 11171"/>
                </a:avLst>
              </a:prstGeom>
              <a:solidFill>
                <a:srgbClr val="BBDDD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1760">
                  <a:latin typeface="Times New Roman" panose="02020603050405020304" charset="0"/>
                  <a:cs typeface="Times New Roman" panose="02020603050405020304" charset="0"/>
                </a:endParaRPr>
              </a:p>
            </p:txBody>
          </p:sp>
          <p:sp>
            <p:nvSpPr>
              <p:cNvPr id="152" name="矩形 151"/>
              <p:cNvSpPr/>
              <p:nvPr/>
            </p:nvSpPr>
            <p:spPr>
              <a:xfrm flipH="1">
                <a:off x="6520" y="2440"/>
                <a:ext cx="727" cy="315"/>
              </a:xfrm>
              <a:prstGeom prst="rect">
                <a:avLst/>
              </a:prstGeom>
              <a:solidFill>
                <a:srgbClr val="EDD88B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  <a:latin typeface="Times New Roman" panose="02020603050405020304" charset="0"/>
                    <a:cs typeface="Times New Roman" panose="02020603050405020304" charset="0"/>
                  </a:rPr>
                  <a:t>Yes</a:t>
                </a:r>
                <a:endParaRPr lang="en-US" altLang="zh-CN" sz="1400" dirty="0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</a:endParaRPr>
              </a:p>
            </p:txBody>
          </p:sp>
          <p:sp>
            <p:nvSpPr>
              <p:cNvPr id="158" name="矩形: 圆角 29"/>
              <p:cNvSpPr/>
              <p:nvPr/>
            </p:nvSpPr>
            <p:spPr>
              <a:xfrm rot="5400000">
                <a:off x="6665" y="3373"/>
                <a:ext cx="399" cy="1605"/>
              </a:xfrm>
              <a:prstGeom prst="roundRect">
                <a:avLst/>
              </a:prstGeom>
              <a:solidFill>
                <a:srgbClr val="F4B183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p>
                <a:pPr algn="ctr">
                  <a:buClrTx/>
                  <a:buSzTx/>
                  <a:buFontTx/>
                </a:pPr>
                <a:r>
                  <a:rPr lang="en-US" altLang="zh-CN" sz="1170" dirty="0">
                    <a:solidFill>
                      <a:schemeClr val="tx1"/>
                    </a:solidFill>
                    <a:latin typeface="Times New Roman" panose="02020603050405020304" charset="0"/>
                    <a:cs typeface="Times New Roman" panose="02020603050405020304" charset="0"/>
                    <a:sym typeface="+mn-ea"/>
                  </a:rPr>
                  <a:t>PIDController</a:t>
                </a:r>
                <a:endParaRPr lang="en-US" altLang="zh-CN" sz="1170" dirty="0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  <a:sym typeface="+mn-ea"/>
                </a:endParaRPr>
              </a:p>
            </p:txBody>
          </p:sp>
          <p:sp>
            <p:nvSpPr>
              <p:cNvPr id="162" name="矩形: 圆角 30"/>
              <p:cNvSpPr/>
              <p:nvPr/>
            </p:nvSpPr>
            <p:spPr>
              <a:xfrm rot="5400000">
                <a:off x="9783" y="6081"/>
                <a:ext cx="399" cy="1533"/>
              </a:xfrm>
              <a:prstGeom prst="roundRect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vert="vert270" rtlCol="0" anchor="ctr"/>
              <a:p>
                <a:pPr algn="ctr">
                  <a:buClrTx/>
                  <a:buSzTx/>
                  <a:buFontTx/>
                </a:pPr>
                <a:r>
                  <a:rPr lang="en-US" altLang="zh-CN" sz="1170" dirty="0">
                    <a:solidFill>
                      <a:schemeClr val="tx1"/>
                    </a:solidFill>
                    <a:latin typeface="Times New Roman" panose="02020603050405020304" charset="0"/>
                    <a:cs typeface="Times New Roman" panose="02020603050405020304" charset="0"/>
                  </a:rPr>
                  <a:t>C</a:t>
                </a:r>
                <a:r>
                  <a:rPr lang="en-US" altLang="zh-CN" sz="1170" dirty="0">
                    <a:solidFill>
                      <a:schemeClr val="tx1"/>
                    </a:solidFill>
                    <a:latin typeface="Times New Roman" panose="02020603050405020304" charset="0"/>
                    <a:cs typeface="Times New Roman" panose="02020603050405020304" charset="0"/>
                  </a:rPr>
                  <a:t>onnect</a:t>
                </a:r>
                <a:endParaRPr lang="en-US" altLang="zh-CN" sz="1170" dirty="0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</a:endParaRPr>
              </a:p>
            </p:txBody>
          </p:sp>
          <p:sp>
            <p:nvSpPr>
              <p:cNvPr id="164" name="矩形: 圆角 31"/>
              <p:cNvSpPr/>
              <p:nvPr/>
            </p:nvSpPr>
            <p:spPr>
              <a:xfrm rot="5400000">
                <a:off x="6670" y="2644"/>
                <a:ext cx="398" cy="1435"/>
              </a:xfrm>
              <a:prstGeom prst="roundRect">
                <a:avLst/>
              </a:prstGeom>
              <a:solidFill>
                <a:schemeClr val="accent3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p>
                <a:pPr algn="ctr"/>
                <a:r>
                  <a:rPr lang="en-US" altLang="zh-CN" sz="1170" dirty="0">
                    <a:solidFill>
                      <a:schemeClr val="tx1"/>
                    </a:solidFill>
                    <a:latin typeface="Times New Roman" panose="02020603050405020304" charset="0"/>
                    <a:cs typeface="Times New Roman" panose="02020603050405020304" charset="0"/>
                  </a:rPr>
                  <a:t>UpdateMeet</a:t>
                </a:r>
                <a:endParaRPr lang="en-US" altLang="zh-CN" sz="1170" dirty="0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</a:endParaRPr>
              </a:p>
            </p:txBody>
          </p:sp>
          <p:cxnSp>
            <p:nvCxnSpPr>
              <p:cNvPr id="165" name="直接箭头连接符 164"/>
              <p:cNvCxnSpPr>
                <a:endCxn id="197" idx="0"/>
              </p:cNvCxnSpPr>
              <p:nvPr/>
            </p:nvCxnSpPr>
            <p:spPr>
              <a:xfrm flipH="1">
                <a:off x="6884" y="6332"/>
                <a:ext cx="10" cy="509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66" name="Diamond 5"/>
              <p:cNvSpPr/>
              <p:nvPr/>
            </p:nvSpPr>
            <p:spPr>
              <a:xfrm>
                <a:off x="7327" y="1473"/>
                <a:ext cx="2094" cy="1256"/>
              </a:xfrm>
              <a:prstGeom prst="diamond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altLang="zh-CN" sz="1170" dirty="0">
                    <a:solidFill>
                      <a:sysClr val="windowText" lastClr="000000"/>
                    </a:solidFill>
                    <a:latin typeface="Times New Roman" panose="02020603050405020304" charset="0"/>
                    <a:cs typeface="Times New Roman" panose="02020603050405020304" charset="0"/>
                  </a:rPr>
                  <a:t>Iter % N == 0?</a:t>
                </a:r>
                <a:endParaRPr lang="en-US" altLang="zh-CN" sz="1170" dirty="0">
                  <a:solidFill>
                    <a:sysClr val="windowText" lastClr="000000"/>
                  </a:solidFill>
                  <a:latin typeface="Times New Roman" panose="02020603050405020304" charset="0"/>
                  <a:cs typeface="Times New Roman" panose="02020603050405020304" charset="0"/>
                </a:endParaRPr>
              </a:p>
            </p:txBody>
          </p:sp>
          <p:sp>
            <p:nvSpPr>
              <p:cNvPr id="167" name="矩形 9"/>
              <p:cNvSpPr/>
              <p:nvPr/>
            </p:nvSpPr>
            <p:spPr>
              <a:xfrm flipH="1">
                <a:off x="9649" y="2414"/>
                <a:ext cx="667" cy="315"/>
              </a:xfrm>
              <a:prstGeom prst="rect">
                <a:avLst/>
              </a:prstGeom>
              <a:solidFill>
                <a:srgbClr val="EDD88B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  <a:latin typeface="Times New Roman" panose="02020603050405020304" charset="0"/>
                    <a:cs typeface="Times New Roman" panose="02020603050405020304" charset="0"/>
                  </a:rPr>
                  <a:t>No</a:t>
                </a:r>
                <a:endParaRPr lang="en-US" altLang="zh-CN" sz="1400" dirty="0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</a:endParaRPr>
              </a:p>
            </p:txBody>
          </p:sp>
          <p:cxnSp>
            <p:nvCxnSpPr>
              <p:cNvPr id="168" name="直接箭头连接符 51"/>
              <p:cNvCxnSpPr>
                <a:stCxn id="152" idx="2"/>
              </p:cNvCxnSpPr>
              <p:nvPr/>
            </p:nvCxnSpPr>
            <p:spPr>
              <a:xfrm>
                <a:off x="6883" y="2755"/>
                <a:ext cx="0" cy="434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9" name="直接箭头连接符 51"/>
              <p:cNvCxnSpPr/>
              <p:nvPr/>
            </p:nvCxnSpPr>
            <p:spPr>
              <a:xfrm>
                <a:off x="9983" y="2744"/>
                <a:ext cx="0" cy="419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0" name="连接符: 肘形 139"/>
              <p:cNvCxnSpPr>
                <a:stCxn id="166" idx="3"/>
                <a:endCxn id="167" idx="0"/>
              </p:cNvCxnSpPr>
              <p:nvPr/>
            </p:nvCxnSpPr>
            <p:spPr>
              <a:xfrm>
                <a:off x="9421" y="2101"/>
                <a:ext cx="561" cy="313"/>
              </a:xfrm>
              <a:prstGeom prst="bentConnector2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1" name="直接箭头连接符 33"/>
              <p:cNvCxnSpPr>
                <a:stCxn id="164" idx="3"/>
                <a:endCxn id="158" idx="1"/>
              </p:cNvCxnSpPr>
              <p:nvPr/>
            </p:nvCxnSpPr>
            <p:spPr>
              <a:xfrm flipH="1">
                <a:off x="6864" y="3561"/>
                <a:ext cx="5" cy="415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2" name="连接符: 肘形 36"/>
              <p:cNvCxnSpPr>
                <a:stCxn id="166" idx="1"/>
                <a:endCxn id="152" idx="0"/>
              </p:cNvCxnSpPr>
              <p:nvPr/>
            </p:nvCxnSpPr>
            <p:spPr>
              <a:xfrm rot="10800000" flipV="1">
                <a:off x="6883" y="2101"/>
                <a:ext cx="444" cy="339"/>
              </a:xfrm>
              <a:prstGeom prst="bentConnector2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3" name="直接箭头连接符 33"/>
              <p:cNvCxnSpPr>
                <a:stCxn id="158" idx="3"/>
                <a:endCxn id="194" idx="1"/>
              </p:cNvCxnSpPr>
              <p:nvPr/>
            </p:nvCxnSpPr>
            <p:spPr>
              <a:xfrm>
                <a:off x="6864" y="4375"/>
                <a:ext cx="5" cy="36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7" name="直接箭头连接符 33"/>
              <p:cNvCxnSpPr>
                <a:stCxn id="194" idx="3"/>
                <a:endCxn id="193" idx="1"/>
              </p:cNvCxnSpPr>
              <p:nvPr/>
            </p:nvCxnSpPr>
            <p:spPr>
              <a:xfrm>
                <a:off x="6869" y="5245"/>
                <a:ext cx="14" cy="468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3" name="矩形: 圆角 29"/>
              <p:cNvSpPr/>
              <p:nvPr/>
            </p:nvSpPr>
            <p:spPr>
              <a:xfrm rot="5400000">
                <a:off x="6562" y="5170"/>
                <a:ext cx="642" cy="1728"/>
              </a:xfrm>
              <a:prstGeom prst="roundRect">
                <a:avLst/>
              </a:prstGeom>
              <a:solidFill>
                <a:srgbClr val="D0CECE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p>
                <a:pPr algn="ctr"/>
                <a:r>
                  <a:rPr lang="en-US" altLang="zh-CN" sz="1170" dirty="0">
                    <a:solidFill>
                      <a:schemeClr val="tx1"/>
                    </a:solidFill>
                    <a:latin typeface="Times New Roman" panose="02020603050405020304" charset="0"/>
                    <a:cs typeface="Times New Roman" panose="02020603050405020304" charset="0"/>
                  </a:rPr>
                  <a:t>ValidateSample</a:t>
                </a:r>
                <a:endParaRPr lang="en-US" altLang="zh-CN" sz="1170" dirty="0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</a:endParaRPr>
              </a:p>
            </p:txBody>
          </p:sp>
          <p:sp>
            <p:nvSpPr>
              <p:cNvPr id="194" name="矩形: 圆角 29"/>
              <p:cNvSpPr/>
              <p:nvPr/>
            </p:nvSpPr>
            <p:spPr>
              <a:xfrm rot="5400000">
                <a:off x="6614" y="4320"/>
                <a:ext cx="510" cy="1340"/>
              </a:xfrm>
              <a:prstGeom prst="roundRect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p>
                <a:pPr algn="ctr"/>
                <a:r>
                  <a:rPr lang="en-US" altLang="zh-CN" sz="1170" dirty="0">
                    <a:solidFill>
                      <a:schemeClr val="tx1"/>
                    </a:solidFill>
                    <a:latin typeface="Times New Roman" panose="02020603050405020304" charset="0"/>
                    <a:cs typeface="Times New Roman" panose="02020603050405020304" charset="0"/>
                    <a:sym typeface="+mn-ea"/>
                  </a:rPr>
                  <a:t>Update SSR</a:t>
                </a:r>
                <a:endParaRPr lang="en-US" altLang="zh-CN" sz="1170" dirty="0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  <a:sym typeface="+mn-ea"/>
                </a:endParaRPr>
              </a:p>
            </p:txBody>
          </p:sp>
          <p:sp>
            <p:nvSpPr>
              <p:cNvPr id="196" name="矩形: 圆角 29"/>
              <p:cNvSpPr/>
              <p:nvPr/>
            </p:nvSpPr>
            <p:spPr>
              <a:xfrm rot="5400000">
                <a:off x="9704" y="2641"/>
                <a:ext cx="559" cy="1605"/>
              </a:xfrm>
              <a:prstGeom prst="roundRect">
                <a:avLst/>
              </a:prstGeom>
              <a:solidFill>
                <a:srgbClr val="D0CECE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p>
                <a:pPr algn="ctr"/>
                <a:r>
                  <a:rPr lang="en-US" altLang="zh-CN" sz="1400" dirty="0">
                    <a:solidFill>
                      <a:sysClr val="windowText" lastClr="000000"/>
                    </a:solidFill>
                    <a:latin typeface="Times New Roman" panose="02020603050405020304" charset="0"/>
                    <a:cs typeface="Times New Roman" panose="02020603050405020304" charset="0"/>
                  </a:rPr>
                  <a:t>return false</a:t>
                </a:r>
                <a:endParaRPr lang="en-US" altLang="zh-CN" sz="1400" dirty="0">
                  <a:solidFill>
                    <a:sysClr val="windowText" lastClr="000000"/>
                  </a:solidFill>
                  <a:latin typeface="Times New Roman" panose="02020603050405020304" charset="0"/>
                  <a:cs typeface="Times New Roman" panose="02020603050405020304" charset="0"/>
                </a:endParaRPr>
              </a:p>
            </p:txBody>
          </p:sp>
          <p:sp>
            <p:nvSpPr>
              <p:cNvPr id="197" name="Diamond 120"/>
              <p:cNvSpPr/>
              <p:nvPr/>
            </p:nvSpPr>
            <p:spPr>
              <a:xfrm>
                <a:off x="5522" y="6841"/>
                <a:ext cx="2724" cy="1024"/>
              </a:xfrm>
              <a:prstGeom prst="diamond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>
                  <a:buClrTx/>
                  <a:buSzTx/>
                  <a:buFontTx/>
                </a:pPr>
                <a:r>
                  <a:rPr lang="en-US" altLang="zh-CN" sz="1400" dirty="0">
                    <a:solidFill>
                      <a:schemeClr val="tx1"/>
                    </a:solidFill>
                    <a:latin typeface="Times New Roman" panose="02020603050405020304" charset="0"/>
                    <a:cs typeface="Times New Roman" panose="02020603050405020304" charset="0"/>
                  </a:rPr>
                  <a:t>Collision?</a:t>
                </a:r>
                <a:endParaRPr lang="en-US" altLang="zh-CN" sz="1400" dirty="0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</a:endParaRPr>
              </a:p>
            </p:txBody>
          </p:sp>
          <p:sp>
            <p:nvSpPr>
              <p:cNvPr id="199" name="Diamond 120"/>
              <p:cNvSpPr/>
              <p:nvPr/>
            </p:nvSpPr>
            <p:spPr>
              <a:xfrm>
                <a:off x="8527" y="5088"/>
                <a:ext cx="2912" cy="1024"/>
              </a:xfrm>
              <a:prstGeom prst="diamond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>
                  <a:buClrTx/>
                  <a:buSzTx/>
                  <a:buFontTx/>
                </a:pPr>
                <a:r>
                  <a:rPr lang="en-US" altLang="zh-CN" sz="1170" dirty="0">
                    <a:solidFill>
                      <a:schemeClr val="tx1"/>
                    </a:solidFill>
                    <a:latin typeface="Times New Roman" panose="02020603050405020304" charset="0"/>
                    <a:cs typeface="Times New Roman" panose="02020603050405020304" charset="0"/>
                  </a:rPr>
                  <a:t>Check</a:t>
                </a:r>
                <a:endParaRPr lang="en-US" altLang="zh-CN" sz="1170" dirty="0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</a:endParaRPr>
              </a:p>
              <a:p>
                <a:pPr algn="ctr">
                  <a:buClrTx/>
                  <a:buSzTx/>
                  <a:buFontTx/>
                </a:pPr>
                <a:r>
                  <a:rPr lang="en-US" altLang="zh-CN" sz="1170" dirty="0">
                    <a:solidFill>
                      <a:schemeClr val="tx1"/>
                    </a:solidFill>
                    <a:latin typeface="Times New Roman" panose="02020603050405020304" charset="0"/>
                    <a:cs typeface="Times New Roman" panose="02020603050405020304" charset="0"/>
                  </a:rPr>
                  <a:t>   Connect？</a:t>
                </a:r>
                <a:endParaRPr lang="en-US" altLang="zh-CN" sz="1170" dirty="0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</a:endParaRPr>
              </a:p>
            </p:txBody>
          </p:sp>
          <p:cxnSp>
            <p:nvCxnSpPr>
              <p:cNvPr id="200" name="直接箭头连接符 199"/>
              <p:cNvCxnSpPr>
                <a:stCxn id="197" idx="3"/>
              </p:cNvCxnSpPr>
              <p:nvPr/>
            </p:nvCxnSpPr>
            <p:spPr>
              <a:xfrm flipV="1">
                <a:off x="8246" y="4355"/>
                <a:ext cx="19" cy="2998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01" name="文本框 200"/>
              <p:cNvSpPr txBox="1"/>
              <p:nvPr/>
            </p:nvSpPr>
            <p:spPr>
              <a:xfrm>
                <a:off x="9983" y="6230"/>
                <a:ext cx="889" cy="48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pPr algn="l">
                  <a:buClrTx/>
                  <a:buSzTx/>
                  <a:buFontTx/>
                </a:pPr>
                <a:r>
                  <a:rPr lang="en-US" altLang="zh-CN" sz="1400" dirty="0" err="1">
                    <a:latin typeface="Times New Roman" panose="02020603050405020304" charset="0"/>
                    <a:cs typeface="Times New Roman" panose="02020603050405020304" charset="0"/>
                  </a:rPr>
                  <a:t>Yes</a:t>
                </a:r>
                <a:endParaRPr lang="en-US" altLang="zh-CN" sz="1400" dirty="0" err="1">
                  <a:latin typeface="Times New Roman" panose="02020603050405020304" charset="0"/>
                  <a:cs typeface="Times New Roman" panose="02020603050405020304" charset="0"/>
                </a:endParaRPr>
              </a:p>
            </p:txBody>
          </p:sp>
          <p:cxnSp>
            <p:nvCxnSpPr>
              <p:cNvPr id="203" name="连接符: 肘形 36"/>
              <p:cNvCxnSpPr>
                <a:stCxn id="197" idx="1"/>
                <a:endCxn id="166" idx="0"/>
              </p:cNvCxnSpPr>
              <p:nvPr/>
            </p:nvCxnSpPr>
            <p:spPr>
              <a:xfrm rot="10800000" flipH="1">
                <a:off x="5522" y="1473"/>
                <a:ext cx="2852" cy="5880"/>
              </a:xfrm>
              <a:prstGeom prst="bentConnector4">
                <a:avLst>
                  <a:gd name="adj1" fmla="val -13149"/>
                  <a:gd name="adj2" fmla="val 106378"/>
                </a:avLst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5" name="连接符: 肘形 36"/>
              <p:cNvCxnSpPr>
                <a:endCxn id="199" idx="0"/>
              </p:cNvCxnSpPr>
              <p:nvPr/>
            </p:nvCxnSpPr>
            <p:spPr>
              <a:xfrm>
                <a:off x="8264" y="4368"/>
                <a:ext cx="1719" cy="720"/>
              </a:xfrm>
              <a:prstGeom prst="bentConnector2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6" name="直接箭头连接符 205"/>
              <p:cNvCxnSpPr>
                <a:stCxn id="199" idx="2"/>
                <a:endCxn id="162" idx="1"/>
              </p:cNvCxnSpPr>
              <p:nvPr/>
            </p:nvCxnSpPr>
            <p:spPr>
              <a:xfrm flipH="1">
                <a:off x="9982" y="6112"/>
                <a:ext cx="1" cy="536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8" name="连接符: 肘形 139"/>
              <p:cNvCxnSpPr>
                <a:stCxn id="199" idx="3"/>
                <a:endCxn id="166" idx="0"/>
              </p:cNvCxnSpPr>
              <p:nvPr/>
            </p:nvCxnSpPr>
            <p:spPr>
              <a:xfrm flipH="1" flipV="1">
                <a:off x="8374" y="1473"/>
                <a:ext cx="3065" cy="4127"/>
              </a:xfrm>
              <a:prstGeom prst="bentConnector4">
                <a:avLst>
                  <a:gd name="adj1" fmla="val -12235"/>
                  <a:gd name="adj2" fmla="val 109087"/>
                </a:avLst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09" name="文本框 208"/>
              <p:cNvSpPr txBox="1"/>
              <p:nvPr/>
            </p:nvSpPr>
            <p:spPr>
              <a:xfrm>
                <a:off x="5224" y="6841"/>
                <a:ext cx="889" cy="48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400" dirty="0" err="1">
                    <a:latin typeface="Times New Roman" panose="02020603050405020304" charset="0"/>
                    <a:cs typeface="Times New Roman" panose="02020603050405020304" charset="0"/>
                  </a:rPr>
                  <a:t>No</a:t>
                </a:r>
                <a:endParaRPr lang="en-US" altLang="zh-CN" sz="1400" dirty="0" err="1">
                  <a:latin typeface="Times New Roman" panose="02020603050405020304" charset="0"/>
                  <a:cs typeface="Times New Roman" panose="02020603050405020304" charset="0"/>
                </a:endParaRPr>
              </a:p>
            </p:txBody>
          </p:sp>
          <p:sp>
            <p:nvSpPr>
              <p:cNvPr id="210" name="文本框 209"/>
              <p:cNvSpPr txBox="1"/>
              <p:nvPr/>
            </p:nvSpPr>
            <p:spPr>
              <a:xfrm>
                <a:off x="7539" y="6648"/>
                <a:ext cx="889" cy="48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pPr algn="l">
                  <a:buClrTx/>
                  <a:buSzTx/>
                  <a:buFontTx/>
                </a:pPr>
                <a:r>
                  <a:rPr lang="en-US" altLang="zh-CN" sz="1400" dirty="0" err="1">
                    <a:latin typeface="Times New Roman" panose="02020603050405020304" charset="0"/>
                    <a:cs typeface="Times New Roman" panose="02020603050405020304" charset="0"/>
                  </a:rPr>
                  <a:t>Yes</a:t>
                </a:r>
                <a:endParaRPr lang="en-US" altLang="zh-CN" sz="1400" dirty="0" err="1">
                  <a:latin typeface="Times New Roman" panose="02020603050405020304" charset="0"/>
                  <a:cs typeface="Times New Roman" panose="02020603050405020304" charset="0"/>
                </a:endParaRPr>
              </a:p>
            </p:txBody>
          </p:sp>
          <p:sp>
            <p:nvSpPr>
              <p:cNvPr id="212" name="文本框 211"/>
              <p:cNvSpPr txBox="1"/>
              <p:nvPr/>
            </p:nvSpPr>
            <p:spPr>
              <a:xfrm>
                <a:off x="11185" y="5050"/>
                <a:ext cx="889" cy="48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400" dirty="0" err="1">
                    <a:latin typeface="Times New Roman" panose="02020603050405020304" charset="0"/>
                    <a:cs typeface="Times New Roman" panose="02020603050405020304" charset="0"/>
                  </a:rPr>
                  <a:t>No</a:t>
                </a:r>
                <a:endParaRPr lang="en-US" altLang="zh-CN" sz="1400" dirty="0" err="1">
                  <a:latin typeface="Times New Roman" panose="02020603050405020304" charset="0"/>
                  <a:cs typeface="Times New Roman" panose="02020603050405020304" charset="0"/>
                </a:endParaRPr>
              </a:p>
            </p:txBody>
          </p:sp>
        </p:grpSp>
        <p:sp>
          <p:nvSpPr>
            <p:cNvPr id="213" name="流程图: 或者 212"/>
            <p:cNvSpPr/>
            <p:nvPr/>
          </p:nvSpPr>
          <p:spPr>
            <a:xfrm rot="5400000">
              <a:off x="2027" y="7213"/>
              <a:ext cx="251" cy="254"/>
            </a:xfrm>
            <a:prstGeom prst="flowChartOr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cxnSp>
          <p:nvCxnSpPr>
            <p:cNvPr id="214" name="直接连接符 213"/>
            <p:cNvCxnSpPr>
              <a:endCxn id="213" idx="2"/>
            </p:cNvCxnSpPr>
            <p:nvPr/>
          </p:nvCxnSpPr>
          <p:spPr>
            <a:xfrm flipH="1">
              <a:off x="2153" y="6999"/>
              <a:ext cx="5" cy="217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5" name="直接箭头连接符 214"/>
            <p:cNvCxnSpPr>
              <a:stCxn id="213" idx="6"/>
            </p:cNvCxnSpPr>
            <p:nvPr/>
          </p:nvCxnSpPr>
          <p:spPr>
            <a:xfrm>
              <a:off x="2154" y="7467"/>
              <a:ext cx="1" cy="384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47" name="文本框 946"/>
          <p:cNvSpPr txBox="1"/>
          <p:nvPr/>
        </p:nvSpPr>
        <p:spPr>
          <a:xfrm>
            <a:off x="918210" y="6646545"/>
            <a:ext cx="188595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1400" dirty="0">
                <a:latin typeface="Times New Roman" panose="02020603050405020304" charset="0"/>
                <a:cs typeface="Times New Roman" panose="02020603050405020304" charset="0"/>
                <a:sym typeface="+mn-ea"/>
              </a:rPr>
              <a:t>Start Path Planing</a:t>
            </a:r>
            <a:endParaRPr lang="en-US" altLang="zh-CN" sz="1400" dirty="0" err="1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217" name="文本框 946"/>
          <p:cNvSpPr txBox="1"/>
          <p:nvPr/>
        </p:nvSpPr>
        <p:spPr>
          <a:xfrm>
            <a:off x="3359785" y="6646545"/>
            <a:ext cx="138620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1400" dirty="0" err="1">
                <a:latin typeface="Times New Roman" panose="02020603050405020304" charset="0"/>
                <a:cs typeface="Times New Roman" panose="02020603050405020304" charset="0"/>
                <a:sym typeface="+mn-ea"/>
              </a:rPr>
              <a:t>Path Founded</a:t>
            </a:r>
            <a:endParaRPr lang="en-US" altLang="zh-CN" sz="1400" dirty="0" err="1"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220" name="矩形: 圆角 691"/>
          <p:cNvSpPr/>
          <p:nvPr/>
        </p:nvSpPr>
        <p:spPr>
          <a:xfrm>
            <a:off x="338455" y="6646545"/>
            <a:ext cx="762635" cy="281940"/>
          </a:xfrm>
          <a:prstGeom prst="roundRect">
            <a:avLst/>
          </a:prstGeom>
          <a:solidFill>
            <a:srgbClr val="C5E0B4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20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SP</a:t>
            </a:r>
            <a:endParaRPr lang="en-US" altLang="zh-CN" sz="1200" dirty="0">
              <a:solidFill>
                <a:sysClr val="windowText" lastClr="000000"/>
              </a:solidFill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221" name="矩形: 圆角 691"/>
          <p:cNvSpPr/>
          <p:nvPr/>
        </p:nvSpPr>
        <p:spPr>
          <a:xfrm>
            <a:off x="2704465" y="6646545"/>
            <a:ext cx="762635" cy="281940"/>
          </a:xfrm>
          <a:prstGeom prst="roundRect">
            <a:avLst/>
          </a:prstGeom>
          <a:solidFill>
            <a:srgbClr val="FFD966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PF</a:t>
            </a:r>
            <a:endParaRPr lang="en-US" altLang="zh-CN" sz="1200" dirty="0">
              <a:solidFill>
                <a:sysClr val="windowText" lastClr="000000"/>
              </a:solidFill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224" name="流程图: 或者 223"/>
          <p:cNvSpPr/>
          <p:nvPr/>
        </p:nvSpPr>
        <p:spPr>
          <a:xfrm>
            <a:off x="4841875" y="6646545"/>
            <a:ext cx="238760" cy="231140"/>
          </a:xfrm>
          <a:prstGeom prst="flowChartOr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6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225" name="文本框 224"/>
          <p:cNvSpPr txBox="1"/>
          <p:nvPr/>
        </p:nvSpPr>
        <p:spPr>
          <a:xfrm>
            <a:off x="5080635" y="6646545"/>
            <a:ext cx="90995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charset="0"/>
                <a:cs typeface="Times New Roman" panose="02020603050405020304" charset="0"/>
              </a:rPr>
              <a:t>Addition</a:t>
            </a:r>
            <a:endParaRPr lang="en-US" altLang="zh-CN" sz="1400" dirty="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226" name="文本框 225"/>
          <p:cNvSpPr txBox="1"/>
          <p:nvPr/>
        </p:nvSpPr>
        <p:spPr>
          <a:xfrm>
            <a:off x="6265545" y="6646545"/>
            <a:ext cx="99949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buClrTx/>
              <a:buSzTx/>
              <a:buFontTx/>
            </a:pPr>
            <a:r>
              <a:rPr lang="en-US" altLang="zh-CN" sz="1400" dirty="0">
                <a:latin typeface="Times New Roman" panose="02020603050405020304" charset="0"/>
                <a:cs typeface="Times New Roman" panose="02020603050405020304" charset="0"/>
              </a:rPr>
              <a:t>Judgement</a:t>
            </a:r>
            <a:endParaRPr lang="en-US" altLang="zh-CN" sz="1400" dirty="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227" name="流程图: 汇总连接 226"/>
          <p:cNvSpPr/>
          <p:nvPr/>
        </p:nvSpPr>
        <p:spPr>
          <a:xfrm>
            <a:off x="6028690" y="6646545"/>
            <a:ext cx="236855" cy="229235"/>
          </a:xfrm>
          <a:prstGeom prst="flowChartSummingJunction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115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4" name="矩形: 圆角 30"/>
          <p:cNvSpPr/>
          <p:nvPr/>
        </p:nvSpPr>
        <p:spPr>
          <a:xfrm rot="5400000">
            <a:off x="3352800" y="3256280"/>
            <a:ext cx="338455" cy="833755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vert270" rtlCol="0" anchor="ctr"/>
          <a:p>
            <a:pPr algn="ctr">
              <a:buClrTx/>
              <a:buSzTx/>
              <a:buFontTx/>
            </a:pPr>
            <a:r>
              <a:rPr lang="en-US" altLang="zh-CN" sz="117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PF</a:t>
            </a:r>
            <a:endParaRPr lang="en-US" altLang="zh-CN" sz="1170" dirty="0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cxnSp>
        <p:nvCxnSpPr>
          <p:cNvPr id="5" name="直接箭头连接符 4"/>
          <p:cNvCxnSpPr/>
          <p:nvPr/>
        </p:nvCxnSpPr>
        <p:spPr>
          <a:xfrm flipH="1">
            <a:off x="8366760" y="4890770"/>
            <a:ext cx="635" cy="34036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直接箭头连接符 6"/>
          <p:cNvCxnSpPr/>
          <p:nvPr/>
        </p:nvCxnSpPr>
        <p:spPr>
          <a:xfrm>
            <a:off x="7343775" y="822325"/>
            <a:ext cx="4445" cy="52895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文本框 7"/>
          <p:cNvSpPr txBox="1"/>
          <p:nvPr/>
        </p:nvSpPr>
        <p:spPr>
          <a:xfrm>
            <a:off x="1082040" y="6224905"/>
            <a:ext cx="366395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1400" dirty="0" err="1">
                <a:latin typeface="Times New Roman" panose="02020603050405020304" charset="0"/>
                <a:cs typeface="Times New Roman" panose="02020603050405020304" charset="0"/>
              </a:rPr>
              <a:t>Adaptive Dual-Ellipsoid Constrained Sampling</a:t>
            </a:r>
            <a:endParaRPr lang="en-US" altLang="zh-CN" sz="1400" dirty="0" err="1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9" name="矩形: 圆角 691"/>
          <p:cNvSpPr/>
          <p:nvPr/>
        </p:nvSpPr>
        <p:spPr>
          <a:xfrm>
            <a:off x="338455" y="6249670"/>
            <a:ext cx="762635" cy="281940"/>
          </a:xfrm>
          <a:prstGeom prst="roundRect">
            <a:avLst/>
          </a:prstGeom>
          <a:solidFill>
            <a:srgbClr val="BBDDDF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ADCS</a:t>
            </a:r>
            <a:endParaRPr lang="en-US" altLang="zh-CN" sz="1200" dirty="0">
              <a:solidFill>
                <a:sysClr val="windowText" lastClr="000000"/>
              </a:solidFill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21" name="文本框 20"/>
          <p:cNvSpPr txBox="1"/>
          <p:nvPr/>
        </p:nvSpPr>
        <p:spPr>
          <a:xfrm>
            <a:off x="287020" y="5231130"/>
            <a:ext cx="1835150" cy="30670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CN" sz="1400" dirty="0" err="1">
                <a:latin typeface="Times New Roman" panose="02020603050405020304" charset="0"/>
                <a:cs typeface="Times New Roman" panose="02020603050405020304" charset="0"/>
              </a:rPr>
              <a:t>(A)PID</a:t>
            </a:r>
            <a:endParaRPr lang="en-US" altLang="zh-CN" sz="1400" dirty="0" err="1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63" name="文本框 62"/>
          <p:cNvSpPr txBox="1"/>
          <p:nvPr/>
        </p:nvSpPr>
        <p:spPr>
          <a:xfrm>
            <a:off x="5035550" y="5824855"/>
            <a:ext cx="4768215" cy="4864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CN" sz="1400" dirty="0" err="1">
                <a:latin typeface="Times New Roman" panose="02020603050405020304" charset="0"/>
                <a:cs typeface="Times New Roman" panose="02020603050405020304" charset="0"/>
              </a:rPr>
              <a:t>(C)</a:t>
            </a:r>
            <a:r>
              <a:rPr lang="en-US" altLang="zh-CN" sz="1400" dirty="0" err="1">
                <a:latin typeface="Times New Roman" panose="02020603050405020304" charset="0"/>
                <a:cs typeface="Times New Roman" panose="02020603050405020304" charset="0"/>
                <a:sym typeface="+mn-ea"/>
              </a:rPr>
              <a:t>ADCS</a:t>
            </a:r>
            <a:endParaRPr lang="en-US" altLang="zh-CN" sz="1400" dirty="0" err="1">
              <a:latin typeface="Times New Roman" panose="02020603050405020304" charset="0"/>
              <a:cs typeface="Times New Roman" panose="02020603050405020304" charset="0"/>
            </a:endParaRPr>
          </a:p>
          <a:p>
            <a:pPr algn="ctr"/>
            <a:endParaRPr lang="en-US" altLang="zh-CN" sz="1170" dirty="0"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79" name="文本框 78"/>
          <p:cNvSpPr txBox="1"/>
          <p:nvPr/>
        </p:nvSpPr>
        <p:spPr>
          <a:xfrm>
            <a:off x="2734945" y="4434840"/>
            <a:ext cx="1583690" cy="30670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CN" sz="1400" dirty="0" err="1">
                <a:latin typeface="Times New Roman" panose="02020603050405020304" charset="0"/>
                <a:cs typeface="Times New Roman" panose="02020603050405020304" charset="0"/>
              </a:rPr>
              <a:t>(B)SC-RRT</a:t>
            </a:r>
            <a:endParaRPr lang="en-US" altLang="zh-CN" sz="1400" dirty="0" err="1">
              <a:latin typeface="Times New Roman" panose="02020603050405020304" charset="0"/>
              <a:cs typeface="Times New Roman" panose="02020603050405020304" charset="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矩形: 圆角 175"/>
          <p:cNvSpPr/>
          <p:nvPr/>
        </p:nvSpPr>
        <p:spPr>
          <a:xfrm>
            <a:off x="2659380" y="1478915"/>
            <a:ext cx="1659255" cy="2493010"/>
          </a:xfrm>
          <a:prstGeom prst="roundRect">
            <a:avLst/>
          </a:prstGeom>
          <a:solidFill>
            <a:srgbClr val="FBEECB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78" name="矩形: 圆角 177"/>
          <p:cNvSpPr/>
          <p:nvPr/>
        </p:nvSpPr>
        <p:spPr>
          <a:xfrm>
            <a:off x="2734310" y="2391410"/>
            <a:ext cx="1494155" cy="774700"/>
          </a:xfrm>
          <a:prstGeom prst="roundRect">
            <a:avLst>
              <a:gd name="adj" fmla="val 10161"/>
            </a:avLst>
          </a:prstGeom>
          <a:solidFill>
            <a:srgbClr val="FFD966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6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79" name="矩形: 圆角 178"/>
          <p:cNvSpPr/>
          <p:nvPr/>
        </p:nvSpPr>
        <p:spPr>
          <a:xfrm>
            <a:off x="2804160" y="2588260"/>
            <a:ext cx="622300" cy="252730"/>
          </a:xfrm>
          <a:prstGeom prst="roundRect">
            <a:avLst/>
          </a:prstGeom>
          <a:solidFill>
            <a:srgbClr val="F4B18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ysClr val="windowText" lastClr="000000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SSFOR</a:t>
            </a:r>
            <a:endParaRPr lang="en-US" altLang="zh-CN" sz="1000" dirty="0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80" name="矩形: 圆角 179"/>
          <p:cNvSpPr/>
          <p:nvPr/>
        </p:nvSpPr>
        <p:spPr>
          <a:xfrm>
            <a:off x="3588385" y="2582545"/>
            <a:ext cx="557530" cy="252730"/>
          </a:xfrm>
          <a:prstGeom prst="roundRect">
            <a:avLst/>
          </a:prstGeom>
          <a:solidFill>
            <a:srgbClr val="BBDDDF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ADCS</a:t>
            </a:r>
            <a:endParaRPr lang="en-US" altLang="zh-CN" sz="1000" dirty="0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cxnSp>
        <p:nvCxnSpPr>
          <p:cNvPr id="181" name="连接符: 肘形 180"/>
          <p:cNvCxnSpPr>
            <a:endCxn id="179" idx="0"/>
          </p:cNvCxnSpPr>
          <p:nvPr/>
        </p:nvCxnSpPr>
        <p:spPr>
          <a:xfrm rot="10800000" flipV="1">
            <a:off x="3114675" y="2499360"/>
            <a:ext cx="370205" cy="88900"/>
          </a:xfrm>
          <a:prstGeom prst="bentConnector2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3" name="连接符: 肘形 182"/>
          <p:cNvCxnSpPr>
            <a:endCxn id="180" idx="0"/>
          </p:cNvCxnSpPr>
          <p:nvPr/>
        </p:nvCxnSpPr>
        <p:spPr>
          <a:xfrm>
            <a:off x="3480435" y="2498725"/>
            <a:ext cx="386715" cy="83820"/>
          </a:xfrm>
          <a:prstGeom prst="bentConnector2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4" name="流程图: 或者 183"/>
          <p:cNvSpPr/>
          <p:nvPr/>
        </p:nvSpPr>
        <p:spPr>
          <a:xfrm rot="5400000">
            <a:off x="3403600" y="2890520"/>
            <a:ext cx="156210" cy="161290"/>
          </a:xfrm>
          <a:prstGeom prst="flowChartOr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60">
              <a:latin typeface="Times New Roman" panose="02020603050405020304" charset="0"/>
              <a:cs typeface="Times New Roman" panose="02020603050405020304" charset="0"/>
            </a:endParaRPr>
          </a:p>
        </p:txBody>
      </p:sp>
      <p:cxnSp>
        <p:nvCxnSpPr>
          <p:cNvPr id="185" name="连接符: 肘形 184"/>
          <p:cNvCxnSpPr>
            <a:stCxn id="179" idx="2"/>
            <a:endCxn id="184" idx="4"/>
          </p:cNvCxnSpPr>
          <p:nvPr/>
        </p:nvCxnSpPr>
        <p:spPr>
          <a:xfrm rot="5400000" flipV="1">
            <a:off x="3193415" y="2763520"/>
            <a:ext cx="130175" cy="285750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6" name="连接符: 肘形 185"/>
          <p:cNvCxnSpPr>
            <a:stCxn id="180" idx="2"/>
            <a:endCxn id="184" idx="0"/>
          </p:cNvCxnSpPr>
          <p:nvPr/>
        </p:nvCxnSpPr>
        <p:spPr>
          <a:xfrm rot="5400000">
            <a:off x="3646805" y="2750820"/>
            <a:ext cx="135890" cy="304800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直接连接符 186"/>
          <p:cNvCxnSpPr>
            <a:stCxn id="178" idx="2"/>
            <a:endCxn id="178" idx="2"/>
          </p:cNvCxnSpPr>
          <p:nvPr/>
        </p:nvCxnSpPr>
        <p:spPr>
          <a:xfrm>
            <a:off x="3481705" y="3166110"/>
            <a:ext cx="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8" name="直接连接符 187"/>
          <p:cNvCxnSpPr>
            <a:stCxn id="184" idx="6"/>
            <a:endCxn id="178" idx="2"/>
          </p:cNvCxnSpPr>
          <p:nvPr/>
        </p:nvCxnSpPr>
        <p:spPr>
          <a:xfrm>
            <a:off x="3481705" y="3049270"/>
            <a:ext cx="0" cy="11684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9" name="矩形: 圆角 188"/>
          <p:cNvSpPr/>
          <p:nvPr/>
        </p:nvSpPr>
        <p:spPr>
          <a:xfrm>
            <a:off x="3065780" y="1828165"/>
            <a:ext cx="836930" cy="363220"/>
          </a:xfrm>
          <a:prstGeom prst="roundRect">
            <a:avLst/>
          </a:prstGeom>
          <a:solidFill>
            <a:srgbClr val="C66A59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SP</a:t>
            </a:r>
            <a:endParaRPr lang="en-US" altLang="zh-CN" sz="1200" dirty="0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cxnSp>
        <p:nvCxnSpPr>
          <p:cNvPr id="191" name="直接箭头连接符 190"/>
          <p:cNvCxnSpPr>
            <a:endCxn id="189" idx="0"/>
          </p:cNvCxnSpPr>
          <p:nvPr/>
        </p:nvCxnSpPr>
        <p:spPr>
          <a:xfrm>
            <a:off x="3478530" y="1534795"/>
            <a:ext cx="5715" cy="29337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2" name="直接箭头连接符 191"/>
          <p:cNvCxnSpPr/>
          <p:nvPr/>
        </p:nvCxnSpPr>
        <p:spPr>
          <a:xfrm>
            <a:off x="3482340" y="2191385"/>
            <a:ext cx="0" cy="31432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5" name="直接箭头连接符 194"/>
          <p:cNvCxnSpPr>
            <a:stCxn id="178" idx="2"/>
          </p:cNvCxnSpPr>
          <p:nvPr/>
        </p:nvCxnSpPr>
        <p:spPr>
          <a:xfrm flipH="1">
            <a:off x="3474720" y="3166110"/>
            <a:ext cx="6985" cy="28321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2" name="直接连接符 201"/>
          <p:cNvCxnSpPr/>
          <p:nvPr/>
        </p:nvCxnSpPr>
        <p:spPr>
          <a:xfrm flipH="1" flipV="1">
            <a:off x="2054860" y="1006475"/>
            <a:ext cx="926465" cy="1599565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4" name="直接连接符 203"/>
          <p:cNvCxnSpPr/>
          <p:nvPr/>
        </p:nvCxnSpPr>
        <p:spPr>
          <a:xfrm flipH="1">
            <a:off x="2065020" y="2858770"/>
            <a:ext cx="934085" cy="215265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7" name="直接连接符 206"/>
          <p:cNvCxnSpPr/>
          <p:nvPr/>
        </p:nvCxnSpPr>
        <p:spPr>
          <a:xfrm flipV="1">
            <a:off x="4125595" y="848360"/>
            <a:ext cx="1017905" cy="173863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直接连接符 210"/>
          <p:cNvCxnSpPr/>
          <p:nvPr/>
        </p:nvCxnSpPr>
        <p:spPr>
          <a:xfrm>
            <a:off x="4123690" y="2827020"/>
            <a:ext cx="911860" cy="2465705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8" name="组合 147"/>
          <p:cNvGrpSpPr/>
          <p:nvPr/>
        </p:nvGrpSpPr>
        <p:grpSpPr>
          <a:xfrm rot="0">
            <a:off x="5035550" y="650240"/>
            <a:ext cx="4768850" cy="5079365"/>
            <a:chOff x="4737" y="369"/>
            <a:chExt cx="7510" cy="7999"/>
          </a:xfrm>
        </p:grpSpPr>
        <p:sp>
          <p:nvSpPr>
            <p:cNvPr id="151" name="圆角矩形 150"/>
            <p:cNvSpPr/>
            <p:nvPr/>
          </p:nvSpPr>
          <p:spPr>
            <a:xfrm>
              <a:off x="4737" y="369"/>
              <a:ext cx="7510" cy="7999"/>
            </a:xfrm>
            <a:prstGeom prst="roundRect">
              <a:avLst>
                <a:gd name="adj" fmla="val 11171"/>
              </a:avLst>
            </a:prstGeom>
            <a:solidFill>
              <a:srgbClr val="BBDDDF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760"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sp>
          <p:nvSpPr>
            <p:cNvPr id="152" name="矩形 151"/>
            <p:cNvSpPr/>
            <p:nvPr/>
          </p:nvSpPr>
          <p:spPr>
            <a:xfrm flipH="1">
              <a:off x="6520" y="2440"/>
              <a:ext cx="727" cy="315"/>
            </a:xfrm>
            <a:prstGeom prst="rect">
              <a:avLst/>
            </a:prstGeom>
            <a:solidFill>
              <a:srgbClr val="C66A59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sz="1400" dirty="0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</a:rPr>
                <a:t>Yes</a:t>
              </a:r>
              <a:endParaRPr lang="en-US" altLang="zh-CN" sz="140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sp>
          <p:nvSpPr>
            <p:cNvPr id="158" name="矩形: 圆角 29"/>
            <p:cNvSpPr/>
            <p:nvPr/>
          </p:nvSpPr>
          <p:spPr>
            <a:xfrm rot="5400000">
              <a:off x="6665" y="3373"/>
              <a:ext cx="399" cy="1605"/>
            </a:xfrm>
            <a:prstGeom prst="roundRect">
              <a:avLst/>
            </a:prstGeom>
            <a:solidFill>
              <a:srgbClr val="FFD96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p>
              <a:pPr algn="ctr">
                <a:buClrTx/>
                <a:buSzTx/>
                <a:buFontTx/>
              </a:pPr>
              <a:r>
                <a:rPr lang="en-US" altLang="zh-CN" sz="1170" dirty="0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  <a:sym typeface="+mn-ea"/>
                </a:rPr>
                <a:t>Update SSR</a:t>
              </a:r>
              <a:endParaRPr lang="en-US" altLang="zh-CN" sz="117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endParaRPr>
            </a:p>
          </p:txBody>
        </p:sp>
        <p:sp>
          <p:nvSpPr>
            <p:cNvPr id="164" name="矩形: 圆角 31"/>
            <p:cNvSpPr/>
            <p:nvPr/>
          </p:nvSpPr>
          <p:spPr>
            <a:xfrm rot="5400000">
              <a:off x="6670" y="2644"/>
              <a:ext cx="398" cy="1435"/>
            </a:xfrm>
            <a:prstGeom prst="roundRect">
              <a:avLst/>
            </a:prstGeom>
            <a:solidFill>
              <a:srgbClr val="F4B183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p>
              <a:pPr algn="ctr"/>
              <a:r>
                <a:rPr lang="en-US" altLang="zh-CN" sz="1170" dirty="0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</a:rPr>
                <a:t>UpdateMeet</a:t>
              </a:r>
              <a:endParaRPr lang="en-US" altLang="zh-CN" sz="117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cxnSp>
          <p:nvCxnSpPr>
            <p:cNvPr id="165" name="直接箭头连接符 164"/>
            <p:cNvCxnSpPr>
              <a:stCxn id="193" idx="3"/>
              <a:endCxn id="197" idx="0"/>
            </p:cNvCxnSpPr>
            <p:nvPr/>
          </p:nvCxnSpPr>
          <p:spPr>
            <a:xfrm>
              <a:off x="6865" y="5262"/>
              <a:ext cx="6" cy="555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6" name="Diamond 5"/>
            <p:cNvSpPr/>
            <p:nvPr/>
          </p:nvSpPr>
          <p:spPr>
            <a:xfrm>
              <a:off x="7327" y="1473"/>
              <a:ext cx="2094" cy="1256"/>
            </a:xfrm>
            <a:prstGeom prst="diamond">
              <a:avLst/>
            </a:prstGeom>
            <a:solidFill>
              <a:srgbClr val="8CADDB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sz="1170" dirty="0">
                  <a:solidFill>
                    <a:sysClr val="windowText" lastClr="000000"/>
                  </a:solidFill>
                  <a:latin typeface="Times New Roman" panose="02020603050405020304" charset="0"/>
                  <a:cs typeface="Times New Roman" panose="02020603050405020304" charset="0"/>
                </a:rPr>
                <a:t>Iter % N == 0?</a:t>
              </a:r>
              <a:endParaRPr lang="en-US" altLang="zh-CN" sz="1170" dirty="0">
                <a:solidFill>
                  <a:sysClr val="windowText" lastClr="000000"/>
                </a:solidFill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sp>
          <p:nvSpPr>
            <p:cNvPr id="167" name="矩形 9"/>
            <p:cNvSpPr/>
            <p:nvPr/>
          </p:nvSpPr>
          <p:spPr>
            <a:xfrm flipH="1">
              <a:off x="9649" y="2414"/>
              <a:ext cx="667" cy="315"/>
            </a:xfrm>
            <a:prstGeom prst="rect">
              <a:avLst/>
            </a:prstGeom>
            <a:solidFill>
              <a:srgbClr val="C66A59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sz="1400" dirty="0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</a:rPr>
                <a:t>No</a:t>
              </a:r>
              <a:endParaRPr lang="en-US" altLang="zh-CN" sz="140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cxnSp>
          <p:nvCxnSpPr>
            <p:cNvPr id="168" name="直接箭头连接符 51"/>
            <p:cNvCxnSpPr>
              <a:stCxn id="152" idx="2"/>
            </p:cNvCxnSpPr>
            <p:nvPr/>
          </p:nvCxnSpPr>
          <p:spPr>
            <a:xfrm>
              <a:off x="6883" y="2755"/>
              <a:ext cx="0" cy="434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9" name="直接箭头连接符 51"/>
            <p:cNvCxnSpPr/>
            <p:nvPr/>
          </p:nvCxnSpPr>
          <p:spPr>
            <a:xfrm>
              <a:off x="9983" y="2744"/>
              <a:ext cx="0" cy="419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0" name="连接符: 肘形 139"/>
            <p:cNvCxnSpPr>
              <a:stCxn id="166" idx="3"/>
              <a:endCxn id="167" idx="0"/>
            </p:cNvCxnSpPr>
            <p:nvPr/>
          </p:nvCxnSpPr>
          <p:spPr>
            <a:xfrm>
              <a:off x="9421" y="2101"/>
              <a:ext cx="561" cy="313"/>
            </a:xfrm>
            <a:prstGeom prst="bentConnector2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1" name="直接箭头连接符 33"/>
            <p:cNvCxnSpPr>
              <a:stCxn id="164" idx="3"/>
              <a:endCxn id="158" idx="1"/>
            </p:cNvCxnSpPr>
            <p:nvPr/>
          </p:nvCxnSpPr>
          <p:spPr>
            <a:xfrm flipH="1">
              <a:off x="6864" y="3561"/>
              <a:ext cx="5" cy="415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2" name="连接符: 肘形 36"/>
            <p:cNvCxnSpPr>
              <a:stCxn id="166" idx="1"/>
              <a:endCxn id="152" idx="0"/>
            </p:cNvCxnSpPr>
            <p:nvPr/>
          </p:nvCxnSpPr>
          <p:spPr>
            <a:xfrm rot="10800000" flipV="1">
              <a:off x="6883" y="2101"/>
              <a:ext cx="444" cy="339"/>
            </a:xfrm>
            <a:prstGeom prst="bentConnector2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3" name="直接箭头连接符 33"/>
            <p:cNvCxnSpPr>
              <a:stCxn id="158" idx="3"/>
              <a:endCxn id="194" idx="1"/>
            </p:cNvCxnSpPr>
            <p:nvPr/>
          </p:nvCxnSpPr>
          <p:spPr>
            <a:xfrm>
              <a:off x="6864" y="4375"/>
              <a:ext cx="1" cy="362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3" name="矩形: 圆角 29"/>
            <p:cNvSpPr/>
            <p:nvPr/>
          </p:nvSpPr>
          <p:spPr>
            <a:xfrm rot="5400000">
              <a:off x="6603" y="4136"/>
              <a:ext cx="524" cy="1728"/>
            </a:xfrm>
            <a:prstGeom prst="roundRect">
              <a:avLst/>
            </a:prstGeom>
            <a:solidFill>
              <a:srgbClr val="BCCDE7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p>
              <a:pPr algn="ctr"/>
              <a:r>
                <a:rPr lang="en-US" altLang="zh-CN" sz="1170" dirty="0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</a:rPr>
                <a:t>ValidateSample</a:t>
              </a:r>
              <a:endParaRPr lang="en-US" altLang="zh-CN" sz="117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sp>
          <p:nvSpPr>
            <p:cNvPr id="196" name="矩形: 圆角 29"/>
            <p:cNvSpPr/>
            <p:nvPr/>
          </p:nvSpPr>
          <p:spPr>
            <a:xfrm rot="5400000">
              <a:off x="9667" y="2640"/>
              <a:ext cx="559" cy="1605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p>
              <a:pPr algn="ctr"/>
              <a:r>
                <a:rPr lang="en-US" altLang="zh-CN" sz="1400" dirty="0">
                  <a:solidFill>
                    <a:sysClr val="windowText" lastClr="000000"/>
                  </a:solidFill>
                  <a:latin typeface="Times New Roman" panose="02020603050405020304" charset="0"/>
                  <a:cs typeface="Times New Roman" panose="02020603050405020304" charset="0"/>
                </a:rPr>
                <a:t>return false</a:t>
              </a:r>
              <a:endParaRPr lang="en-US" altLang="zh-CN" sz="1400" dirty="0">
                <a:solidFill>
                  <a:sysClr val="windowText" lastClr="000000"/>
                </a:solidFill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sp>
          <p:nvSpPr>
            <p:cNvPr id="197" name="Diamond 120"/>
            <p:cNvSpPr/>
            <p:nvPr/>
          </p:nvSpPr>
          <p:spPr>
            <a:xfrm>
              <a:off x="5493" y="5817"/>
              <a:ext cx="2755" cy="1024"/>
            </a:xfrm>
            <a:prstGeom prst="diamond">
              <a:avLst/>
            </a:prstGeom>
            <a:solidFill>
              <a:srgbClr val="8CADDB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>
                <a:buClrTx/>
                <a:buSzTx/>
                <a:buFontTx/>
              </a:pPr>
              <a:r>
                <a:rPr lang="en-US" altLang="zh-CN" sz="1400" dirty="0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</a:rPr>
                <a:t>P</a:t>
              </a:r>
              <a:r>
                <a:rPr lang="en-US" altLang="zh-CN" sz="1400" dirty="0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</a:rPr>
                <a:t>ath</a:t>
              </a:r>
              <a:endParaRPr lang="en-US" altLang="zh-CN" sz="140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endParaRPr>
            </a:p>
            <a:p>
              <a:pPr algn="ctr">
                <a:buClrTx/>
                <a:buSzTx/>
                <a:buFontTx/>
              </a:pPr>
              <a:r>
                <a:rPr lang="en-US" altLang="zh-CN" sz="1400" dirty="0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</a:rPr>
                <a:t>Collision?</a:t>
              </a:r>
              <a:endParaRPr lang="en-US" altLang="zh-CN" sz="140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sp>
          <p:nvSpPr>
            <p:cNvPr id="199" name="Diamond 120"/>
            <p:cNvSpPr/>
            <p:nvPr/>
          </p:nvSpPr>
          <p:spPr>
            <a:xfrm>
              <a:off x="8752" y="5817"/>
              <a:ext cx="2433" cy="1024"/>
            </a:xfrm>
            <a:prstGeom prst="diamond">
              <a:avLst/>
            </a:prstGeom>
            <a:solidFill>
              <a:srgbClr val="8CADDB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>
                <a:buClrTx/>
                <a:buSzTx/>
                <a:buFontTx/>
              </a:pPr>
              <a:r>
                <a:rPr lang="en-US" altLang="zh-CN" sz="1170" dirty="0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</a:rPr>
                <a:t>Check   Connect</a:t>
              </a:r>
              <a:endParaRPr lang="en-US" altLang="zh-CN" sz="117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sp>
          <p:nvSpPr>
            <p:cNvPr id="201" name="文本框 200"/>
            <p:cNvSpPr txBox="1"/>
            <p:nvPr/>
          </p:nvSpPr>
          <p:spPr>
            <a:xfrm>
              <a:off x="9969" y="6754"/>
              <a:ext cx="889" cy="4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l">
                <a:buClrTx/>
                <a:buSzTx/>
                <a:buFontTx/>
              </a:pPr>
              <a:r>
                <a:rPr lang="en-US" altLang="zh-CN" sz="1400" dirty="0" err="1">
                  <a:latin typeface="Times New Roman" panose="02020603050405020304" charset="0"/>
                  <a:cs typeface="Times New Roman" panose="02020603050405020304" charset="0"/>
                </a:rPr>
                <a:t>Yes</a:t>
              </a:r>
              <a:endParaRPr lang="en-US" altLang="zh-CN" sz="1400" dirty="0" err="1"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cxnSp>
          <p:nvCxnSpPr>
            <p:cNvPr id="206" name="直接箭头连接符 205"/>
            <p:cNvCxnSpPr>
              <a:stCxn id="199" idx="2"/>
            </p:cNvCxnSpPr>
            <p:nvPr/>
          </p:nvCxnSpPr>
          <p:spPr>
            <a:xfrm>
              <a:off x="9969" y="6841"/>
              <a:ext cx="6" cy="736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8" name="连接符: 肘形 139"/>
            <p:cNvCxnSpPr>
              <a:stCxn id="199" idx="3"/>
            </p:cNvCxnSpPr>
            <p:nvPr/>
          </p:nvCxnSpPr>
          <p:spPr>
            <a:xfrm flipH="1" flipV="1">
              <a:off x="8372" y="929"/>
              <a:ext cx="2813" cy="5400"/>
            </a:xfrm>
            <a:prstGeom prst="bentConnector4">
              <a:avLst>
                <a:gd name="adj1" fmla="val -13331"/>
                <a:gd name="adj2" fmla="val 100092"/>
              </a:avLst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9" name="文本框 208"/>
            <p:cNvSpPr txBox="1"/>
            <p:nvPr/>
          </p:nvSpPr>
          <p:spPr>
            <a:xfrm>
              <a:off x="5311" y="5705"/>
              <a:ext cx="889" cy="4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400" dirty="0" err="1">
                  <a:latin typeface="Times New Roman" panose="02020603050405020304" charset="0"/>
                  <a:cs typeface="Times New Roman" panose="02020603050405020304" charset="0"/>
                </a:rPr>
                <a:t>No</a:t>
              </a:r>
              <a:endParaRPr lang="en-US" altLang="zh-CN" sz="1400" dirty="0" err="1"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sp>
          <p:nvSpPr>
            <p:cNvPr id="210" name="文本框 209"/>
            <p:cNvSpPr txBox="1"/>
            <p:nvPr/>
          </p:nvSpPr>
          <p:spPr>
            <a:xfrm>
              <a:off x="7728" y="5719"/>
              <a:ext cx="889" cy="4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l">
                <a:buClrTx/>
                <a:buSzTx/>
                <a:buFontTx/>
              </a:pPr>
              <a:r>
                <a:rPr lang="en-US" altLang="zh-CN" sz="1400" dirty="0" err="1">
                  <a:latin typeface="Times New Roman" panose="02020603050405020304" charset="0"/>
                  <a:cs typeface="Times New Roman" panose="02020603050405020304" charset="0"/>
                </a:rPr>
                <a:t>Yes</a:t>
              </a:r>
              <a:endParaRPr lang="en-US" altLang="zh-CN" sz="1400" dirty="0" err="1"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sp>
          <p:nvSpPr>
            <p:cNvPr id="212" name="文本框 211"/>
            <p:cNvSpPr txBox="1"/>
            <p:nvPr/>
          </p:nvSpPr>
          <p:spPr>
            <a:xfrm>
              <a:off x="11017" y="5705"/>
              <a:ext cx="889" cy="4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400" dirty="0" err="1">
                  <a:latin typeface="Times New Roman" panose="02020603050405020304" charset="0"/>
                  <a:cs typeface="Times New Roman" panose="02020603050405020304" charset="0"/>
                </a:rPr>
                <a:t>No</a:t>
              </a:r>
              <a:endParaRPr lang="en-US" altLang="zh-CN" sz="1400" dirty="0" err="1"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</p:grpSp>
      <p:sp>
        <p:nvSpPr>
          <p:cNvPr id="947" name="文本框 946"/>
          <p:cNvSpPr txBox="1"/>
          <p:nvPr/>
        </p:nvSpPr>
        <p:spPr>
          <a:xfrm>
            <a:off x="1035050" y="6538595"/>
            <a:ext cx="188595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1400" dirty="0" err="1">
                <a:latin typeface="Times New Roman" panose="02020603050405020304" charset="0"/>
                <a:cs typeface="Times New Roman" panose="02020603050405020304" charset="0"/>
                <a:sym typeface="+mn-ea"/>
              </a:rPr>
              <a:t>Parameter Estimation</a:t>
            </a:r>
            <a:endParaRPr lang="en-US" altLang="zh-CN" sz="1400" dirty="0" err="1">
              <a:latin typeface="Times New Roman" panose="02020603050405020304" charset="0"/>
              <a:cs typeface="Times New Roman" panose="02020603050405020304" charset="0"/>
            </a:endParaRPr>
          </a:p>
          <a:p>
            <a:pPr algn="ctr"/>
            <a:endParaRPr lang="en-US" altLang="zh-CN" sz="1400" dirty="0" err="1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217" name="文本框 946"/>
          <p:cNvSpPr txBox="1"/>
          <p:nvPr/>
        </p:nvSpPr>
        <p:spPr>
          <a:xfrm>
            <a:off x="3484880" y="6538595"/>
            <a:ext cx="188468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1400" dirty="0" err="1">
                <a:latin typeface="Times New Roman" panose="02020603050405020304" charset="0"/>
                <a:cs typeface="Times New Roman" panose="02020603050405020304" charset="0"/>
                <a:sym typeface="+mn-ea"/>
              </a:rPr>
              <a:t>Feedback Regulation </a:t>
            </a:r>
            <a:endParaRPr lang="en-US" altLang="zh-CN" sz="1400" dirty="0" err="1"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220" name="矩形: 圆角 691"/>
          <p:cNvSpPr/>
          <p:nvPr/>
        </p:nvSpPr>
        <p:spPr>
          <a:xfrm>
            <a:off x="338455" y="6538595"/>
            <a:ext cx="762635" cy="281940"/>
          </a:xfrm>
          <a:prstGeom prst="roundRect">
            <a:avLst/>
          </a:prstGeom>
          <a:solidFill>
            <a:srgbClr val="C66A59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PE</a:t>
            </a:r>
            <a:endParaRPr lang="en-US" altLang="zh-CN" sz="1200" dirty="0">
              <a:solidFill>
                <a:sysClr val="windowText" lastClr="000000"/>
              </a:solidFill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221" name="矩形: 圆角 691"/>
          <p:cNvSpPr/>
          <p:nvPr/>
        </p:nvSpPr>
        <p:spPr>
          <a:xfrm>
            <a:off x="2829560" y="6538595"/>
            <a:ext cx="762635" cy="281940"/>
          </a:xfrm>
          <a:prstGeom prst="roundRect">
            <a:avLst/>
          </a:prstGeom>
          <a:solidFill>
            <a:srgbClr val="8CADDB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FR</a:t>
            </a:r>
            <a:endParaRPr lang="en-US" altLang="zh-CN" sz="1200" dirty="0">
              <a:solidFill>
                <a:sysClr val="windowText" lastClr="000000"/>
              </a:solidFill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4" name="矩形: 圆角 30"/>
          <p:cNvSpPr/>
          <p:nvPr/>
        </p:nvSpPr>
        <p:spPr>
          <a:xfrm rot="5400000">
            <a:off x="3313430" y="3201670"/>
            <a:ext cx="338455" cy="833755"/>
          </a:xfrm>
          <a:prstGeom prst="roundRect">
            <a:avLst/>
          </a:prstGeom>
          <a:solidFill>
            <a:srgbClr val="8CADDB"/>
          </a:solidFill>
          <a:ln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vert270" rtlCol="0" anchor="ctr"/>
          <a:p>
            <a:pPr algn="ctr">
              <a:buClrTx/>
              <a:buSzTx/>
              <a:buFontTx/>
            </a:pPr>
            <a:r>
              <a:rPr lang="en-US" altLang="zh-CN" sz="117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PF</a:t>
            </a:r>
            <a:endParaRPr lang="en-US" altLang="zh-CN" sz="1170" dirty="0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cxnSp>
        <p:nvCxnSpPr>
          <p:cNvPr id="7" name="直接箭头连接符 6"/>
          <p:cNvCxnSpPr/>
          <p:nvPr/>
        </p:nvCxnSpPr>
        <p:spPr>
          <a:xfrm>
            <a:off x="7343775" y="822325"/>
            <a:ext cx="4445" cy="52895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文本框 7"/>
          <p:cNvSpPr txBox="1"/>
          <p:nvPr/>
        </p:nvSpPr>
        <p:spPr>
          <a:xfrm>
            <a:off x="1082040" y="6116955"/>
            <a:ext cx="366395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1400" dirty="0" err="1">
                <a:latin typeface="Times New Roman" panose="02020603050405020304" charset="0"/>
                <a:cs typeface="Times New Roman" panose="02020603050405020304" charset="0"/>
              </a:rPr>
              <a:t>Search State Feedback-based Online Regulation</a:t>
            </a:r>
            <a:endParaRPr lang="en-US" altLang="zh-CN" sz="1400" dirty="0" err="1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9" name="矩形: 圆角 691"/>
          <p:cNvSpPr/>
          <p:nvPr/>
        </p:nvSpPr>
        <p:spPr>
          <a:xfrm>
            <a:off x="338455" y="6141720"/>
            <a:ext cx="762635" cy="281940"/>
          </a:xfrm>
          <a:prstGeom prst="roundRect">
            <a:avLst/>
          </a:prstGeom>
          <a:solidFill>
            <a:srgbClr val="F4B183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SSFOR</a:t>
            </a:r>
            <a:endParaRPr lang="en-US" altLang="zh-CN" sz="1200" dirty="0">
              <a:solidFill>
                <a:sysClr val="windowText" lastClr="000000"/>
              </a:solidFill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63" name="文本框 62"/>
          <p:cNvSpPr txBox="1"/>
          <p:nvPr/>
        </p:nvSpPr>
        <p:spPr>
          <a:xfrm>
            <a:off x="5035550" y="5824855"/>
            <a:ext cx="4768215" cy="4864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CN" sz="1400" dirty="0" err="1">
                <a:latin typeface="Times New Roman" panose="02020603050405020304" charset="0"/>
                <a:cs typeface="Times New Roman" panose="02020603050405020304" charset="0"/>
              </a:rPr>
              <a:t>(C)</a:t>
            </a:r>
            <a:r>
              <a:rPr lang="en-US" altLang="zh-CN" sz="1400" dirty="0" err="1">
                <a:latin typeface="Times New Roman" panose="02020603050405020304" charset="0"/>
                <a:cs typeface="Times New Roman" panose="02020603050405020304" charset="0"/>
                <a:sym typeface="+mn-ea"/>
              </a:rPr>
              <a:t>ADCS</a:t>
            </a:r>
            <a:endParaRPr lang="en-US" altLang="zh-CN" sz="1400" dirty="0" err="1">
              <a:latin typeface="Times New Roman" panose="02020603050405020304" charset="0"/>
              <a:cs typeface="Times New Roman" panose="02020603050405020304" charset="0"/>
            </a:endParaRPr>
          </a:p>
          <a:p>
            <a:pPr algn="ctr"/>
            <a:endParaRPr lang="en-US" altLang="zh-CN" sz="1170" dirty="0"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79" name="文本框 78"/>
          <p:cNvSpPr txBox="1"/>
          <p:nvPr/>
        </p:nvSpPr>
        <p:spPr>
          <a:xfrm>
            <a:off x="2734945" y="4275455"/>
            <a:ext cx="1583690" cy="30670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CN" sz="1400" dirty="0" err="1">
                <a:latin typeface="Times New Roman" panose="02020603050405020304" charset="0"/>
                <a:cs typeface="Times New Roman" panose="02020603050405020304" charset="0"/>
              </a:rPr>
              <a:t>(B)SC-RRT</a:t>
            </a:r>
            <a:endParaRPr lang="en-US" altLang="zh-CN" sz="1400" dirty="0" err="1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1082040" y="5729605"/>
            <a:ext cx="366395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1400" dirty="0" err="1">
                <a:latin typeface="Times New Roman" panose="02020603050405020304" charset="0"/>
                <a:cs typeface="Times New Roman" panose="02020603050405020304" charset="0"/>
              </a:rPr>
              <a:t>Adaptive Dual-Ellipsoid Constrained Sampling</a:t>
            </a:r>
            <a:endParaRPr lang="en-US" altLang="zh-CN" sz="1400" dirty="0" err="1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6" name="矩形: 圆角 691"/>
          <p:cNvSpPr/>
          <p:nvPr/>
        </p:nvSpPr>
        <p:spPr>
          <a:xfrm>
            <a:off x="338455" y="5754370"/>
            <a:ext cx="762635" cy="281940"/>
          </a:xfrm>
          <a:prstGeom prst="roundRect">
            <a:avLst/>
          </a:prstGeom>
          <a:solidFill>
            <a:srgbClr val="BBDDDF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ADCS</a:t>
            </a:r>
            <a:endParaRPr lang="en-US" altLang="zh-CN" sz="1200" dirty="0">
              <a:solidFill>
                <a:sysClr val="windowText" lastClr="000000"/>
              </a:solidFill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cxnSp>
        <p:nvCxnSpPr>
          <p:cNvPr id="14" name="肘形连接符 13"/>
          <p:cNvCxnSpPr>
            <a:stCxn id="197" idx="1"/>
          </p:cNvCxnSpPr>
          <p:nvPr/>
        </p:nvCxnSpPr>
        <p:spPr>
          <a:xfrm rot="10800000" flipH="1">
            <a:off x="5514975" y="1003300"/>
            <a:ext cx="1824355" cy="3430905"/>
          </a:xfrm>
          <a:prstGeom prst="bentConnector4">
            <a:avLst>
              <a:gd name="adj1" fmla="val -13053"/>
              <a:gd name="adj2" fmla="val 99981"/>
            </a:avLst>
          </a:prstGeom>
          <a:ln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6" name="肘形连接符 15"/>
          <p:cNvCxnSpPr>
            <a:endCxn id="17" idx="1"/>
          </p:cNvCxnSpPr>
          <p:nvPr/>
        </p:nvCxnSpPr>
        <p:spPr>
          <a:xfrm flipV="1">
            <a:off x="7275830" y="3449320"/>
            <a:ext cx="1081405" cy="985520"/>
          </a:xfrm>
          <a:prstGeom prst="bentConnector4">
            <a:avLst>
              <a:gd name="adj1" fmla="val 14973"/>
              <a:gd name="adj2" fmla="val 124162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7" name="矩形: 圆角 29"/>
          <p:cNvSpPr/>
          <p:nvPr/>
        </p:nvSpPr>
        <p:spPr>
          <a:xfrm rot="5400000">
            <a:off x="8179435" y="3066415"/>
            <a:ext cx="354965" cy="112014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p>
            <a:pPr algn="ctr"/>
            <a:r>
              <a:rPr lang="en-US" altLang="zh-CN" sz="117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Greedy Connect</a:t>
            </a:r>
            <a:endParaRPr lang="en-US" altLang="zh-CN" sz="1170" dirty="0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cxnSp>
        <p:nvCxnSpPr>
          <p:cNvPr id="18" name="直接箭头连接符 33"/>
          <p:cNvCxnSpPr>
            <a:stCxn id="17" idx="3"/>
            <a:endCxn id="199" idx="0"/>
          </p:cNvCxnSpPr>
          <p:nvPr/>
        </p:nvCxnSpPr>
        <p:spPr>
          <a:xfrm>
            <a:off x="8357235" y="3804285"/>
            <a:ext cx="635" cy="30543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文本框 18"/>
          <p:cNvSpPr txBox="1"/>
          <p:nvPr/>
        </p:nvSpPr>
        <p:spPr>
          <a:xfrm>
            <a:off x="1035050" y="6913245"/>
            <a:ext cx="188595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1400" dirty="0">
                <a:latin typeface="Times New Roman" panose="02020603050405020304" charset="0"/>
                <a:cs typeface="Times New Roman" panose="02020603050405020304" charset="0"/>
                <a:sym typeface="+mn-ea"/>
              </a:rPr>
              <a:t>Start Path Planing</a:t>
            </a:r>
            <a:endParaRPr lang="en-US" altLang="zh-CN" sz="1400" dirty="0" err="1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20" name="文本框 946"/>
          <p:cNvSpPr txBox="1"/>
          <p:nvPr/>
        </p:nvSpPr>
        <p:spPr>
          <a:xfrm>
            <a:off x="3592195" y="6913245"/>
            <a:ext cx="121285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l"/>
            <a:r>
              <a:rPr lang="en-US" altLang="zh-CN" sz="1400" dirty="0" err="1">
                <a:latin typeface="Times New Roman" panose="02020603050405020304" charset="0"/>
                <a:cs typeface="Times New Roman" panose="02020603050405020304" charset="0"/>
                <a:sym typeface="+mn-ea"/>
              </a:rPr>
              <a:t>Path Founded</a:t>
            </a:r>
            <a:endParaRPr lang="en-US" altLang="zh-CN" sz="1400" dirty="0" err="1"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22" name="矩形: 圆角 691"/>
          <p:cNvSpPr/>
          <p:nvPr/>
        </p:nvSpPr>
        <p:spPr>
          <a:xfrm>
            <a:off x="338455" y="6913245"/>
            <a:ext cx="762635" cy="281940"/>
          </a:xfrm>
          <a:prstGeom prst="roundRect">
            <a:avLst/>
          </a:prstGeom>
          <a:solidFill>
            <a:srgbClr val="C66A59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SP</a:t>
            </a:r>
            <a:endParaRPr lang="en-US" altLang="zh-CN" sz="1200" dirty="0">
              <a:solidFill>
                <a:sysClr val="windowText" lastClr="000000"/>
              </a:solidFill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23" name="矩形: 圆角 691"/>
          <p:cNvSpPr/>
          <p:nvPr/>
        </p:nvSpPr>
        <p:spPr>
          <a:xfrm>
            <a:off x="2829560" y="6913245"/>
            <a:ext cx="762635" cy="281940"/>
          </a:xfrm>
          <a:prstGeom prst="roundRect">
            <a:avLst/>
          </a:prstGeom>
          <a:solidFill>
            <a:srgbClr val="8CADDB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PF</a:t>
            </a:r>
            <a:endParaRPr lang="en-US" altLang="zh-CN" sz="1200" dirty="0">
              <a:solidFill>
                <a:sysClr val="windowText" lastClr="000000"/>
              </a:solidFill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24" name="流程图: 或者 23"/>
          <p:cNvSpPr/>
          <p:nvPr/>
        </p:nvSpPr>
        <p:spPr>
          <a:xfrm>
            <a:off x="5400040" y="6913245"/>
            <a:ext cx="238760" cy="231140"/>
          </a:xfrm>
          <a:prstGeom prst="flowChartOr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6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25" name="文本框 24"/>
          <p:cNvSpPr txBox="1"/>
          <p:nvPr/>
        </p:nvSpPr>
        <p:spPr>
          <a:xfrm>
            <a:off x="5638800" y="6913245"/>
            <a:ext cx="90995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charset="0"/>
                <a:cs typeface="Times New Roman" panose="02020603050405020304" charset="0"/>
              </a:rPr>
              <a:t>Addition</a:t>
            </a:r>
            <a:endParaRPr lang="en-US" altLang="zh-CN" sz="1400" dirty="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26" name="文本框 25"/>
          <p:cNvSpPr txBox="1"/>
          <p:nvPr/>
        </p:nvSpPr>
        <p:spPr>
          <a:xfrm>
            <a:off x="6823710" y="6913245"/>
            <a:ext cx="99949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buClrTx/>
              <a:buSzTx/>
              <a:buFontTx/>
            </a:pPr>
            <a:r>
              <a:rPr lang="en-US" altLang="zh-CN" sz="1400" dirty="0">
                <a:latin typeface="Times New Roman" panose="02020603050405020304" charset="0"/>
                <a:cs typeface="Times New Roman" panose="02020603050405020304" charset="0"/>
              </a:rPr>
              <a:t>Judgement</a:t>
            </a:r>
            <a:endParaRPr lang="en-US" altLang="zh-CN" sz="1400" dirty="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27" name="流程图: 汇总连接 26"/>
          <p:cNvSpPr/>
          <p:nvPr/>
        </p:nvSpPr>
        <p:spPr>
          <a:xfrm>
            <a:off x="6586855" y="6913245"/>
            <a:ext cx="236855" cy="229235"/>
          </a:xfrm>
          <a:prstGeom prst="flowChartSummingJunction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115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35" name="文本框 34"/>
          <p:cNvSpPr txBox="1"/>
          <p:nvPr/>
        </p:nvSpPr>
        <p:spPr>
          <a:xfrm>
            <a:off x="5993765" y="6513830"/>
            <a:ext cx="188595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1400" dirty="0" err="1">
                <a:latin typeface="Times New Roman" panose="02020603050405020304" charset="0"/>
                <a:cs typeface="Times New Roman" panose="02020603050405020304" charset="0"/>
              </a:rPr>
              <a:t>Informed Sampling</a:t>
            </a:r>
            <a:endParaRPr lang="en-US" altLang="zh-CN" sz="1400" dirty="0" err="1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36" name="矩形: 圆角 691"/>
          <p:cNvSpPr/>
          <p:nvPr/>
        </p:nvSpPr>
        <p:spPr>
          <a:xfrm>
            <a:off x="5297170" y="6513830"/>
            <a:ext cx="762635" cy="281940"/>
          </a:xfrm>
          <a:prstGeom prst="roundRect">
            <a:avLst/>
          </a:prstGeom>
          <a:solidFill>
            <a:srgbClr val="C66A59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IS</a:t>
            </a:r>
            <a:endParaRPr lang="en-US" altLang="zh-CN" sz="1200" dirty="0">
              <a:solidFill>
                <a:sysClr val="windowText" lastClr="000000"/>
              </a:solidFill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grpSp>
        <p:nvGrpSpPr>
          <p:cNvPr id="3" name="组合 2"/>
          <p:cNvGrpSpPr/>
          <p:nvPr/>
        </p:nvGrpSpPr>
        <p:grpSpPr>
          <a:xfrm>
            <a:off x="287020" y="948055"/>
            <a:ext cx="1835150" cy="4589145"/>
            <a:chOff x="452" y="1493"/>
            <a:chExt cx="2890" cy="7227"/>
          </a:xfrm>
        </p:grpSpPr>
        <p:sp>
          <p:nvSpPr>
            <p:cNvPr id="59" name="矩形: 圆角 5"/>
            <p:cNvSpPr/>
            <p:nvPr/>
          </p:nvSpPr>
          <p:spPr>
            <a:xfrm rot="5400000">
              <a:off x="-1361" y="3306"/>
              <a:ext cx="6514" cy="2889"/>
            </a:xfrm>
            <a:prstGeom prst="roundRect">
              <a:avLst>
                <a:gd name="adj" fmla="val 13023"/>
              </a:avLst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endParaRPr lang="zh-CN" altLang="en-US" sz="1760" dirty="0"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sp>
          <p:nvSpPr>
            <p:cNvPr id="93" name="矩形: 圆角 29"/>
            <p:cNvSpPr/>
            <p:nvPr/>
          </p:nvSpPr>
          <p:spPr>
            <a:xfrm rot="5400000">
              <a:off x="1947" y="2438"/>
              <a:ext cx="407" cy="1042"/>
            </a:xfrm>
            <a:prstGeom prst="roundRect">
              <a:avLst/>
            </a:prstGeom>
            <a:solidFill>
              <a:srgbClr val="C66A59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</a:rPr>
                <a:t>PE</a:t>
              </a:r>
              <a:endParaRPr lang="en-US" altLang="zh-CN" sz="140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sp>
          <p:nvSpPr>
            <p:cNvPr id="108" name="矩形: 圆角 30"/>
            <p:cNvSpPr/>
            <p:nvPr/>
          </p:nvSpPr>
          <p:spPr>
            <a:xfrm rot="5400000">
              <a:off x="1947" y="3316"/>
              <a:ext cx="407" cy="1410"/>
            </a:xfrm>
            <a:prstGeom prst="roundRect">
              <a:avLst/>
            </a:prstGeom>
            <a:solidFill>
              <a:srgbClr val="FFD966"/>
            </a:solidFill>
            <a:ln>
              <a:solidFill>
                <a:schemeClr val="tx1"/>
              </a:solidFill>
            </a:ln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400" dirty="0">
                  <a:solidFill>
                    <a:sysClr val="windowText" lastClr="000000"/>
                  </a:solidFill>
                  <a:latin typeface="Times New Roman" panose="02020603050405020304" charset="0"/>
                  <a:cs typeface="Times New Roman" panose="02020603050405020304" charset="0"/>
                </a:rPr>
                <a:t>FR</a:t>
              </a:r>
              <a:endParaRPr lang="en-US" altLang="zh-CN" sz="1400" dirty="0">
                <a:solidFill>
                  <a:schemeClr val="tx1"/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  <a:sym typeface="+mn-ea"/>
              </a:endParaRPr>
            </a:p>
          </p:txBody>
        </p:sp>
        <p:sp>
          <p:nvSpPr>
            <p:cNvPr id="116" name="矩形: 圆角 31"/>
            <p:cNvSpPr/>
            <p:nvPr/>
          </p:nvSpPr>
          <p:spPr>
            <a:xfrm rot="5400000">
              <a:off x="1947" y="4230"/>
              <a:ext cx="406" cy="1553"/>
            </a:xfrm>
            <a:prstGeom prst="roundRect">
              <a:avLst/>
            </a:prstGeom>
            <a:solidFill>
              <a:srgbClr val="A9D18E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</a:rPr>
                <a:t>IS</a:t>
              </a:r>
              <a:endParaRPr lang="en-US" altLang="zh-CN" sz="140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cxnSp>
          <p:nvCxnSpPr>
            <p:cNvPr id="120" name="直接箭头连接符 119"/>
            <p:cNvCxnSpPr/>
            <p:nvPr/>
          </p:nvCxnSpPr>
          <p:spPr>
            <a:xfrm flipH="1">
              <a:off x="2161" y="1726"/>
              <a:ext cx="14" cy="1019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直接箭头连接符 120"/>
            <p:cNvCxnSpPr>
              <a:stCxn id="108" idx="3"/>
              <a:endCxn id="116" idx="1"/>
            </p:cNvCxnSpPr>
            <p:nvPr/>
          </p:nvCxnSpPr>
          <p:spPr>
            <a:xfrm flipH="1">
              <a:off x="2150" y="4225"/>
              <a:ext cx="1" cy="579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2" name="矩形: 圆角 79"/>
            <p:cNvSpPr/>
            <p:nvPr/>
          </p:nvSpPr>
          <p:spPr>
            <a:xfrm rot="5400000">
              <a:off x="1949" y="5450"/>
              <a:ext cx="402" cy="1335"/>
            </a:xfrm>
            <a:prstGeom prst="roundRect">
              <a:avLst/>
            </a:prstGeom>
            <a:solidFill>
              <a:srgbClr val="8CADDB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</a:rPr>
                <a:t>Out(</a:t>
              </a:r>
              <a:r>
                <a:rPr lang="en-US" altLang="zh-CN" sz="1400" dirty="0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</a:rPr>
                <a:t>x)</a:t>
              </a:r>
              <a:endParaRPr lang="en-US" altLang="zh-CN" sz="140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cxnSp>
          <p:nvCxnSpPr>
            <p:cNvPr id="132" name="直接箭头连接符 131"/>
            <p:cNvCxnSpPr>
              <a:stCxn id="116" idx="3"/>
              <a:endCxn id="122" idx="1"/>
            </p:cNvCxnSpPr>
            <p:nvPr/>
          </p:nvCxnSpPr>
          <p:spPr>
            <a:xfrm>
              <a:off x="2150" y="5210"/>
              <a:ext cx="0" cy="707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5" name="直接连接符 134"/>
            <p:cNvCxnSpPr>
              <a:stCxn id="122" idx="3"/>
              <a:endCxn id="139" idx="0"/>
            </p:cNvCxnSpPr>
            <p:nvPr/>
          </p:nvCxnSpPr>
          <p:spPr>
            <a:xfrm>
              <a:off x="2150" y="6319"/>
              <a:ext cx="2" cy="448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9" name="流程图: 汇总连接 138"/>
            <p:cNvSpPr/>
            <p:nvPr/>
          </p:nvSpPr>
          <p:spPr>
            <a:xfrm>
              <a:off x="2017" y="6767"/>
              <a:ext cx="269" cy="235"/>
            </a:xfrm>
            <a:prstGeom prst="flowChartSummingJunction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115"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cxnSp>
          <p:nvCxnSpPr>
            <p:cNvPr id="142" name="直接箭头连接符 141"/>
            <p:cNvCxnSpPr>
              <a:stCxn id="93" idx="3"/>
              <a:endCxn id="108" idx="1"/>
            </p:cNvCxnSpPr>
            <p:nvPr/>
          </p:nvCxnSpPr>
          <p:spPr>
            <a:xfrm>
              <a:off x="2151" y="3163"/>
              <a:ext cx="0" cy="655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4" name="矩形: 圆角 32"/>
            <p:cNvSpPr/>
            <p:nvPr/>
          </p:nvSpPr>
          <p:spPr>
            <a:xfrm rot="5400000">
              <a:off x="213" y="4464"/>
              <a:ext cx="1582" cy="454"/>
            </a:xfrm>
            <a:prstGeom prst="roundRect">
              <a:avLst/>
            </a:prstGeom>
            <a:solidFill>
              <a:srgbClr val="FFD96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</a:rPr>
                <a:t>Feedback</a:t>
              </a:r>
              <a:endParaRPr lang="en-US" altLang="zh-CN" sz="140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cxnSp>
          <p:nvCxnSpPr>
            <p:cNvPr id="215" name="直接箭头连接符 214"/>
            <p:cNvCxnSpPr>
              <a:stCxn id="139" idx="4"/>
            </p:cNvCxnSpPr>
            <p:nvPr/>
          </p:nvCxnSpPr>
          <p:spPr>
            <a:xfrm flipH="1">
              <a:off x="2148" y="7002"/>
              <a:ext cx="4" cy="529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文本框 20"/>
            <p:cNvSpPr txBox="1"/>
            <p:nvPr/>
          </p:nvSpPr>
          <p:spPr>
            <a:xfrm>
              <a:off x="452" y="8238"/>
              <a:ext cx="2890" cy="483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en-US" altLang="zh-CN" sz="1400" dirty="0" err="1">
                  <a:latin typeface="Times New Roman" panose="02020603050405020304" charset="0"/>
                  <a:cs typeface="Times New Roman" panose="02020603050405020304" charset="0"/>
                </a:rPr>
                <a:t>(A)</a:t>
              </a:r>
              <a:r>
                <a:rPr lang="en-US" altLang="zh-CN" sz="1400" dirty="0">
                  <a:solidFill>
                    <a:sysClr val="windowText" lastClr="000000"/>
                  </a:solidFill>
                  <a:latin typeface="Times New Roman" panose="02020603050405020304" charset="0"/>
                  <a:cs typeface="Times New Roman" panose="02020603050405020304" charset="0"/>
                  <a:sym typeface="+mn-ea"/>
                </a:rPr>
                <a:t>SSFOR</a:t>
              </a:r>
              <a:endParaRPr lang="en-US" altLang="zh-CN" sz="1400" dirty="0" err="1"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cxnSp>
          <p:nvCxnSpPr>
            <p:cNvPr id="37" name="肘形连接符 36"/>
            <p:cNvCxnSpPr>
              <a:stCxn id="139" idx="2"/>
              <a:endCxn id="144" idx="3"/>
            </p:cNvCxnSpPr>
            <p:nvPr/>
          </p:nvCxnSpPr>
          <p:spPr>
            <a:xfrm rot="10800000">
              <a:off x="1003" y="5481"/>
              <a:ext cx="1013" cy="1403"/>
            </a:xfrm>
            <a:prstGeom prst="bentConnector2">
              <a:avLst/>
            </a:prstGeom>
            <a:ln>
              <a:solidFill>
                <a:schemeClr val="tx1">
                  <a:lumMod val="95000"/>
                  <a:lumOff val="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38" name="肘形连接符 37"/>
            <p:cNvCxnSpPr>
              <a:stCxn id="144" idx="1"/>
            </p:cNvCxnSpPr>
            <p:nvPr/>
          </p:nvCxnSpPr>
          <p:spPr>
            <a:xfrm rot="16200000">
              <a:off x="691" y="2419"/>
              <a:ext cx="1793" cy="1168"/>
            </a:xfrm>
            <a:prstGeom prst="bentConnector3">
              <a:avLst>
                <a:gd name="adj1" fmla="val 99525"/>
              </a:avLst>
            </a:prstGeom>
            <a:ln>
              <a:solidFill>
                <a:schemeClr val="tx1">
                  <a:lumMod val="95000"/>
                  <a:lumOff val="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" name="组合 3"/>
          <p:cNvGrpSpPr/>
          <p:nvPr/>
        </p:nvGrpSpPr>
        <p:grpSpPr>
          <a:xfrm>
            <a:off x="3522345" y="1176020"/>
            <a:ext cx="1835150" cy="4589145"/>
            <a:chOff x="452" y="1493"/>
            <a:chExt cx="2890" cy="7227"/>
          </a:xfrm>
        </p:grpSpPr>
        <p:sp>
          <p:nvSpPr>
            <p:cNvPr id="59" name="矩形: 圆角 5"/>
            <p:cNvSpPr/>
            <p:nvPr/>
          </p:nvSpPr>
          <p:spPr>
            <a:xfrm rot="5400000">
              <a:off x="-1361" y="3306"/>
              <a:ext cx="6514" cy="2889"/>
            </a:xfrm>
            <a:prstGeom prst="roundRect">
              <a:avLst>
                <a:gd name="adj" fmla="val 13023"/>
              </a:avLst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endParaRPr lang="zh-CN" altLang="en-US" sz="1760" dirty="0"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sp>
          <p:nvSpPr>
            <p:cNvPr id="93" name="矩形: 圆角 29"/>
            <p:cNvSpPr/>
            <p:nvPr/>
          </p:nvSpPr>
          <p:spPr>
            <a:xfrm rot="5400000">
              <a:off x="1947" y="2438"/>
              <a:ext cx="407" cy="1042"/>
            </a:xfrm>
            <a:prstGeom prst="roundRect">
              <a:avLst/>
            </a:prstGeom>
            <a:solidFill>
              <a:srgbClr val="C66A59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</a:rPr>
                <a:t>PE</a:t>
              </a:r>
              <a:endParaRPr lang="en-US" altLang="zh-CN" sz="140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sp>
          <p:nvSpPr>
            <p:cNvPr id="108" name="矩形: 圆角 30"/>
            <p:cNvSpPr/>
            <p:nvPr/>
          </p:nvSpPr>
          <p:spPr>
            <a:xfrm rot="5400000">
              <a:off x="1947" y="3316"/>
              <a:ext cx="407" cy="1410"/>
            </a:xfrm>
            <a:prstGeom prst="roundRect">
              <a:avLst/>
            </a:prstGeom>
            <a:solidFill>
              <a:srgbClr val="FFD966"/>
            </a:solidFill>
            <a:ln>
              <a:solidFill>
                <a:schemeClr val="tx1"/>
              </a:solidFill>
            </a:ln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400" dirty="0">
                  <a:solidFill>
                    <a:sysClr val="windowText" lastClr="000000"/>
                  </a:solidFill>
                  <a:latin typeface="Times New Roman" panose="02020603050405020304" charset="0"/>
                  <a:cs typeface="Times New Roman" panose="02020603050405020304" charset="0"/>
                </a:rPr>
                <a:t>FR</a:t>
              </a:r>
              <a:endParaRPr lang="en-US" altLang="zh-CN" sz="1400" dirty="0">
                <a:solidFill>
                  <a:schemeClr val="tx1"/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  <a:sym typeface="+mn-ea"/>
              </a:endParaRPr>
            </a:p>
          </p:txBody>
        </p:sp>
        <p:sp>
          <p:nvSpPr>
            <p:cNvPr id="116" name="矩形: 圆角 31"/>
            <p:cNvSpPr/>
            <p:nvPr/>
          </p:nvSpPr>
          <p:spPr>
            <a:xfrm rot="5400000">
              <a:off x="1947" y="4230"/>
              <a:ext cx="406" cy="1553"/>
            </a:xfrm>
            <a:prstGeom prst="roundRect">
              <a:avLst/>
            </a:prstGeom>
            <a:solidFill>
              <a:srgbClr val="A9D18E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</a:rPr>
                <a:t>IS</a:t>
              </a:r>
              <a:endParaRPr lang="en-US" altLang="zh-CN" sz="140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cxnSp>
          <p:nvCxnSpPr>
            <p:cNvPr id="120" name="直接箭头连接符 119"/>
            <p:cNvCxnSpPr/>
            <p:nvPr/>
          </p:nvCxnSpPr>
          <p:spPr>
            <a:xfrm flipH="1">
              <a:off x="2161" y="1726"/>
              <a:ext cx="14" cy="1019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直接箭头连接符 120"/>
            <p:cNvCxnSpPr>
              <a:stCxn id="108" idx="3"/>
              <a:endCxn id="116" idx="1"/>
            </p:cNvCxnSpPr>
            <p:nvPr/>
          </p:nvCxnSpPr>
          <p:spPr>
            <a:xfrm flipH="1">
              <a:off x="2150" y="4225"/>
              <a:ext cx="1" cy="579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2" name="矩形: 圆角 79"/>
            <p:cNvSpPr/>
            <p:nvPr/>
          </p:nvSpPr>
          <p:spPr>
            <a:xfrm rot="5400000">
              <a:off x="1949" y="5450"/>
              <a:ext cx="402" cy="1335"/>
            </a:xfrm>
            <a:prstGeom prst="roundRect">
              <a:avLst/>
            </a:prstGeom>
            <a:solidFill>
              <a:srgbClr val="8CADDB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</a:rPr>
                <a:t>Out(</a:t>
              </a:r>
              <a:r>
                <a:rPr lang="en-US" altLang="zh-CN" sz="1400" dirty="0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</a:rPr>
                <a:t>x)</a:t>
              </a:r>
              <a:endParaRPr lang="en-US" altLang="zh-CN" sz="140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cxnSp>
          <p:nvCxnSpPr>
            <p:cNvPr id="132" name="直接箭头连接符 131"/>
            <p:cNvCxnSpPr>
              <a:stCxn id="116" idx="3"/>
              <a:endCxn id="122" idx="1"/>
            </p:cNvCxnSpPr>
            <p:nvPr/>
          </p:nvCxnSpPr>
          <p:spPr>
            <a:xfrm>
              <a:off x="2150" y="5210"/>
              <a:ext cx="0" cy="707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5" name="直接连接符 134"/>
            <p:cNvCxnSpPr>
              <a:stCxn id="122" idx="3"/>
              <a:endCxn id="139" idx="0"/>
            </p:cNvCxnSpPr>
            <p:nvPr/>
          </p:nvCxnSpPr>
          <p:spPr>
            <a:xfrm>
              <a:off x="2150" y="6319"/>
              <a:ext cx="2" cy="448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9" name="流程图: 汇总连接 138"/>
            <p:cNvSpPr/>
            <p:nvPr/>
          </p:nvSpPr>
          <p:spPr>
            <a:xfrm>
              <a:off x="2017" y="6767"/>
              <a:ext cx="269" cy="235"/>
            </a:xfrm>
            <a:prstGeom prst="flowChartSummingJunction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115"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cxnSp>
          <p:nvCxnSpPr>
            <p:cNvPr id="142" name="直接箭头连接符 141"/>
            <p:cNvCxnSpPr>
              <a:stCxn id="93" idx="3"/>
              <a:endCxn id="108" idx="1"/>
            </p:cNvCxnSpPr>
            <p:nvPr/>
          </p:nvCxnSpPr>
          <p:spPr>
            <a:xfrm>
              <a:off x="2151" y="3163"/>
              <a:ext cx="0" cy="655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4" name="矩形: 圆角 32"/>
            <p:cNvSpPr/>
            <p:nvPr/>
          </p:nvSpPr>
          <p:spPr>
            <a:xfrm rot="5400000">
              <a:off x="213" y="4464"/>
              <a:ext cx="1582" cy="454"/>
            </a:xfrm>
            <a:prstGeom prst="roundRect">
              <a:avLst/>
            </a:prstGeom>
            <a:solidFill>
              <a:srgbClr val="FFD96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</a:rPr>
                <a:t>Feedback</a:t>
              </a:r>
              <a:endParaRPr lang="en-US" altLang="zh-CN" sz="140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cxnSp>
          <p:nvCxnSpPr>
            <p:cNvPr id="215" name="直接箭头连接符 214"/>
            <p:cNvCxnSpPr>
              <a:stCxn id="139" idx="4"/>
            </p:cNvCxnSpPr>
            <p:nvPr/>
          </p:nvCxnSpPr>
          <p:spPr>
            <a:xfrm flipH="1">
              <a:off x="2148" y="7002"/>
              <a:ext cx="4" cy="529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文本框 20"/>
            <p:cNvSpPr txBox="1"/>
            <p:nvPr/>
          </p:nvSpPr>
          <p:spPr>
            <a:xfrm>
              <a:off x="452" y="8238"/>
              <a:ext cx="2890" cy="483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en-US" altLang="zh-CN" sz="1400" dirty="0" err="1">
                  <a:latin typeface="Times New Roman" panose="02020603050405020304" charset="0"/>
                  <a:cs typeface="Times New Roman" panose="02020603050405020304" charset="0"/>
                </a:rPr>
                <a:t>(A)</a:t>
              </a:r>
              <a:r>
                <a:rPr lang="en-US" altLang="zh-CN" sz="1400" dirty="0">
                  <a:solidFill>
                    <a:sysClr val="windowText" lastClr="000000"/>
                  </a:solidFill>
                  <a:latin typeface="Times New Roman" panose="02020603050405020304" charset="0"/>
                  <a:cs typeface="Times New Roman" panose="02020603050405020304" charset="0"/>
                  <a:sym typeface="+mn-ea"/>
                </a:rPr>
                <a:t>SSFOR</a:t>
              </a:r>
              <a:endParaRPr lang="en-US" altLang="zh-CN" sz="1400" dirty="0" err="1"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cxnSp>
          <p:nvCxnSpPr>
            <p:cNvPr id="37" name="肘形连接符 36"/>
            <p:cNvCxnSpPr>
              <a:stCxn id="139" idx="2"/>
              <a:endCxn id="144" idx="3"/>
            </p:cNvCxnSpPr>
            <p:nvPr/>
          </p:nvCxnSpPr>
          <p:spPr>
            <a:xfrm rot="10800000">
              <a:off x="1003" y="5481"/>
              <a:ext cx="1013" cy="1403"/>
            </a:xfrm>
            <a:prstGeom prst="bentConnector2">
              <a:avLst/>
            </a:prstGeom>
            <a:ln>
              <a:solidFill>
                <a:schemeClr val="tx1">
                  <a:lumMod val="95000"/>
                  <a:lumOff val="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38" name="肘形连接符 37"/>
            <p:cNvCxnSpPr>
              <a:stCxn id="144" idx="1"/>
            </p:cNvCxnSpPr>
            <p:nvPr/>
          </p:nvCxnSpPr>
          <p:spPr>
            <a:xfrm rot="16200000">
              <a:off x="691" y="2419"/>
              <a:ext cx="1793" cy="1168"/>
            </a:xfrm>
            <a:prstGeom prst="bentConnector3">
              <a:avLst>
                <a:gd name="adj1" fmla="val 99525"/>
              </a:avLst>
            </a:prstGeom>
            <a:ln>
              <a:solidFill>
                <a:schemeClr val="tx1">
                  <a:lumMod val="95000"/>
                  <a:lumOff val="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  <p:sp>
        <p:nvSpPr>
          <p:cNvPr id="947" name="文本框 946"/>
          <p:cNvSpPr txBox="1"/>
          <p:nvPr/>
        </p:nvSpPr>
        <p:spPr>
          <a:xfrm>
            <a:off x="1405255" y="6072505"/>
            <a:ext cx="188595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1400" dirty="0" err="1">
                <a:latin typeface="Times New Roman" panose="02020603050405020304" charset="0"/>
                <a:cs typeface="Times New Roman" panose="02020603050405020304" charset="0"/>
                <a:sym typeface="+mn-ea"/>
              </a:rPr>
              <a:t>Parameter Estimation</a:t>
            </a:r>
            <a:endParaRPr lang="en-US" altLang="zh-CN" sz="1400" dirty="0" err="1">
              <a:latin typeface="Times New Roman" panose="02020603050405020304" charset="0"/>
              <a:cs typeface="Times New Roman" panose="02020603050405020304" charset="0"/>
            </a:endParaRPr>
          </a:p>
          <a:p>
            <a:pPr algn="ctr"/>
            <a:endParaRPr lang="en-US" altLang="zh-CN" sz="1400" dirty="0" err="1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217" name="文本框 946"/>
          <p:cNvSpPr txBox="1"/>
          <p:nvPr/>
        </p:nvSpPr>
        <p:spPr>
          <a:xfrm>
            <a:off x="3855085" y="6072505"/>
            <a:ext cx="188468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1400" dirty="0" err="1">
                <a:latin typeface="Times New Roman" panose="02020603050405020304" charset="0"/>
                <a:cs typeface="Times New Roman" panose="02020603050405020304" charset="0"/>
                <a:sym typeface="+mn-ea"/>
              </a:rPr>
              <a:t>Feedback Regulation </a:t>
            </a:r>
            <a:endParaRPr lang="en-US" altLang="zh-CN" sz="1400" dirty="0" err="1"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220" name="矩形: 圆角 691"/>
          <p:cNvSpPr/>
          <p:nvPr/>
        </p:nvSpPr>
        <p:spPr>
          <a:xfrm>
            <a:off x="708660" y="6072505"/>
            <a:ext cx="762635" cy="281940"/>
          </a:xfrm>
          <a:prstGeom prst="roundRect">
            <a:avLst/>
          </a:prstGeom>
          <a:solidFill>
            <a:srgbClr val="C66A59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PE</a:t>
            </a:r>
            <a:endParaRPr lang="en-US" altLang="zh-CN" sz="1200" dirty="0">
              <a:solidFill>
                <a:sysClr val="windowText" lastClr="000000"/>
              </a:solidFill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221" name="矩形: 圆角 691"/>
          <p:cNvSpPr/>
          <p:nvPr/>
        </p:nvSpPr>
        <p:spPr>
          <a:xfrm>
            <a:off x="3199765" y="6072505"/>
            <a:ext cx="762635" cy="281940"/>
          </a:xfrm>
          <a:prstGeom prst="roundRect">
            <a:avLst/>
          </a:prstGeom>
          <a:solidFill>
            <a:srgbClr val="8CADDB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FR</a:t>
            </a:r>
            <a:endParaRPr lang="en-US" altLang="zh-CN" sz="1200" dirty="0">
              <a:solidFill>
                <a:sysClr val="windowText" lastClr="000000"/>
              </a:solidFill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1452245" y="6423660"/>
            <a:ext cx="366395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1400" dirty="0" err="1">
                <a:latin typeface="Times New Roman" panose="02020603050405020304" charset="0"/>
                <a:cs typeface="Times New Roman" panose="02020603050405020304" charset="0"/>
              </a:rPr>
              <a:t>Search State Feedback-based Online Regulation</a:t>
            </a:r>
            <a:endParaRPr lang="en-US" altLang="zh-CN" sz="1400" dirty="0" err="1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9" name="矩形: 圆角 691"/>
          <p:cNvSpPr/>
          <p:nvPr/>
        </p:nvSpPr>
        <p:spPr>
          <a:xfrm>
            <a:off x="708660" y="6448425"/>
            <a:ext cx="762635" cy="281940"/>
          </a:xfrm>
          <a:prstGeom prst="roundRect">
            <a:avLst/>
          </a:prstGeom>
          <a:solidFill>
            <a:srgbClr val="F4B183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SSFOR</a:t>
            </a:r>
            <a:endParaRPr lang="en-US" altLang="zh-CN" sz="1200" dirty="0">
              <a:solidFill>
                <a:sysClr val="windowText" lastClr="000000"/>
              </a:solidFill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35" name="文本框 34"/>
          <p:cNvSpPr txBox="1"/>
          <p:nvPr/>
        </p:nvSpPr>
        <p:spPr>
          <a:xfrm>
            <a:off x="6363970" y="6047740"/>
            <a:ext cx="188595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1400" dirty="0" err="1">
                <a:latin typeface="Times New Roman" panose="02020603050405020304" charset="0"/>
                <a:cs typeface="Times New Roman" panose="02020603050405020304" charset="0"/>
              </a:rPr>
              <a:t>Informed Sampling</a:t>
            </a:r>
            <a:endParaRPr lang="en-US" altLang="zh-CN" sz="1400" dirty="0" err="1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36" name="矩形: 圆角 691"/>
          <p:cNvSpPr/>
          <p:nvPr/>
        </p:nvSpPr>
        <p:spPr>
          <a:xfrm>
            <a:off x="5667375" y="6047740"/>
            <a:ext cx="762635" cy="281940"/>
          </a:xfrm>
          <a:prstGeom prst="roundRect">
            <a:avLst/>
          </a:prstGeom>
          <a:solidFill>
            <a:srgbClr val="C66A59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IS</a:t>
            </a:r>
            <a:endParaRPr lang="en-US" altLang="zh-CN" sz="1200" dirty="0">
              <a:solidFill>
                <a:sysClr val="windowText" lastClr="000000"/>
              </a:solidFill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8" name="组合 47"/>
          <p:cNvGrpSpPr/>
          <p:nvPr/>
        </p:nvGrpSpPr>
        <p:grpSpPr>
          <a:xfrm>
            <a:off x="2370455" y="1125855"/>
            <a:ext cx="4768850" cy="5647055"/>
            <a:chOff x="3733" y="1773"/>
            <a:chExt cx="7510" cy="8893"/>
          </a:xfrm>
        </p:grpSpPr>
        <p:sp>
          <p:nvSpPr>
            <p:cNvPr id="6" name="文本框 5"/>
            <p:cNvSpPr txBox="1"/>
            <p:nvPr/>
          </p:nvSpPr>
          <p:spPr>
            <a:xfrm>
              <a:off x="5148" y="9578"/>
              <a:ext cx="5770" cy="4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l"/>
              <a:r>
                <a:rPr lang="en-US" sz="1400">
                  <a:sym typeface="+mn-ea"/>
                </a:rPr>
                <a:t>Superellipsoid Sampling Region</a:t>
              </a:r>
              <a:endParaRPr lang="en-US" altLang="zh-CN" sz="1400" dirty="0" err="1"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sp>
          <p:nvSpPr>
            <p:cNvPr id="8" name="矩形: 圆角 691"/>
            <p:cNvSpPr/>
            <p:nvPr/>
          </p:nvSpPr>
          <p:spPr>
            <a:xfrm>
              <a:off x="3868" y="9564"/>
              <a:ext cx="1201" cy="444"/>
            </a:xfrm>
            <a:prstGeom prst="roundRect">
              <a:avLst/>
            </a:prstGeom>
            <a:solidFill>
              <a:srgbClr val="FFD966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sz="1200" dirty="0">
                  <a:solidFill>
                    <a:sysClr val="windowText" lastClr="000000"/>
                  </a:solidFill>
                  <a:latin typeface="Times New Roman" panose="02020603050405020304" charset="0"/>
                  <a:cs typeface="Times New Roman" panose="02020603050405020304" charset="0"/>
                  <a:sym typeface="+mn-ea"/>
                </a:rPr>
                <a:t>SSR</a:t>
              </a:r>
              <a:endParaRPr lang="en-US" altLang="zh-CN" sz="1200" dirty="0">
                <a:solidFill>
                  <a:sysClr val="windowText" lastClr="000000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endParaRPr>
            </a:p>
          </p:txBody>
        </p:sp>
        <p:sp>
          <p:nvSpPr>
            <p:cNvPr id="10" name="圆角矩形 9"/>
            <p:cNvSpPr/>
            <p:nvPr/>
          </p:nvSpPr>
          <p:spPr>
            <a:xfrm>
              <a:off x="3733" y="1773"/>
              <a:ext cx="7510" cy="7460"/>
            </a:xfrm>
            <a:prstGeom prst="roundRect">
              <a:avLst>
                <a:gd name="adj" fmla="val 11171"/>
              </a:avLst>
            </a:prstGeom>
            <a:solidFill>
              <a:srgbClr val="BBDDDF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760"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sp>
          <p:nvSpPr>
            <p:cNvPr id="11" name="矩形 10"/>
            <p:cNvSpPr/>
            <p:nvPr/>
          </p:nvSpPr>
          <p:spPr>
            <a:xfrm flipH="1">
              <a:off x="5516" y="3844"/>
              <a:ext cx="727" cy="315"/>
            </a:xfrm>
            <a:prstGeom prst="rect">
              <a:avLst/>
            </a:prstGeom>
            <a:solidFill>
              <a:srgbClr val="C66A59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sz="1400" dirty="0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</a:rPr>
                <a:t>Yes</a:t>
              </a:r>
              <a:endParaRPr lang="en-US" altLang="zh-CN" sz="140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sp>
          <p:nvSpPr>
            <p:cNvPr id="12" name="矩形: 圆角 29"/>
            <p:cNvSpPr/>
            <p:nvPr/>
          </p:nvSpPr>
          <p:spPr>
            <a:xfrm rot="5400000">
              <a:off x="5661" y="4777"/>
              <a:ext cx="399" cy="1605"/>
            </a:xfrm>
            <a:prstGeom prst="roundRect">
              <a:avLst/>
            </a:prstGeom>
            <a:solidFill>
              <a:srgbClr val="FFD96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p>
              <a:pPr algn="ctr">
                <a:buClrTx/>
                <a:buSzTx/>
                <a:buFontTx/>
              </a:pPr>
              <a:r>
                <a:rPr lang="en-US" altLang="zh-CN" sz="1170" dirty="0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  <a:sym typeface="+mn-ea"/>
                </a:rPr>
                <a:t>Update SSR</a:t>
              </a:r>
              <a:endParaRPr lang="en-US" altLang="zh-CN" sz="117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endParaRPr>
            </a:p>
          </p:txBody>
        </p:sp>
        <p:sp>
          <p:nvSpPr>
            <p:cNvPr id="13" name="矩形: 圆角 31"/>
            <p:cNvSpPr/>
            <p:nvPr/>
          </p:nvSpPr>
          <p:spPr>
            <a:xfrm rot="5400000">
              <a:off x="5666" y="4048"/>
              <a:ext cx="398" cy="1435"/>
            </a:xfrm>
            <a:prstGeom prst="roundRect">
              <a:avLst/>
            </a:prstGeom>
            <a:solidFill>
              <a:srgbClr val="F4B183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p>
              <a:pPr algn="ctr"/>
              <a:r>
                <a:rPr lang="en-US" altLang="zh-CN" sz="1170" dirty="0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</a:rPr>
                <a:t>UpdateMeet</a:t>
              </a:r>
              <a:endParaRPr lang="en-US" altLang="zh-CN" sz="117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cxnSp>
          <p:nvCxnSpPr>
            <p:cNvPr id="15" name="直接箭头连接符 14"/>
            <p:cNvCxnSpPr>
              <a:stCxn id="27" idx="3"/>
              <a:endCxn id="29" idx="0"/>
            </p:cNvCxnSpPr>
            <p:nvPr/>
          </p:nvCxnSpPr>
          <p:spPr>
            <a:xfrm>
              <a:off x="5861" y="6666"/>
              <a:ext cx="6" cy="555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Diamond 5"/>
            <p:cNvSpPr/>
            <p:nvPr/>
          </p:nvSpPr>
          <p:spPr>
            <a:xfrm>
              <a:off x="6323" y="2877"/>
              <a:ext cx="2094" cy="1256"/>
            </a:xfrm>
            <a:prstGeom prst="diamond">
              <a:avLst/>
            </a:prstGeom>
            <a:solidFill>
              <a:srgbClr val="8CADDB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sz="1170" dirty="0">
                  <a:solidFill>
                    <a:sysClr val="windowText" lastClr="000000"/>
                  </a:solidFill>
                  <a:latin typeface="Times New Roman" panose="02020603050405020304" charset="0"/>
                  <a:cs typeface="Times New Roman" panose="02020603050405020304" charset="0"/>
                </a:rPr>
                <a:t>Iter % N == 0?</a:t>
              </a:r>
              <a:endParaRPr lang="en-US" altLang="zh-CN" sz="1170" dirty="0">
                <a:solidFill>
                  <a:sysClr val="windowText" lastClr="000000"/>
                </a:solidFill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sp>
          <p:nvSpPr>
            <p:cNvPr id="20" name="矩形 9"/>
            <p:cNvSpPr/>
            <p:nvPr/>
          </p:nvSpPr>
          <p:spPr>
            <a:xfrm flipH="1">
              <a:off x="8645" y="3818"/>
              <a:ext cx="667" cy="315"/>
            </a:xfrm>
            <a:prstGeom prst="rect">
              <a:avLst/>
            </a:prstGeom>
            <a:solidFill>
              <a:srgbClr val="C66A59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sz="1400" dirty="0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</a:rPr>
                <a:t>No</a:t>
              </a:r>
              <a:endParaRPr lang="en-US" altLang="zh-CN" sz="140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cxnSp>
          <p:nvCxnSpPr>
            <p:cNvPr id="21" name="直接箭头连接符 51"/>
            <p:cNvCxnSpPr>
              <a:stCxn id="11" idx="2"/>
            </p:cNvCxnSpPr>
            <p:nvPr/>
          </p:nvCxnSpPr>
          <p:spPr>
            <a:xfrm>
              <a:off x="5879" y="4159"/>
              <a:ext cx="0" cy="434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直接箭头连接符 51"/>
            <p:cNvCxnSpPr/>
            <p:nvPr/>
          </p:nvCxnSpPr>
          <p:spPr>
            <a:xfrm>
              <a:off x="8979" y="4148"/>
              <a:ext cx="0" cy="419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连接符: 肘形 139"/>
            <p:cNvCxnSpPr>
              <a:stCxn id="19" idx="3"/>
              <a:endCxn id="20" idx="0"/>
            </p:cNvCxnSpPr>
            <p:nvPr/>
          </p:nvCxnSpPr>
          <p:spPr>
            <a:xfrm>
              <a:off x="8417" y="3505"/>
              <a:ext cx="561" cy="313"/>
            </a:xfrm>
            <a:prstGeom prst="bentConnector2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直接箭头连接符 33"/>
            <p:cNvCxnSpPr>
              <a:stCxn id="13" idx="3"/>
              <a:endCxn id="12" idx="1"/>
            </p:cNvCxnSpPr>
            <p:nvPr/>
          </p:nvCxnSpPr>
          <p:spPr>
            <a:xfrm flipH="1">
              <a:off x="5860" y="4965"/>
              <a:ext cx="5" cy="415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连接符: 肘形 36"/>
            <p:cNvCxnSpPr>
              <a:stCxn id="19" idx="1"/>
              <a:endCxn id="11" idx="0"/>
            </p:cNvCxnSpPr>
            <p:nvPr/>
          </p:nvCxnSpPr>
          <p:spPr>
            <a:xfrm rot="10800000" flipV="1">
              <a:off x="5879" y="3505"/>
              <a:ext cx="444" cy="339"/>
            </a:xfrm>
            <a:prstGeom prst="bentConnector2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直接箭头连接符 33"/>
            <p:cNvCxnSpPr>
              <a:stCxn id="12" idx="3"/>
            </p:cNvCxnSpPr>
            <p:nvPr/>
          </p:nvCxnSpPr>
          <p:spPr>
            <a:xfrm>
              <a:off x="5860" y="5779"/>
              <a:ext cx="1" cy="362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矩形: 圆角 29"/>
            <p:cNvSpPr/>
            <p:nvPr/>
          </p:nvSpPr>
          <p:spPr>
            <a:xfrm rot="5400000">
              <a:off x="5599" y="5540"/>
              <a:ext cx="524" cy="1728"/>
            </a:xfrm>
            <a:prstGeom prst="roundRect">
              <a:avLst/>
            </a:prstGeom>
            <a:solidFill>
              <a:srgbClr val="BCCDE7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p>
              <a:pPr algn="ctr"/>
              <a:r>
                <a:rPr lang="en-US" altLang="zh-CN" sz="1170" dirty="0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</a:rPr>
                <a:t>ValidateSample</a:t>
              </a:r>
              <a:endParaRPr lang="en-US" altLang="zh-CN" sz="117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sp>
          <p:nvSpPr>
            <p:cNvPr id="28" name="矩形: 圆角 29"/>
            <p:cNvSpPr/>
            <p:nvPr/>
          </p:nvSpPr>
          <p:spPr>
            <a:xfrm rot="5400000">
              <a:off x="8663" y="4044"/>
              <a:ext cx="559" cy="1605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p>
              <a:pPr algn="ctr"/>
              <a:r>
                <a:rPr lang="en-US" altLang="zh-CN" sz="1400" dirty="0">
                  <a:solidFill>
                    <a:sysClr val="windowText" lastClr="000000"/>
                  </a:solidFill>
                  <a:latin typeface="Times New Roman" panose="02020603050405020304" charset="0"/>
                  <a:cs typeface="Times New Roman" panose="02020603050405020304" charset="0"/>
                </a:rPr>
                <a:t>return false</a:t>
              </a:r>
              <a:endParaRPr lang="en-US" altLang="zh-CN" sz="1400" dirty="0">
                <a:solidFill>
                  <a:sysClr val="windowText" lastClr="000000"/>
                </a:solidFill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sp>
          <p:nvSpPr>
            <p:cNvPr id="29" name="Diamond 120"/>
            <p:cNvSpPr/>
            <p:nvPr/>
          </p:nvSpPr>
          <p:spPr>
            <a:xfrm>
              <a:off x="4489" y="7221"/>
              <a:ext cx="2755" cy="1024"/>
            </a:xfrm>
            <a:prstGeom prst="diamond">
              <a:avLst/>
            </a:prstGeom>
            <a:solidFill>
              <a:srgbClr val="8CADDB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>
                <a:buClrTx/>
                <a:buSzTx/>
                <a:buFontTx/>
              </a:pPr>
              <a:r>
                <a:rPr lang="en-US" altLang="zh-CN" sz="1400" dirty="0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</a:rPr>
                <a:t>P</a:t>
              </a:r>
              <a:r>
                <a:rPr lang="en-US" altLang="zh-CN" sz="1400" dirty="0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</a:rPr>
                <a:t>ath</a:t>
              </a:r>
              <a:endParaRPr lang="en-US" altLang="zh-CN" sz="140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endParaRPr>
            </a:p>
            <a:p>
              <a:pPr algn="ctr">
                <a:buClrTx/>
                <a:buSzTx/>
                <a:buFontTx/>
              </a:pPr>
              <a:r>
                <a:rPr lang="en-US" altLang="zh-CN" sz="1400" dirty="0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</a:rPr>
                <a:t>Collision?</a:t>
              </a:r>
              <a:endParaRPr lang="en-US" altLang="zh-CN" sz="140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sp>
          <p:nvSpPr>
            <p:cNvPr id="30" name="Diamond 120"/>
            <p:cNvSpPr/>
            <p:nvPr/>
          </p:nvSpPr>
          <p:spPr>
            <a:xfrm>
              <a:off x="7748" y="7221"/>
              <a:ext cx="2433" cy="1024"/>
            </a:xfrm>
            <a:prstGeom prst="diamond">
              <a:avLst/>
            </a:prstGeom>
            <a:solidFill>
              <a:srgbClr val="8CADDB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>
                <a:buClrTx/>
                <a:buSzTx/>
                <a:buFontTx/>
              </a:pPr>
              <a:r>
                <a:rPr lang="en-US" altLang="zh-CN" sz="1170" dirty="0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</a:rPr>
                <a:t>Check   Connect</a:t>
              </a:r>
              <a:endParaRPr lang="en-US" altLang="zh-CN" sz="117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sp>
          <p:nvSpPr>
            <p:cNvPr id="31" name="文本框 30"/>
            <p:cNvSpPr txBox="1"/>
            <p:nvPr/>
          </p:nvSpPr>
          <p:spPr>
            <a:xfrm>
              <a:off x="8965" y="8158"/>
              <a:ext cx="889" cy="4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l">
                <a:buClrTx/>
                <a:buSzTx/>
                <a:buFontTx/>
              </a:pPr>
              <a:r>
                <a:rPr lang="en-US" altLang="zh-CN" sz="1400" dirty="0" err="1">
                  <a:latin typeface="Times New Roman" panose="02020603050405020304" charset="0"/>
                  <a:cs typeface="Times New Roman" panose="02020603050405020304" charset="0"/>
                </a:rPr>
                <a:t>Yes</a:t>
              </a:r>
              <a:endParaRPr lang="en-US" altLang="zh-CN" sz="1400" dirty="0" err="1"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cxnSp>
          <p:nvCxnSpPr>
            <p:cNvPr id="32" name="直接箭头连接符 31"/>
            <p:cNvCxnSpPr>
              <a:stCxn id="30" idx="2"/>
            </p:cNvCxnSpPr>
            <p:nvPr/>
          </p:nvCxnSpPr>
          <p:spPr>
            <a:xfrm>
              <a:off x="8965" y="8245"/>
              <a:ext cx="6" cy="736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连接符: 肘形 139"/>
            <p:cNvCxnSpPr>
              <a:stCxn id="30" idx="3"/>
            </p:cNvCxnSpPr>
            <p:nvPr/>
          </p:nvCxnSpPr>
          <p:spPr>
            <a:xfrm flipH="1" flipV="1">
              <a:off x="7368" y="2333"/>
              <a:ext cx="2813" cy="5400"/>
            </a:xfrm>
            <a:prstGeom prst="bentConnector4">
              <a:avLst>
                <a:gd name="adj1" fmla="val -13331"/>
                <a:gd name="adj2" fmla="val 100092"/>
              </a:avLst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文本框 33"/>
            <p:cNvSpPr txBox="1"/>
            <p:nvPr/>
          </p:nvSpPr>
          <p:spPr>
            <a:xfrm>
              <a:off x="4307" y="7109"/>
              <a:ext cx="889" cy="4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400" dirty="0" err="1">
                  <a:latin typeface="Times New Roman" panose="02020603050405020304" charset="0"/>
                  <a:cs typeface="Times New Roman" panose="02020603050405020304" charset="0"/>
                </a:rPr>
                <a:t>No</a:t>
              </a:r>
              <a:endParaRPr lang="en-US" altLang="zh-CN" sz="1400" dirty="0" err="1"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sp>
          <p:nvSpPr>
            <p:cNvPr id="35" name="文本框 34"/>
            <p:cNvSpPr txBox="1"/>
            <p:nvPr/>
          </p:nvSpPr>
          <p:spPr>
            <a:xfrm>
              <a:off x="6724" y="7123"/>
              <a:ext cx="889" cy="4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l">
                <a:buClrTx/>
                <a:buSzTx/>
                <a:buFontTx/>
              </a:pPr>
              <a:r>
                <a:rPr lang="en-US" altLang="zh-CN" sz="1400" dirty="0" err="1">
                  <a:latin typeface="Times New Roman" panose="02020603050405020304" charset="0"/>
                  <a:cs typeface="Times New Roman" panose="02020603050405020304" charset="0"/>
                </a:rPr>
                <a:t>Yes</a:t>
              </a:r>
              <a:endParaRPr lang="en-US" altLang="zh-CN" sz="1400" dirty="0" err="1"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sp>
          <p:nvSpPr>
            <p:cNvPr id="36" name="文本框 35"/>
            <p:cNvSpPr txBox="1"/>
            <p:nvPr/>
          </p:nvSpPr>
          <p:spPr>
            <a:xfrm>
              <a:off x="10013" y="7109"/>
              <a:ext cx="889" cy="4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400" dirty="0" err="1">
                  <a:latin typeface="Times New Roman" panose="02020603050405020304" charset="0"/>
                  <a:cs typeface="Times New Roman" panose="02020603050405020304" charset="0"/>
                </a:rPr>
                <a:t>No</a:t>
              </a:r>
              <a:endParaRPr lang="en-US" altLang="zh-CN" sz="1400" dirty="0" err="1"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cxnSp>
          <p:nvCxnSpPr>
            <p:cNvPr id="37" name="直接箭头连接符 36"/>
            <p:cNvCxnSpPr/>
            <p:nvPr/>
          </p:nvCxnSpPr>
          <p:spPr>
            <a:xfrm>
              <a:off x="7368" y="2044"/>
              <a:ext cx="7" cy="833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肘形连接符 38"/>
            <p:cNvCxnSpPr>
              <a:stCxn id="29" idx="1"/>
            </p:cNvCxnSpPr>
            <p:nvPr/>
          </p:nvCxnSpPr>
          <p:spPr>
            <a:xfrm rot="10800000" flipH="1">
              <a:off x="4488" y="2329"/>
              <a:ext cx="2873" cy="5403"/>
            </a:xfrm>
            <a:prstGeom prst="bentConnector4">
              <a:avLst>
                <a:gd name="adj1" fmla="val -13053"/>
                <a:gd name="adj2" fmla="val 99981"/>
              </a:avLst>
            </a:prstGeom>
            <a:ln>
              <a:solidFill>
                <a:schemeClr val="tx1">
                  <a:lumMod val="95000"/>
                  <a:lumOff val="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40" name="肘形连接符 39"/>
            <p:cNvCxnSpPr>
              <a:endCxn id="41" idx="1"/>
            </p:cNvCxnSpPr>
            <p:nvPr/>
          </p:nvCxnSpPr>
          <p:spPr>
            <a:xfrm flipV="1">
              <a:off x="7261" y="6181"/>
              <a:ext cx="1703" cy="1552"/>
            </a:xfrm>
            <a:prstGeom prst="bentConnector4">
              <a:avLst>
                <a:gd name="adj1" fmla="val 14973"/>
                <a:gd name="adj2" fmla="val 124162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41" name="矩形: 圆角 29"/>
            <p:cNvSpPr/>
            <p:nvPr/>
          </p:nvSpPr>
          <p:spPr>
            <a:xfrm rot="5400000">
              <a:off x="8684" y="5578"/>
              <a:ext cx="559" cy="1764"/>
            </a:xfrm>
            <a:prstGeom prst="round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p>
              <a:pPr algn="ctr"/>
              <a:r>
                <a:rPr lang="en-US" altLang="zh-CN" sz="1170" dirty="0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</a:rPr>
                <a:t>Greedy Connect</a:t>
              </a:r>
              <a:endParaRPr lang="en-US" altLang="zh-CN" sz="117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cxnSp>
          <p:nvCxnSpPr>
            <p:cNvPr id="42" name="直接箭头连接符 33"/>
            <p:cNvCxnSpPr>
              <a:stCxn id="41" idx="3"/>
              <a:endCxn id="30" idx="0"/>
            </p:cNvCxnSpPr>
            <p:nvPr/>
          </p:nvCxnSpPr>
          <p:spPr>
            <a:xfrm>
              <a:off x="8964" y="6740"/>
              <a:ext cx="1" cy="481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文本框 45"/>
            <p:cNvSpPr txBox="1"/>
            <p:nvPr/>
          </p:nvSpPr>
          <p:spPr>
            <a:xfrm>
              <a:off x="5044" y="10183"/>
              <a:ext cx="5770" cy="4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en-US" altLang="zh-CN" sz="1400" dirty="0" err="1">
                  <a:latin typeface="Times New Roman" panose="02020603050405020304" charset="0"/>
                  <a:cs typeface="Times New Roman" panose="02020603050405020304" charset="0"/>
                  <a:sym typeface="+mn-ea"/>
                </a:rPr>
                <a:t>Adaptive Dual-Ellipsoid Constrained Sampling</a:t>
              </a:r>
              <a:endParaRPr lang="en-US" altLang="zh-CN" sz="1400" dirty="0" err="1"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sp>
          <p:nvSpPr>
            <p:cNvPr id="47" name="矩形: 圆角 691"/>
            <p:cNvSpPr/>
            <p:nvPr/>
          </p:nvSpPr>
          <p:spPr>
            <a:xfrm>
              <a:off x="3873" y="10222"/>
              <a:ext cx="1201" cy="444"/>
            </a:xfrm>
            <a:prstGeom prst="roundRect">
              <a:avLst/>
            </a:prstGeom>
            <a:solidFill>
              <a:srgbClr val="BBDDDF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sz="1200" dirty="0">
                  <a:solidFill>
                    <a:sysClr val="windowText" lastClr="000000"/>
                  </a:solidFill>
                  <a:latin typeface="Times New Roman" panose="02020603050405020304" charset="0"/>
                  <a:cs typeface="Times New Roman" panose="02020603050405020304" charset="0"/>
                  <a:sym typeface="+mn-ea"/>
                </a:rPr>
                <a:t>ADCS</a:t>
              </a:r>
              <a:endParaRPr lang="zh-CN" altLang="en-US" sz="1200" dirty="0">
                <a:solidFill>
                  <a:sysClr val="windowText" lastClr="000000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endParaRP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605530" y="2527935"/>
            <a:ext cx="2694940" cy="1161415"/>
          </a:xfrm>
        </p:spPr>
        <p:txBody>
          <a:bodyPr/>
          <a:p>
            <a:r>
              <a:rPr lang="zh-CN" altLang="en-US"/>
              <a:t>穴位识别</a:t>
            </a:r>
            <a:endParaRPr lang="zh-CN" alt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5" name="组合 4"/>
          <p:cNvGrpSpPr/>
          <p:nvPr/>
        </p:nvGrpSpPr>
        <p:grpSpPr>
          <a:xfrm rot="16200000">
            <a:off x="-990600" y="2174875"/>
            <a:ext cx="6590665" cy="2585720"/>
            <a:chOff x="2963" y="7316"/>
            <a:chExt cx="9929" cy="4072"/>
          </a:xfrm>
        </p:grpSpPr>
        <p:sp>
          <p:nvSpPr>
            <p:cNvPr id="220" name="圆角矩形 219"/>
            <p:cNvSpPr/>
            <p:nvPr/>
          </p:nvSpPr>
          <p:spPr>
            <a:xfrm>
              <a:off x="2963" y="7316"/>
              <a:ext cx="9929" cy="4072"/>
            </a:xfrm>
            <a:prstGeom prst="roundRect">
              <a:avLst/>
            </a:prstGeom>
            <a:solidFill>
              <a:srgbClr val="FFD966"/>
            </a:solidFill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24" name="圆角矩形 223"/>
            <p:cNvSpPr/>
            <p:nvPr/>
          </p:nvSpPr>
          <p:spPr>
            <a:xfrm rot="5400000">
              <a:off x="7596" y="7841"/>
              <a:ext cx="665" cy="2906"/>
            </a:xfrm>
            <a:prstGeom prst="roundRect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/>
                <a:t>全身姿态</a:t>
              </a:r>
              <a:r>
                <a:rPr lang="en-US" altLang="zh-CN"/>
                <a:t>+</a:t>
              </a:r>
              <a:endParaRPr lang="en-US" altLang="zh-CN"/>
            </a:p>
            <a:p>
              <a:pPr algn="ctr"/>
              <a:r>
                <a:rPr lang="zh-CN" altLang="en-US"/>
                <a:t>膝</a:t>
              </a:r>
              <a:r>
                <a:rPr lang="zh-CN" altLang="en-US"/>
                <a:t>模</a:t>
              </a:r>
              <a:endParaRPr lang="zh-CN" altLang="en-US"/>
            </a:p>
          </p:txBody>
        </p:sp>
        <p:cxnSp>
          <p:nvCxnSpPr>
            <p:cNvPr id="226" name="直接箭头连接符 225"/>
            <p:cNvCxnSpPr>
              <a:stCxn id="230" idx="3"/>
              <a:endCxn id="224" idx="1"/>
            </p:cNvCxnSpPr>
            <p:nvPr/>
          </p:nvCxnSpPr>
          <p:spPr>
            <a:xfrm flipH="1">
              <a:off x="7929" y="8162"/>
              <a:ext cx="12" cy="800"/>
            </a:xfrm>
            <a:prstGeom prst="straightConnector1">
              <a:avLst/>
            </a:prstGeom>
            <a:ln>
              <a:tailEnd type="arrow" w="med" len="med"/>
            </a:ln>
          </p:spPr>
          <p:style>
            <a:lnRef idx="3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230" name="圆角矩形 229"/>
            <p:cNvSpPr/>
            <p:nvPr/>
          </p:nvSpPr>
          <p:spPr>
            <a:xfrm rot="5400000">
              <a:off x="7617" y="6902"/>
              <a:ext cx="648" cy="1871"/>
            </a:xfrm>
            <a:prstGeom prst="round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/>
                <a:t>输入</a:t>
              </a:r>
              <a:endParaRPr lang="zh-CN" altLang="en-US"/>
            </a:p>
          </p:txBody>
        </p:sp>
        <p:cxnSp>
          <p:nvCxnSpPr>
            <p:cNvPr id="231" name="肘形连接符 230"/>
            <p:cNvCxnSpPr>
              <a:endCxn id="6" idx="1"/>
            </p:cNvCxnSpPr>
            <p:nvPr/>
          </p:nvCxnSpPr>
          <p:spPr>
            <a:xfrm>
              <a:off x="7936" y="8474"/>
              <a:ext cx="3228" cy="485"/>
            </a:xfrm>
            <a:prstGeom prst="bentConnector2">
              <a:avLst/>
            </a:prstGeom>
            <a:ln>
              <a:tailEnd type="arrow" w="med" len="med"/>
            </a:ln>
          </p:spPr>
          <p:style>
            <a:lnRef idx="3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232" name="肘形连接符 231"/>
            <p:cNvCxnSpPr>
              <a:endCxn id="7" idx="1"/>
            </p:cNvCxnSpPr>
            <p:nvPr/>
          </p:nvCxnSpPr>
          <p:spPr>
            <a:xfrm rot="10800000" flipV="1">
              <a:off x="4705" y="8475"/>
              <a:ext cx="3240" cy="485"/>
            </a:xfrm>
            <a:prstGeom prst="bentConnector2">
              <a:avLst/>
            </a:prstGeom>
            <a:ln>
              <a:tailEnd type="arrow" w="med" len="med"/>
            </a:ln>
          </p:spPr>
          <p:style>
            <a:lnRef idx="3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233" name="圆角矩形 232"/>
            <p:cNvSpPr/>
            <p:nvPr/>
          </p:nvSpPr>
          <p:spPr>
            <a:xfrm rot="5400000">
              <a:off x="7610" y="9946"/>
              <a:ext cx="649" cy="1761"/>
            </a:xfrm>
            <a:prstGeom prst="round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/>
                <a:t>输</a:t>
              </a:r>
              <a:r>
                <a:rPr lang="zh-CN" altLang="en-US"/>
                <a:t>出</a:t>
              </a:r>
              <a:endParaRPr lang="zh-CN" altLang="en-US"/>
            </a:p>
          </p:txBody>
        </p:sp>
        <p:sp>
          <p:nvSpPr>
            <p:cNvPr id="240" name="流程图: 汇总连接 239"/>
            <p:cNvSpPr/>
            <p:nvPr/>
          </p:nvSpPr>
          <p:spPr>
            <a:xfrm>
              <a:off x="7798" y="9891"/>
              <a:ext cx="269" cy="235"/>
            </a:xfrm>
            <a:prstGeom prst="flowChartSummingJunction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115"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cxnSp>
          <p:nvCxnSpPr>
            <p:cNvPr id="247" name="直接箭头连接符 246"/>
            <p:cNvCxnSpPr>
              <a:stCxn id="240" idx="4"/>
              <a:endCxn id="233" idx="1"/>
            </p:cNvCxnSpPr>
            <p:nvPr/>
          </p:nvCxnSpPr>
          <p:spPr>
            <a:xfrm>
              <a:off x="7933" y="10127"/>
              <a:ext cx="1" cy="376"/>
            </a:xfrm>
            <a:prstGeom prst="straightConnector1">
              <a:avLst/>
            </a:prstGeom>
            <a:ln>
              <a:tailEnd type="arrow" w="med" len="med"/>
            </a:ln>
          </p:spPr>
          <p:style>
            <a:lnRef idx="3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248" name="直接连接符 247"/>
            <p:cNvCxnSpPr>
              <a:stCxn id="224" idx="3"/>
              <a:endCxn id="240" idx="0"/>
            </p:cNvCxnSpPr>
            <p:nvPr/>
          </p:nvCxnSpPr>
          <p:spPr>
            <a:xfrm>
              <a:off x="7928" y="9627"/>
              <a:ext cx="5" cy="265"/>
            </a:xfrm>
            <a:prstGeom prst="line">
              <a:avLst/>
            </a:prstGeom>
          </p:spPr>
          <p:style>
            <a:lnRef idx="3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250" name="肘形连接符 249"/>
            <p:cNvCxnSpPr>
              <a:stCxn id="7" idx="3"/>
              <a:endCxn id="240" idx="2"/>
            </p:cNvCxnSpPr>
            <p:nvPr/>
          </p:nvCxnSpPr>
          <p:spPr>
            <a:xfrm rot="5400000" flipV="1">
              <a:off x="6058" y="8270"/>
              <a:ext cx="385" cy="3095"/>
            </a:xfrm>
            <a:prstGeom prst="bentConnector2">
              <a:avLst/>
            </a:prstGeom>
          </p:spPr>
          <p:style>
            <a:lnRef idx="3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251" name="肘形连接符 250"/>
            <p:cNvCxnSpPr>
              <a:stCxn id="6" idx="3"/>
              <a:endCxn id="240" idx="6"/>
            </p:cNvCxnSpPr>
            <p:nvPr/>
          </p:nvCxnSpPr>
          <p:spPr>
            <a:xfrm rot="5400000">
              <a:off x="9423" y="8269"/>
              <a:ext cx="385" cy="3097"/>
            </a:xfrm>
            <a:prstGeom prst="bentConnector2">
              <a:avLst/>
            </a:prstGeom>
          </p:spPr>
          <p:style>
            <a:lnRef idx="3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2" name="文本框 1"/>
            <p:cNvSpPr txBox="1"/>
            <p:nvPr/>
          </p:nvSpPr>
          <p:spPr>
            <a:xfrm rot="5400000">
              <a:off x="3906" y="8141"/>
              <a:ext cx="545" cy="988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r>
                <a:rPr lang="zh-CN" altLang="en-US"/>
                <a:t>背</a:t>
              </a:r>
              <a:r>
                <a:rPr lang="zh-CN" altLang="en-US"/>
                <a:t>部</a:t>
              </a:r>
              <a:endParaRPr lang="zh-CN" altLang="en-US"/>
            </a:p>
          </p:txBody>
        </p:sp>
        <p:sp>
          <p:nvSpPr>
            <p:cNvPr id="3" name="文本框 2"/>
            <p:cNvSpPr txBox="1"/>
            <p:nvPr/>
          </p:nvSpPr>
          <p:spPr>
            <a:xfrm rot="5400000">
              <a:off x="7125" y="8140"/>
              <a:ext cx="526" cy="1018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r>
                <a:rPr lang="zh-CN" altLang="en-US"/>
                <a:t>膝部</a:t>
              </a:r>
              <a:endParaRPr lang="zh-CN" altLang="en-US"/>
            </a:p>
          </p:txBody>
        </p:sp>
        <p:sp>
          <p:nvSpPr>
            <p:cNvPr id="4" name="文本框 3"/>
            <p:cNvSpPr txBox="1"/>
            <p:nvPr/>
          </p:nvSpPr>
          <p:spPr>
            <a:xfrm rot="5400000">
              <a:off x="11269" y="8084"/>
              <a:ext cx="558" cy="1176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r>
                <a:rPr lang="zh-CN" altLang="en-US"/>
                <a:t>脐部</a:t>
              </a:r>
              <a:endParaRPr lang="zh-CN" altLang="en-US"/>
            </a:p>
          </p:txBody>
        </p:sp>
      </p:grpSp>
      <p:sp>
        <p:nvSpPr>
          <p:cNvPr id="6" name="圆角矩形 5"/>
          <p:cNvSpPr/>
          <p:nvPr/>
        </p:nvSpPr>
        <p:spPr>
          <a:xfrm>
            <a:off x="2055495" y="285115"/>
            <a:ext cx="422275" cy="2068195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>
                <a:sym typeface="+mn-ea"/>
              </a:rPr>
              <a:t>全身姿态+脐点</a:t>
            </a:r>
            <a:endParaRPr lang="zh-CN" altLang="en-US"/>
          </a:p>
        </p:txBody>
      </p:sp>
      <p:sp>
        <p:nvSpPr>
          <p:cNvPr id="7" name="圆角矩形 6"/>
          <p:cNvSpPr/>
          <p:nvPr/>
        </p:nvSpPr>
        <p:spPr>
          <a:xfrm>
            <a:off x="2055495" y="4573270"/>
            <a:ext cx="422275" cy="2068195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>
                <a:sym typeface="+mn-ea"/>
              </a:rPr>
              <a:t>全身姿态+颈点</a:t>
            </a:r>
            <a:endParaRPr lang="zh-CN" altLang="en-US"/>
          </a:p>
        </p:txBody>
      </p:sp>
      <p:sp>
        <p:nvSpPr>
          <p:cNvPr id="218" name="圆角矩形 217"/>
          <p:cNvSpPr/>
          <p:nvPr/>
        </p:nvSpPr>
        <p:spPr>
          <a:xfrm>
            <a:off x="4247515" y="172085"/>
            <a:ext cx="4853940" cy="6591300"/>
          </a:xfrm>
          <a:prstGeom prst="roundRect">
            <a:avLst>
              <a:gd name="adj" fmla="val 11171"/>
            </a:avLst>
          </a:prstGeom>
          <a:solidFill>
            <a:srgbClr val="BBDDDF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176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95" name="矩形: 圆角 29"/>
          <p:cNvSpPr/>
          <p:nvPr/>
        </p:nvSpPr>
        <p:spPr>
          <a:xfrm rot="5400000">
            <a:off x="5886450" y="-144780"/>
            <a:ext cx="528320" cy="1841500"/>
          </a:xfrm>
          <a:prstGeom prst="roundRect">
            <a:avLst/>
          </a:prstGeom>
          <a:solidFill>
            <a:srgbClr val="D0CECE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p>
            <a:pPr algn="ctr"/>
            <a:r>
              <a:rPr lang="zh-CN" altLang="en-US" sz="1400" dirty="0">
                <a:solidFill>
                  <a:sysClr val="windowText" lastClr="000000"/>
                </a:solidFill>
                <a:latin typeface="Times New Roman" panose="02020603050405020304" charset="0"/>
                <a:cs typeface="Times New Roman" panose="02020603050405020304" charset="0"/>
              </a:rPr>
              <a:t>输入</a:t>
            </a:r>
            <a:r>
              <a:rPr lang="en-US" altLang="zh-CN" sz="1400" dirty="0">
                <a:solidFill>
                  <a:sysClr val="windowText" lastClr="000000"/>
                </a:solidFill>
                <a:latin typeface="Times New Roman" panose="02020603050405020304" charset="0"/>
                <a:cs typeface="Times New Roman" panose="02020603050405020304" charset="0"/>
              </a:rPr>
              <a:t>RGB</a:t>
            </a:r>
            <a:r>
              <a:rPr lang="zh-CN" altLang="en-US" sz="1400" dirty="0">
                <a:solidFill>
                  <a:sysClr val="windowText" lastClr="000000"/>
                </a:solidFill>
                <a:latin typeface="Times New Roman" panose="02020603050405020304" charset="0"/>
                <a:cs typeface="Times New Roman" panose="02020603050405020304" charset="0"/>
              </a:rPr>
              <a:t>图</a:t>
            </a:r>
            <a:r>
              <a:rPr lang="en-US" altLang="zh-CN" sz="1400" dirty="0">
                <a:solidFill>
                  <a:sysClr val="windowText" lastClr="000000"/>
                </a:solidFill>
                <a:latin typeface="Times New Roman" panose="02020603050405020304" charset="0"/>
                <a:cs typeface="Times New Roman" panose="02020603050405020304" charset="0"/>
              </a:rPr>
              <a:t>+</a:t>
            </a:r>
            <a:r>
              <a:rPr lang="zh-CN" altLang="en-US" sz="1400" dirty="0">
                <a:solidFill>
                  <a:sysClr val="windowText" lastClr="000000"/>
                </a:solidFill>
                <a:latin typeface="Times New Roman" panose="02020603050405020304" charset="0"/>
                <a:cs typeface="Times New Roman" panose="02020603050405020304" charset="0"/>
              </a:rPr>
              <a:t>部位</a:t>
            </a:r>
            <a:r>
              <a:rPr lang="zh-CN" altLang="en-US" sz="1400" dirty="0">
                <a:solidFill>
                  <a:sysClr val="windowText" lastClr="000000"/>
                </a:solidFill>
                <a:latin typeface="Times New Roman" panose="02020603050405020304" charset="0"/>
                <a:cs typeface="Times New Roman" panose="02020603050405020304" charset="0"/>
              </a:rPr>
              <a:t>码</a:t>
            </a:r>
            <a:endParaRPr lang="zh-CN" altLang="en-US" sz="1400" dirty="0">
              <a:solidFill>
                <a:sysClr val="windowText" lastClr="000000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96" name="矩形: 圆角 30"/>
          <p:cNvSpPr/>
          <p:nvPr/>
        </p:nvSpPr>
        <p:spPr>
          <a:xfrm rot="5400000">
            <a:off x="5913755" y="1068070"/>
            <a:ext cx="462915" cy="1177925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vert270" rtlCol="0" anchor="ctr"/>
          <a:p>
            <a:pPr algn="ctr">
              <a:buClrTx/>
              <a:buSzTx/>
              <a:buFontTx/>
            </a:pPr>
            <a:r>
              <a:rPr lang="zh-CN" altLang="en-US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部位</a:t>
            </a:r>
            <a:r>
              <a:rPr lang="zh-CN" altLang="en-US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路由</a:t>
            </a:r>
            <a:endParaRPr lang="zh-CN" altLang="en-US" dirty="0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97" name="Diamond 5"/>
          <p:cNvSpPr/>
          <p:nvPr/>
        </p:nvSpPr>
        <p:spPr>
          <a:xfrm>
            <a:off x="5402580" y="2215515"/>
            <a:ext cx="1489710" cy="1068705"/>
          </a:xfrm>
          <a:prstGeom prst="diamond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2000" dirty="0">
                <a:solidFill>
                  <a:sysClr val="windowText" lastClr="000000"/>
                </a:solidFill>
                <a:latin typeface="Times New Roman" panose="02020603050405020304" charset="0"/>
                <a:cs typeface="Times New Roman" panose="02020603050405020304" charset="0"/>
              </a:rPr>
              <a:t>姿态合格？</a:t>
            </a:r>
            <a:endParaRPr lang="zh-CN" altLang="en-US" sz="2000" dirty="0">
              <a:solidFill>
                <a:sysClr val="windowText" lastClr="000000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cxnSp>
        <p:nvCxnSpPr>
          <p:cNvPr id="98" name="直接箭头连接符 97"/>
          <p:cNvCxnSpPr>
            <a:stCxn id="95" idx="3"/>
            <a:endCxn id="96" idx="1"/>
          </p:cNvCxnSpPr>
          <p:nvPr/>
        </p:nvCxnSpPr>
        <p:spPr>
          <a:xfrm flipH="1">
            <a:off x="6144895" y="1040130"/>
            <a:ext cx="5715" cy="385445"/>
          </a:xfrm>
          <a:prstGeom prst="straightConnector1">
            <a:avLst/>
          </a:prstGeom>
          <a:ln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99" name="直接箭头连接符 98"/>
          <p:cNvCxnSpPr>
            <a:stCxn id="96" idx="3"/>
            <a:endCxn id="97" idx="0"/>
          </p:cNvCxnSpPr>
          <p:nvPr/>
        </p:nvCxnSpPr>
        <p:spPr>
          <a:xfrm>
            <a:off x="6144895" y="1888490"/>
            <a:ext cx="2540" cy="327025"/>
          </a:xfrm>
          <a:prstGeom prst="straightConnector1">
            <a:avLst/>
          </a:prstGeom>
          <a:ln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02" name="矩形: 圆角 29"/>
          <p:cNvSpPr/>
          <p:nvPr/>
        </p:nvSpPr>
        <p:spPr>
          <a:xfrm rot="5400000">
            <a:off x="5892165" y="3053080"/>
            <a:ext cx="527685" cy="1612900"/>
          </a:xfrm>
          <a:prstGeom prst="roundRect">
            <a:avLst/>
          </a:prstGeom>
          <a:solidFill>
            <a:srgbClr val="F4B18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p>
            <a:pPr algn="ctr">
              <a:buClrTx/>
              <a:buSzTx/>
              <a:buFontTx/>
            </a:pPr>
            <a:r>
              <a:rPr lang="zh-CN" altLang="en-US" sz="160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提取肩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/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髋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/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颈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/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脐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cxnSp>
        <p:nvCxnSpPr>
          <p:cNvPr id="103" name="直接箭头连接符 102"/>
          <p:cNvCxnSpPr>
            <a:stCxn id="97" idx="2"/>
            <a:endCxn id="102" idx="1"/>
          </p:cNvCxnSpPr>
          <p:nvPr/>
        </p:nvCxnSpPr>
        <p:spPr>
          <a:xfrm>
            <a:off x="6147435" y="3284220"/>
            <a:ext cx="8890" cy="311785"/>
          </a:xfrm>
          <a:prstGeom prst="straightConnector1">
            <a:avLst/>
          </a:prstGeom>
          <a:ln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07" name="肘形连接符 106"/>
          <p:cNvCxnSpPr>
            <a:stCxn id="97" idx="1"/>
          </p:cNvCxnSpPr>
          <p:nvPr/>
        </p:nvCxnSpPr>
        <p:spPr>
          <a:xfrm rot="10800000">
            <a:off x="4900930" y="760095"/>
            <a:ext cx="501650" cy="1990090"/>
          </a:xfrm>
          <a:prstGeom prst="bentConnector2">
            <a:avLst/>
          </a:prstGeom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10" name="文本框 109"/>
          <p:cNvSpPr txBox="1"/>
          <p:nvPr/>
        </p:nvSpPr>
        <p:spPr>
          <a:xfrm>
            <a:off x="4522470" y="1598930"/>
            <a:ext cx="570865" cy="3454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400" dirty="0" err="1">
                <a:latin typeface="Times New Roman" panose="02020603050405020304" charset="0"/>
                <a:cs typeface="Times New Roman" panose="02020603050405020304" charset="0"/>
              </a:rPr>
              <a:t>No</a:t>
            </a:r>
            <a:endParaRPr lang="en-US" altLang="zh-CN" sz="1400" dirty="0" err="1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12" name="文本框 111"/>
          <p:cNvSpPr txBox="1"/>
          <p:nvPr/>
        </p:nvSpPr>
        <p:spPr>
          <a:xfrm>
            <a:off x="6172835" y="3237230"/>
            <a:ext cx="570865" cy="3454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>
              <a:buClrTx/>
              <a:buSzTx/>
              <a:buFontTx/>
            </a:pPr>
            <a:r>
              <a:rPr lang="en-US" altLang="zh-CN" sz="1400" dirty="0" err="1">
                <a:latin typeface="Times New Roman" panose="02020603050405020304" charset="0"/>
                <a:cs typeface="Times New Roman" panose="02020603050405020304" charset="0"/>
              </a:rPr>
              <a:t>Yes</a:t>
            </a:r>
            <a:endParaRPr lang="en-US" altLang="zh-CN" sz="1400" dirty="0" err="1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14" name="矩形: 圆角 29"/>
          <p:cNvSpPr/>
          <p:nvPr/>
        </p:nvSpPr>
        <p:spPr>
          <a:xfrm rot="5400000">
            <a:off x="5873115" y="4105910"/>
            <a:ext cx="548005" cy="134620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算寸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: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像素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/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寸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117" name="矩形: 圆角 31"/>
          <p:cNvSpPr/>
          <p:nvPr/>
        </p:nvSpPr>
        <p:spPr>
          <a:xfrm rot="5400000">
            <a:off x="7046595" y="5386070"/>
            <a:ext cx="1086485" cy="829310"/>
          </a:xfrm>
          <a:prstGeom prst="roundRect">
            <a:avLst/>
          </a:prstGeom>
          <a:solidFill>
            <a:schemeClr val="accent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p>
            <a:pPr algn="ctr"/>
            <a:r>
              <a:rPr lang="zh-CN" altLang="en-US" sz="117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按</a:t>
            </a:r>
            <a:r>
              <a:rPr lang="en-US" altLang="zh-CN" sz="117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JSON</a:t>
            </a:r>
            <a:r>
              <a:rPr lang="zh-CN" altLang="en-US" sz="117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骨度分寸规则算穴</a:t>
            </a:r>
            <a:r>
              <a:rPr lang="zh-CN" altLang="en-US" sz="117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位</a:t>
            </a:r>
            <a:endParaRPr lang="zh-CN" altLang="en-US" sz="1170" dirty="0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18" name="Diamond 5"/>
          <p:cNvSpPr/>
          <p:nvPr/>
        </p:nvSpPr>
        <p:spPr>
          <a:xfrm>
            <a:off x="5464175" y="5359400"/>
            <a:ext cx="1386840" cy="899160"/>
          </a:xfrm>
          <a:prstGeom prst="diamond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1400" dirty="0">
                <a:solidFill>
                  <a:sysClr val="windowText" lastClr="000000"/>
                </a:solidFill>
                <a:latin typeface="Times New Roman" panose="02020603050405020304" charset="0"/>
                <a:cs typeface="Times New Roman" panose="02020603050405020304" charset="0"/>
              </a:rPr>
              <a:t>裤腰</a:t>
            </a:r>
            <a:r>
              <a:rPr lang="en-US" altLang="zh-CN" sz="1400" dirty="0">
                <a:solidFill>
                  <a:sysClr val="windowText" lastClr="000000"/>
                </a:solidFill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zh-CN" altLang="en-US" sz="1400" dirty="0">
                <a:solidFill>
                  <a:sysClr val="windowText" lastClr="000000"/>
                </a:solidFill>
                <a:latin typeface="Times New Roman" panose="02020603050405020304" charset="0"/>
                <a:cs typeface="Times New Roman" panose="02020603050405020304" charset="0"/>
              </a:rPr>
              <a:t>遮挡？</a:t>
            </a:r>
            <a:endParaRPr lang="zh-CN" altLang="en-US" sz="1400" dirty="0">
              <a:solidFill>
                <a:sysClr val="windowText" lastClr="000000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33" name="文本框 132"/>
          <p:cNvSpPr txBox="1"/>
          <p:nvPr/>
        </p:nvSpPr>
        <p:spPr>
          <a:xfrm>
            <a:off x="8221345" y="4066540"/>
            <a:ext cx="880110" cy="3454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 sz="1400" dirty="0" err="1">
                <a:latin typeface="Times New Roman" panose="02020603050405020304" charset="0"/>
                <a:cs typeface="Times New Roman" panose="02020603050405020304" charset="0"/>
              </a:rPr>
              <a:t>寸</a:t>
            </a:r>
            <a:r>
              <a:rPr lang="en-US" altLang="zh-CN" sz="1400" dirty="0" err="1">
                <a:latin typeface="Times New Roman" panose="02020603050405020304" charset="0"/>
                <a:cs typeface="Times New Roman" panose="02020603050405020304" charset="0"/>
              </a:rPr>
              <a:t>*1.28</a:t>
            </a:r>
            <a:endParaRPr lang="en-US" altLang="zh-CN" sz="1400" dirty="0" err="1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34" name="文本框 133"/>
          <p:cNvSpPr txBox="1"/>
          <p:nvPr/>
        </p:nvSpPr>
        <p:spPr>
          <a:xfrm>
            <a:off x="8221345" y="3762375"/>
            <a:ext cx="570865" cy="3454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400" dirty="0" err="1">
                <a:latin typeface="Times New Roman" panose="02020603050405020304" charset="0"/>
                <a:cs typeface="Times New Roman" panose="02020603050405020304" charset="0"/>
              </a:rPr>
              <a:t>Yes</a:t>
            </a:r>
            <a:endParaRPr lang="en-US" altLang="zh-CN" sz="1400" dirty="0" err="1">
              <a:latin typeface="Times New Roman" panose="02020603050405020304" charset="0"/>
              <a:cs typeface="Times New Roman" panose="02020603050405020304" charset="0"/>
            </a:endParaRPr>
          </a:p>
        </p:txBody>
      </p:sp>
      <p:cxnSp>
        <p:nvCxnSpPr>
          <p:cNvPr id="137" name="直接箭头连接符 136"/>
          <p:cNvCxnSpPr>
            <a:stCxn id="102" idx="3"/>
            <a:endCxn id="114" idx="1"/>
          </p:cNvCxnSpPr>
          <p:nvPr/>
        </p:nvCxnSpPr>
        <p:spPr>
          <a:xfrm flipH="1">
            <a:off x="6147435" y="4123690"/>
            <a:ext cx="8890" cy="381635"/>
          </a:xfrm>
          <a:prstGeom prst="straightConnector1">
            <a:avLst/>
          </a:prstGeom>
          <a:ln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8" name="直接箭头连接符 137"/>
          <p:cNvCxnSpPr/>
          <p:nvPr/>
        </p:nvCxnSpPr>
        <p:spPr>
          <a:xfrm>
            <a:off x="4890770" y="770255"/>
            <a:ext cx="335280" cy="0"/>
          </a:xfrm>
          <a:prstGeom prst="straightConnector1">
            <a:avLst/>
          </a:prstGeom>
          <a:ln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0" name="直接箭头连接符 139"/>
          <p:cNvCxnSpPr>
            <a:stCxn id="114" idx="3"/>
            <a:endCxn id="118" idx="0"/>
          </p:cNvCxnSpPr>
          <p:nvPr/>
        </p:nvCxnSpPr>
        <p:spPr>
          <a:xfrm>
            <a:off x="6147435" y="5053330"/>
            <a:ext cx="10160" cy="306070"/>
          </a:xfrm>
          <a:prstGeom prst="straightConnector1">
            <a:avLst/>
          </a:prstGeom>
          <a:ln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1" name="直接箭头连接符 140"/>
          <p:cNvCxnSpPr>
            <a:stCxn id="118" idx="3"/>
            <a:endCxn id="117" idx="2"/>
          </p:cNvCxnSpPr>
          <p:nvPr/>
        </p:nvCxnSpPr>
        <p:spPr>
          <a:xfrm flipV="1">
            <a:off x="6851015" y="5801360"/>
            <a:ext cx="324485" cy="7620"/>
          </a:xfrm>
          <a:prstGeom prst="straightConnector1">
            <a:avLst/>
          </a:prstGeom>
          <a:ln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43" name="文本框 142"/>
          <p:cNvSpPr txBox="1"/>
          <p:nvPr/>
        </p:nvSpPr>
        <p:spPr>
          <a:xfrm>
            <a:off x="7209790" y="4646930"/>
            <a:ext cx="570865" cy="3454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400" dirty="0" err="1">
                <a:latin typeface="Times New Roman" panose="02020603050405020304" charset="0"/>
                <a:cs typeface="Times New Roman" panose="02020603050405020304" charset="0"/>
              </a:rPr>
              <a:t>No</a:t>
            </a:r>
            <a:endParaRPr lang="en-US" altLang="zh-CN" sz="1400" dirty="0" err="1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75" name="矩形: 圆角 29"/>
          <p:cNvSpPr/>
          <p:nvPr/>
        </p:nvSpPr>
        <p:spPr>
          <a:xfrm rot="5400000">
            <a:off x="5687695" y="2239645"/>
            <a:ext cx="3815080" cy="35941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输出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2D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穴位像素列表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cxnSp>
        <p:nvCxnSpPr>
          <p:cNvPr id="182" name="直接箭头连接符 181"/>
          <p:cNvCxnSpPr>
            <a:stCxn id="117" idx="1"/>
            <a:endCxn id="175" idx="3"/>
          </p:cNvCxnSpPr>
          <p:nvPr/>
        </p:nvCxnSpPr>
        <p:spPr>
          <a:xfrm flipV="1">
            <a:off x="7590155" y="4326890"/>
            <a:ext cx="5080" cy="930910"/>
          </a:xfrm>
          <a:prstGeom prst="straightConnector1">
            <a:avLst/>
          </a:prstGeom>
          <a:ln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8" name="肘形连接符 7"/>
          <p:cNvCxnSpPr>
            <a:stCxn id="117" idx="0"/>
            <a:endCxn id="175" idx="0"/>
          </p:cNvCxnSpPr>
          <p:nvPr/>
        </p:nvCxnSpPr>
        <p:spPr>
          <a:xfrm flipH="1" flipV="1">
            <a:off x="7774940" y="2419350"/>
            <a:ext cx="229870" cy="3382010"/>
          </a:xfrm>
          <a:prstGeom prst="bentConnector3">
            <a:avLst>
              <a:gd name="adj1" fmla="val -103591"/>
            </a:avLst>
          </a:prstGeom>
          <a:ln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1" name="文本框 10"/>
          <p:cNvSpPr txBox="1"/>
          <p:nvPr/>
        </p:nvSpPr>
        <p:spPr>
          <a:xfrm>
            <a:off x="1010920" y="6855460"/>
            <a:ext cx="2586355" cy="48577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/>
              <a:t>（</a:t>
            </a:r>
            <a:r>
              <a:rPr lang="en-US" altLang="zh-CN"/>
              <a:t>a</a:t>
            </a:r>
            <a:r>
              <a:rPr lang="zh-CN" altLang="en-US"/>
              <a:t>）部位</a:t>
            </a:r>
            <a:r>
              <a:rPr lang="zh-CN" altLang="en-US"/>
              <a:t>路由</a:t>
            </a:r>
            <a:endParaRPr lang="zh-CN" altLang="en-US"/>
          </a:p>
        </p:txBody>
      </p:sp>
      <p:sp>
        <p:nvSpPr>
          <p:cNvPr id="12" name="文本框 11"/>
          <p:cNvSpPr txBox="1"/>
          <p:nvPr/>
        </p:nvSpPr>
        <p:spPr>
          <a:xfrm>
            <a:off x="4248150" y="6854825"/>
            <a:ext cx="4852670" cy="4864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/>
              <a:t>（</a:t>
            </a:r>
            <a:r>
              <a:rPr lang="en-US" altLang="zh-CN"/>
              <a:t>b</a:t>
            </a:r>
            <a:r>
              <a:rPr lang="zh-CN" altLang="en-US"/>
              <a:t>）总流程</a:t>
            </a:r>
            <a:endParaRPr lang="zh-CN" altLang="en-US"/>
          </a:p>
        </p:txBody>
      </p:sp>
      <p:cxnSp>
        <p:nvCxnSpPr>
          <p:cNvPr id="13" name="直接连接符 12"/>
          <p:cNvCxnSpPr>
            <a:endCxn id="96" idx="1"/>
          </p:cNvCxnSpPr>
          <p:nvPr/>
        </p:nvCxnSpPr>
        <p:spPr>
          <a:xfrm>
            <a:off x="3377565" y="241300"/>
            <a:ext cx="2767965" cy="1184275"/>
          </a:xfrm>
          <a:prstGeom prst="line">
            <a:avLst/>
          </a:prstGeom>
          <a:ln w="6350" cap="flat" cmpd="sng" algn="ctr">
            <a:solidFill>
              <a:schemeClr val="accent1"/>
            </a:solidFill>
            <a:prstDash val="dash"/>
            <a:miter lim="800000"/>
          </a:ln>
        </p:spPr>
        <p:style>
          <a:lnRef idx="0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" name="直接连接符 13"/>
          <p:cNvCxnSpPr>
            <a:stCxn id="96" idx="3"/>
          </p:cNvCxnSpPr>
          <p:nvPr/>
        </p:nvCxnSpPr>
        <p:spPr>
          <a:xfrm flipH="1">
            <a:off x="3476625" y="1888490"/>
            <a:ext cx="2668905" cy="4784725"/>
          </a:xfrm>
          <a:prstGeom prst="line">
            <a:avLst/>
          </a:prstGeom>
          <a:ln w="6350" cap="flat" cmpd="sng" algn="ctr">
            <a:solidFill>
              <a:schemeClr val="accent1"/>
            </a:solidFill>
            <a:prstDash val="dash"/>
            <a:miter lim="800000"/>
          </a:ln>
        </p:spPr>
        <p:style>
          <a:lnRef idx="0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5" name="文本框 14"/>
          <p:cNvSpPr txBox="1"/>
          <p:nvPr/>
        </p:nvSpPr>
        <p:spPr>
          <a:xfrm>
            <a:off x="0" y="6963410"/>
            <a:ext cx="10043795" cy="41529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endParaRPr lang="zh-CN" alt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组合 2"/>
          <p:cNvGrpSpPr/>
          <p:nvPr/>
        </p:nvGrpSpPr>
        <p:grpSpPr>
          <a:xfrm>
            <a:off x="287020" y="650240"/>
            <a:ext cx="9517380" cy="5079365"/>
            <a:chOff x="452" y="1023"/>
            <a:chExt cx="14988" cy="7999"/>
          </a:xfrm>
        </p:grpSpPr>
        <p:sp>
          <p:nvSpPr>
            <p:cNvPr id="176" name="矩形: 圆角 175"/>
            <p:cNvSpPr/>
            <p:nvPr/>
          </p:nvSpPr>
          <p:spPr>
            <a:xfrm>
              <a:off x="4306" y="2074"/>
              <a:ext cx="2494" cy="4606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sp>
          <p:nvSpPr>
            <p:cNvPr id="178" name="矩形: 圆角 177"/>
            <p:cNvSpPr/>
            <p:nvPr/>
          </p:nvSpPr>
          <p:spPr>
            <a:xfrm>
              <a:off x="4494" y="3765"/>
              <a:ext cx="2110" cy="1220"/>
            </a:xfrm>
            <a:prstGeom prst="roundRect">
              <a:avLst>
                <a:gd name="adj" fmla="val 10161"/>
              </a:avLst>
            </a:prstGeom>
            <a:solidFill>
              <a:srgbClr val="8FAADC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sp>
          <p:nvSpPr>
            <p:cNvPr id="179" name="矩形: 圆角 178"/>
            <p:cNvSpPr/>
            <p:nvPr/>
          </p:nvSpPr>
          <p:spPr>
            <a:xfrm>
              <a:off x="4656" y="4075"/>
              <a:ext cx="740" cy="398"/>
            </a:xfrm>
            <a:prstGeom prst="roundRect">
              <a:avLst/>
            </a:prstGeom>
            <a:solidFill>
              <a:srgbClr val="F4B183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000" dirty="0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</a:rPr>
                <a:t>PID</a:t>
              </a:r>
              <a:endParaRPr lang="en-US" altLang="zh-CN" sz="100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sp>
          <p:nvSpPr>
            <p:cNvPr id="180" name="矩形: 圆角 179"/>
            <p:cNvSpPr/>
            <p:nvPr/>
          </p:nvSpPr>
          <p:spPr>
            <a:xfrm>
              <a:off x="5651" y="4066"/>
              <a:ext cx="878" cy="398"/>
            </a:xfrm>
            <a:prstGeom prst="roundRect">
              <a:avLst/>
            </a:prstGeom>
            <a:solidFill>
              <a:srgbClr val="BBDDDF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000" dirty="0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</a:rPr>
                <a:t>ADCS</a:t>
              </a:r>
              <a:endParaRPr lang="en-US" altLang="zh-CN" sz="100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cxnSp>
          <p:nvCxnSpPr>
            <p:cNvPr id="181" name="连接符: 肘形 180"/>
            <p:cNvCxnSpPr>
              <a:stCxn id="178" idx="0"/>
              <a:endCxn id="179" idx="0"/>
            </p:cNvCxnSpPr>
            <p:nvPr/>
          </p:nvCxnSpPr>
          <p:spPr>
            <a:xfrm rot="16200000" flipH="1" flipV="1">
              <a:off x="5133" y="3659"/>
              <a:ext cx="310" cy="523"/>
            </a:xfrm>
            <a:prstGeom prst="bentConnector3">
              <a:avLst>
                <a:gd name="adj1" fmla="val 54958"/>
              </a:avLst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3" name="连接符: 肘形 182"/>
            <p:cNvCxnSpPr/>
            <p:nvPr/>
          </p:nvCxnSpPr>
          <p:spPr>
            <a:xfrm rot="16200000" flipH="1">
              <a:off x="5669" y="3645"/>
              <a:ext cx="301" cy="541"/>
            </a:xfrm>
            <a:prstGeom prst="bentConnector3">
              <a:avLst>
                <a:gd name="adj1" fmla="val 57807"/>
              </a:avLst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4" name="流程图: 或者 183"/>
            <p:cNvSpPr/>
            <p:nvPr/>
          </p:nvSpPr>
          <p:spPr>
            <a:xfrm rot="5400000">
              <a:off x="5424" y="4551"/>
              <a:ext cx="246" cy="254"/>
            </a:xfrm>
            <a:prstGeom prst="flowChartOr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cxnSp>
          <p:nvCxnSpPr>
            <p:cNvPr id="185" name="连接符: 肘形 184"/>
            <p:cNvCxnSpPr>
              <a:stCxn id="179" idx="2"/>
              <a:endCxn id="184" idx="4"/>
            </p:cNvCxnSpPr>
            <p:nvPr/>
          </p:nvCxnSpPr>
          <p:spPr>
            <a:xfrm rot="16200000" flipH="1">
              <a:off x="5121" y="4378"/>
              <a:ext cx="205" cy="394"/>
            </a:xfrm>
            <a:prstGeom prst="bentConnector2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6" name="连接符: 肘形 185"/>
            <p:cNvCxnSpPr>
              <a:stCxn id="180" idx="2"/>
              <a:endCxn id="184" idx="0"/>
            </p:cNvCxnSpPr>
            <p:nvPr/>
          </p:nvCxnSpPr>
          <p:spPr>
            <a:xfrm rot="5400000">
              <a:off x="5775" y="4363"/>
              <a:ext cx="214" cy="416"/>
            </a:xfrm>
            <a:prstGeom prst="bentConnector2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7" name="直接连接符 186"/>
            <p:cNvCxnSpPr>
              <a:stCxn id="178" idx="2"/>
              <a:endCxn id="178" idx="2"/>
            </p:cNvCxnSpPr>
            <p:nvPr/>
          </p:nvCxnSpPr>
          <p:spPr>
            <a:xfrm>
              <a:off x="5549" y="4985"/>
              <a:ext cx="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8" name="直接连接符 187"/>
            <p:cNvCxnSpPr>
              <a:stCxn id="184" idx="6"/>
              <a:endCxn id="178" idx="2"/>
            </p:cNvCxnSpPr>
            <p:nvPr/>
          </p:nvCxnSpPr>
          <p:spPr>
            <a:xfrm>
              <a:off x="5547" y="4801"/>
              <a:ext cx="2" cy="184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9" name="矩形: 圆角 188"/>
            <p:cNvSpPr/>
            <p:nvPr/>
          </p:nvSpPr>
          <p:spPr>
            <a:xfrm>
              <a:off x="4885" y="2693"/>
              <a:ext cx="1318" cy="572"/>
            </a:xfrm>
            <a:prstGeom prst="roundRect">
              <a:avLst/>
            </a:prstGeom>
            <a:solidFill>
              <a:srgbClr val="C5E0B4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200" dirty="0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</a:rPr>
                <a:t>SP</a:t>
              </a:r>
              <a:endParaRPr lang="en-US" altLang="zh-CN" sz="120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cxnSp>
          <p:nvCxnSpPr>
            <p:cNvPr id="191" name="直接箭头连接符 190"/>
            <p:cNvCxnSpPr>
              <a:endCxn id="189" idx="0"/>
            </p:cNvCxnSpPr>
            <p:nvPr/>
          </p:nvCxnSpPr>
          <p:spPr>
            <a:xfrm>
              <a:off x="5535" y="2231"/>
              <a:ext cx="9" cy="462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2" name="直接箭头连接符 191"/>
            <p:cNvCxnSpPr>
              <a:stCxn id="189" idx="2"/>
              <a:endCxn id="178" idx="0"/>
            </p:cNvCxnSpPr>
            <p:nvPr/>
          </p:nvCxnSpPr>
          <p:spPr>
            <a:xfrm>
              <a:off x="5544" y="3265"/>
              <a:ext cx="5" cy="50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5" name="直接箭头连接符 194"/>
            <p:cNvCxnSpPr>
              <a:stCxn id="178" idx="2"/>
              <a:endCxn id="4" idx="1"/>
            </p:cNvCxnSpPr>
            <p:nvPr/>
          </p:nvCxnSpPr>
          <p:spPr>
            <a:xfrm flipH="1">
              <a:off x="5546" y="4985"/>
              <a:ext cx="3" cy="532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2" name="直接连接符 201"/>
            <p:cNvCxnSpPr/>
            <p:nvPr/>
          </p:nvCxnSpPr>
          <p:spPr>
            <a:xfrm flipH="1" flipV="1">
              <a:off x="3236" y="1584"/>
              <a:ext cx="1459" cy="2519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4" name="直接连接符 203"/>
            <p:cNvCxnSpPr/>
            <p:nvPr/>
          </p:nvCxnSpPr>
          <p:spPr>
            <a:xfrm flipH="1">
              <a:off x="3252" y="4501"/>
              <a:ext cx="1471" cy="3390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7" name="直接连接符 206"/>
            <p:cNvCxnSpPr/>
            <p:nvPr/>
          </p:nvCxnSpPr>
          <p:spPr>
            <a:xfrm flipV="1">
              <a:off x="6497" y="1335"/>
              <a:ext cx="1603" cy="2738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1" name="直接连接符 210"/>
            <p:cNvCxnSpPr/>
            <p:nvPr/>
          </p:nvCxnSpPr>
          <p:spPr>
            <a:xfrm>
              <a:off x="6494" y="4451"/>
              <a:ext cx="1436" cy="3883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9" name="矩形: 圆角 5"/>
            <p:cNvSpPr/>
            <p:nvPr/>
          </p:nvSpPr>
          <p:spPr>
            <a:xfrm rot="5400000">
              <a:off x="-1361" y="3305"/>
              <a:ext cx="6514" cy="2889"/>
            </a:xfrm>
            <a:prstGeom prst="roundRect">
              <a:avLst>
                <a:gd name="adj" fmla="val 13023"/>
              </a:avLst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endParaRPr lang="zh-CN" altLang="en-US" sz="1760" dirty="0"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sp>
          <p:nvSpPr>
            <p:cNvPr id="93" name="矩形: 圆角 29"/>
            <p:cNvSpPr/>
            <p:nvPr/>
          </p:nvSpPr>
          <p:spPr>
            <a:xfrm rot="5400000">
              <a:off x="1947" y="2437"/>
              <a:ext cx="407" cy="1042"/>
            </a:xfrm>
            <a:prstGeom prst="round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</a:rPr>
                <a:t>Kp*e(</a:t>
              </a:r>
              <a:r>
                <a:rPr lang="en-US" altLang="zh-CN" sz="1400" dirty="0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  <a:sym typeface="+mn-ea"/>
                </a:rPr>
                <a:t>t</a:t>
              </a:r>
              <a:r>
                <a:rPr lang="en-US" altLang="zh-CN" sz="1400" dirty="0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</a:rPr>
                <a:t>)</a:t>
              </a:r>
              <a:endParaRPr lang="en-US" altLang="zh-CN" sz="140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sp>
          <p:nvSpPr>
            <p:cNvPr id="108" name="矩形: 圆角 30"/>
            <p:cNvSpPr/>
            <p:nvPr/>
          </p:nvSpPr>
          <p:spPr>
            <a:xfrm rot="5400000">
              <a:off x="1947" y="3315"/>
              <a:ext cx="407" cy="1410"/>
            </a:xfrm>
            <a:prstGeom prst="roundRect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400" dirty="0">
                  <a:solidFill>
                    <a:sysClr val="windowText" lastClr="000000"/>
                  </a:solidFill>
                  <a:latin typeface="Times New Roman" panose="02020603050405020304" charset="0"/>
                  <a:cs typeface="Times New Roman" panose="02020603050405020304" charset="0"/>
                </a:rPr>
                <a:t>K</a:t>
              </a:r>
              <a:r>
                <a:rPr lang="en-US" altLang="zh-CN" sz="1400" baseline="-25000" dirty="0">
                  <a:solidFill>
                    <a:sysClr val="windowText" lastClr="000000"/>
                  </a:solidFill>
                  <a:latin typeface="Times New Roman" panose="02020603050405020304" charset="0"/>
                  <a:cs typeface="Times New Roman" panose="02020603050405020304" charset="0"/>
                </a:rPr>
                <a:t>i</a:t>
              </a:r>
              <a:r>
                <a:rPr lang="en-US" altLang="zh-CN" sz="1400" dirty="0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  <a:sym typeface="+mn-ea"/>
                </a:rPr>
                <a:t>*</a:t>
              </a:r>
              <a:r>
                <a:rPr lang="en-US" altLang="zh-CN" sz="1400" dirty="0">
                  <a:solidFill>
                    <a:sysClr val="windowText" lastClr="000000"/>
                  </a:solidFill>
                  <a:latin typeface="Times New Roman" panose="02020603050405020304" charset="0"/>
                  <a:cs typeface="Times New Roman" panose="02020603050405020304" charset="0"/>
                </a:rPr>
                <a:t>∫</a:t>
              </a:r>
              <a:r>
                <a:rPr lang="en-US" altLang="zh-CN" sz="1400" dirty="0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  <a:sym typeface="+mn-ea"/>
                </a:rPr>
                <a:t>e(</a:t>
              </a:r>
              <a:r>
                <a:rPr lang="en-US" altLang="zh-CN" sz="1400" dirty="0">
                  <a:solidFill>
                    <a:schemeClr val="tx1"/>
                  </a:solidFill>
                  <a:latin typeface="Times New Roman" panose="02020603050405020304" charset="0"/>
                  <a:ea typeface="微软雅黑" panose="020B0503020204020204" charset="-122"/>
                  <a:cs typeface="Times New Roman" panose="02020603050405020304" charset="0"/>
                  <a:sym typeface="+mn-ea"/>
                </a:rPr>
                <a:t>τ</a:t>
              </a:r>
              <a:r>
                <a:rPr lang="en-US" altLang="zh-CN" sz="1400" dirty="0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  <a:sym typeface="+mn-ea"/>
                </a:rPr>
                <a:t>)d</a:t>
              </a:r>
              <a:r>
                <a:rPr lang="en-US" altLang="zh-CN" sz="1400" dirty="0">
                  <a:solidFill>
                    <a:schemeClr val="tx1"/>
                  </a:solidFill>
                  <a:latin typeface="Times New Roman" panose="02020603050405020304" charset="0"/>
                  <a:ea typeface="微软雅黑" panose="020B0503020204020204" charset="-122"/>
                  <a:cs typeface="Times New Roman" panose="02020603050405020304" charset="0"/>
                  <a:sym typeface="+mn-ea"/>
                </a:rPr>
                <a:t>τ</a:t>
              </a:r>
              <a:endParaRPr lang="en-US" altLang="zh-CN" sz="1400" dirty="0">
                <a:solidFill>
                  <a:schemeClr val="tx1"/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  <a:sym typeface="+mn-ea"/>
              </a:endParaRPr>
            </a:p>
          </p:txBody>
        </p:sp>
        <p:sp>
          <p:nvSpPr>
            <p:cNvPr id="116" name="矩形: 圆角 31"/>
            <p:cNvSpPr/>
            <p:nvPr/>
          </p:nvSpPr>
          <p:spPr>
            <a:xfrm rot="5400000">
              <a:off x="1947" y="4229"/>
              <a:ext cx="406" cy="1553"/>
            </a:xfrm>
            <a:prstGeom prst="roundRect">
              <a:avLst/>
            </a:prstGeom>
            <a:solidFill>
              <a:srgbClr val="A9D18E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</a:rPr>
                <a:t>Kd*de(t)/dt</a:t>
              </a:r>
              <a:endParaRPr lang="en-US" altLang="zh-CN" sz="140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cxnSp>
          <p:nvCxnSpPr>
            <p:cNvPr id="120" name="直接箭头连接符 119"/>
            <p:cNvCxnSpPr/>
            <p:nvPr/>
          </p:nvCxnSpPr>
          <p:spPr>
            <a:xfrm flipH="1">
              <a:off x="2161" y="1725"/>
              <a:ext cx="14" cy="1019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直接箭头连接符 120"/>
            <p:cNvCxnSpPr>
              <a:stCxn id="108" idx="3"/>
              <a:endCxn id="116" idx="1"/>
            </p:cNvCxnSpPr>
            <p:nvPr/>
          </p:nvCxnSpPr>
          <p:spPr>
            <a:xfrm flipH="1">
              <a:off x="2150" y="4224"/>
              <a:ext cx="1" cy="579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2" name="矩形: 圆角 79"/>
            <p:cNvSpPr/>
            <p:nvPr/>
          </p:nvSpPr>
          <p:spPr>
            <a:xfrm rot="5400000">
              <a:off x="1949" y="5449"/>
              <a:ext cx="402" cy="1335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</a:rPr>
                <a:t>Out(PID)</a:t>
              </a:r>
              <a:endParaRPr lang="en-US" altLang="zh-CN" sz="140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cxnSp>
          <p:nvCxnSpPr>
            <p:cNvPr id="132" name="直接箭头连接符 131"/>
            <p:cNvCxnSpPr>
              <a:stCxn id="116" idx="3"/>
              <a:endCxn id="122" idx="1"/>
            </p:cNvCxnSpPr>
            <p:nvPr/>
          </p:nvCxnSpPr>
          <p:spPr>
            <a:xfrm>
              <a:off x="2150" y="5209"/>
              <a:ext cx="0" cy="707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5" name="直接连接符 134"/>
            <p:cNvCxnSpPr>
              <a:stCxn id="122" idx="3"/>
              <a:endCxn id="139" idx="0"/>
            </p:cNvCxnSpPr>
            <p:nvPr/>
          </p:nvCxnSpPr>
          <p:spPr>
            <a:xfrm>
              <a:off x="2150" y="6318"/>
              <a:ext cx="2" cy="448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直接连接符 135"/>
            <p:cNvCxnSpPr/>
            <p:nvPr/>
          </p:nvCxnSpPr>
          <p:spPr>
            <a:xfrm flipH="1" flipV="1">
              <a:off x="995" y="2262"/>
              <a:ext cx="1180" cy="6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9" name="流程图: 汇总连接 138"/>
            <p:cNvSpPr/>
            <p:nvPr/>
          </p:nvSpPr>
          <p:spPr>
            <a:xfrm>
              <a:off x="2017" y="6766"/>
              <a:ext cx="269" cy="235"/>
            </a:xfrm>
            <a:prstGeom prst="flowChartSummingJunction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115"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cxnSp>
          <p:nvCxnSpPr>
            <p:cNvPr id="142" name="直接箭头连接符 141"/>
            <p:cNvCxnSpPr>
              <a:stCxn id="93" idx="3"/>
              <a:endCxn id="108" idx="1"/>
            </p:cNvCxnSpPr>
            <p:nvPr/>
          </p:nvCxnSpPr>
          <p:spPr>
            <a:xfrm>
              <a:off x="2151" y="3162"/>
              <a:ext cx="0" cy="655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4" name="矩形: 圆角 32"/>
            <p:cNvSpPr/>
            <p:nvPr/>
          </p:nvSpPr>
          <p:spPr>
            <a:xfrm rot="5400000">
              <a:off x="213" y="4463"/>
              <a:ext cx="1582" cy="454"/>
            </a:xfrm>
            <a:prstGeom prst="roundRect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</a:rPr>
                <a:t>Feedback</a:t>
              </a:r>
              <a:endParaRPr lang="en-US" altLang="zh-CN" sz="140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cxnSp>
          <p:nvCxnSpPr>
            <p:cNvPr id="145" name="连接符: 肘形 36"/>
            <p:cNvCxnSpPr>
              <a:stCxn id="144" idx="3"/>
              <a:endCxn id="139" idx="2"/>
            </p:cNvCxnSpPr>
            <p:nvPr/>
          </p:nvCxnSpPr>
          <p:spPr>
            <a:xfrm rot="5400000" flipV="1">
              <a:off x="809" y="5676"/>
              <a:ext cx="1403" cy="1013"/>
            </a:xfrm>
            <a:prstGeom prst="bentConnector2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" name="直接箭头连接符 145"/>
            <p:cNvCxnSpPr/>
            <p:nvPr/>
          </p:nvCxnSpPr>
          <p:spPr>
            <a:xfrm>
              <a:off x="1003" y="2277"/>
              <a:ext cx="2" cy="1608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48" name="组合 147"/>
            <p:cNvGrpSpPr/>
            <p:nvPr/>
          </p:nvGrpSpPr>
          <p:grpSpPr>
            <a:xfrm>
              <a:off x="7930" y="1023"/>
              <a:ext cx="7510" cy="7999"/>
              <a:chOff x="4737" y="369"/>
              <a:chExt cx="7510" cy="7999"/>
            </a:xfrm>
          </p:grpSpPr>
          <p:sp>
            <p:nvSpPr>
              <p:cNvPr id="151" name="圆角矩形 150"/>
              <p:cNvSpPr/>
              <p:nvPr/>
            </p:nvSpPr>
            <p:spPr>
              <a:xfrm>
                <a:off x="4737" y="369"/>
                <a:ext cx="7510" cy="7999"/>
              </a:xfrm>
              <a:prstGeom prst="roundRect">
                <a:avLst>
                  <a:gd name="adj" fmla="val 11171"/>
                </a:avLst>
              </a:prstGeom>
              <a:solidFill>
                <a:srgbClr val="BBDDD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1760">
                  <a:latin typeface="Times New Roman" panose="02020603050405020304" charset="0"/>
                  <a:cs typeface="Times New Roman" panose="02020603050405020304" charset="0"/>
                </a:endParaRPr>
              </a:p>
            </p:txBody>
          </p:sp>
          <p:sp>
            <p:nvSpPr>
              <p:cNvPr id="152" name="矩形 151"/>
              <p:cNvSpPr/>
              <p:nvPr/>
            </p:nvSpPr>
            <p:spPr>
              <a:xfrm flipH="1">
                <a:off x="6520" y="2440"/>
                <a:ext cx="727" cy="315"/>
              </a:xfrm>
              <a:prstGeom prst="rect">
                <a:avLst/>
              </a:prstGeom>
              <a:solidFill>
                <a:srgbClr val="EDD88B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  <a:latin typeface="Times New Roman" panose="02020603050405020304" charset="0"/>
                    <a:cs typeface="Times New Roman" panose="02020603050405020304" charset="0"/>
                  </a:rPr>
                  <a:t>Yes</a:t>
                </a:r>
                <a:endParaRPr lang="en-US" altLang="zh-CN" sz="1400" dirty="0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</a:endParaRPr>
              </a:p>
            </p:txBody>
          </p:sp>
          <p:sp>
            <p:nvSpPr>
              <p:cNvPr id="158" name="矩形: 圆角 29"/>
              <p:cNvSpPr/>
              <p:nvPr/>
            </p:nvSpPr>
            <p:spPr>
              <a:xfrm rot="5400000">
                <a:off x="6665" y="3373"/>
                <a:ext cx="399" cy="1605"/>
              </a:xfrm>
              <a:prstGeom prst="roundRect">
                <a:avLst/>
              </a:prstGeom>
              <a:solidFill>
                <a:srgbClr val="F4B183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p>
                <a:pPr algn="ctr">
                  <a:buClrTx/>
                  <a:buSzTx/>
                  <a:buFontTx/>
                </a:pPr>
                <a:r>
                  <a:rPr lang="en-US" altLang="zh-CN" sz="1170" dirty="0">
                    <a:solidFill>
                      <a:schemeClr val="tx1"/>
                    </a:solidFill>
                    <a:latin typeface="Times New Roman" panose="02020603050405020304" charset="0"/>
                    <a:cs typeface="Times New Roman" panose="02020603050405020304" charset="0"/>
                    <a:sym typeface="+mn-ea"/>
                  </a:rPr>
                  <a:t>PIDController</a:t>
                </a:r>
                <a:endParaRPr lang="en-US" altLang="zh-CN" sz="1170" dirty="0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  <a:sym typeface="+mn-ea"/>
                </a:endParaRPr>
              </a:p>
            </p:txBody>
          </p:sp>
          <p:sp>
            <p:nvSpPr>
              <p:cNvPr id="162" name="矩形: 圆角 30"/>
              <p:cNvSpPr/>
              <p:nvPr/>
            </p:nvSpPr>
            <p:spPr>
              <a:xfrm rot="5400000">
                <a:off x="9783" y="6081"/>
                <a:ext cx="399" cy="1533"/>
              </a:xfrm>
              <a:prstGeom prst="roundRect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vert="vert270" rtlCol="0" anchor="ctr"/>
              <a:p>
                <a:pPr algn="ctr">
                  <a:buClrTx/>
                  <a:buSzTx/>
                  <a:buFontTx/>
                </a:pPr>
                <a:r>
                  <a:rPr lang="en-US" altLang="zh-CN" sz="1170" dirty="0">
                    <a:solidFill>
                      <a:schemeClr val="tx1"/>
                    </a:solidFill>
                    <a:latin typeface="Times New Roman" panose="02020603050405020304" charset="0"/>
                    <a:cs typeface="Times New Roman" panose="02020603050405020304" charset="0"/>
                  </a:rPr>
                  <a:t>C</a:t>
                </a:r>
                <a:r>
                  <a:rPr lang="en-US" altLang="zh-CN" sz="1170" dirty="0">
                    <a:solidFill>
                      <a:schemeClr val="tx1"/>
                    </a:solidFill>
                    <a:latin typeface="Times New Roman" panose="02020603050405020304" charset="0"/>
                    <a:cs typeface="Times New Roman" panose="02020603050405020304" charset="0"/>
                  </a:rPr>
                  <a:t>onnect</a:t>
                </a:r>
                <a:endParaRPr lang="en-US" altLang="zh-CN" sz="1170" dirty="0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</a:endParaRPr>
              </a:p>
            </p:txBody>
          </p:sp>
          <p:sp>
            <p:nvSpPr>
              <p:cNvPr id="164" name="矩形: 圆角 31"/>
              <p:cNvSpPr/>
              <p:nvPr/>
            </p:nvSpPr>
            <p:spPr>
              <a:xfrm rot="5400000">
                <a:off x="6670" y="2644"/>
                <a:ext cx="398" cy="1435"/>
              </a:xfrm>
              <a:prstGeom prst="roundRect">
                <a:avLst/>
              </a:prstGeom>
              <a:solidFill>
                <a:schemeClr val="accent3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p>
                <a:pPr algn="ctr"/>
                <a:r>
                  <a:rPr lang="en-US" altLang="zh-CN" sz="1170" dirty="0">
                    <a:solidFill>
                      <a:schemeClr val="tx1"/>
                    </a:solidFill>
                    <a:latin typeface="Times New Roman" panose="02020603050405020304" charset="0"/>
                    <a:cs typeface="Times New Roman" panose="02020603050405020304" charset="0"/>
                  </a:rPr>
                  <a:t>UpdateMeet</a:t>
                </a:r>
                <a:endParaRPr lang="en-US" altLang="zh-CN" sz="1170" dirty="0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</a:endParaRPr>
              </a:p>
            </p:txBody>
          </p:sp>
          <p:cxnSp>
            <p:nvCxnSpPr>
              <p:cNvPr id="165" name="直接箭头连接符 164"/>
              <p:cNvCxnSpPr>
                <a:endCxn id="197" idx="0"/>
              </p:cNvCxnSpPr>
              <p:nvPr/>
            </p:nvCxnSpPr>
            <p:spPr>
              <a:xfrm flipH="1">
                <a:off x="6884" y="6332"/>
                <a:ext cx="10" cy="509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66" name="Diamond 5"/>
              <p:cNvSpPr/>
              <p:nvPr/>
            </p:nvSpPr>
            <p:spPr>
              <a:xfrm>
                <a:off x="7327" y="1473"/>
                <a:ext cx="2094" cy="1256"/>
              </a:xfrm>
              <a:prstGeom prst="diamond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altLang="zh-CN" sz="1170" dirty="0">
                    <a:solidFill>
                      <a:sysClr val="windowText" lastClr="000000"/>
                    </a:solidFill>
                    <a:latin typeface="Times New Roman" panose="02020603050405020304" charset="0"/>
                    <a:cs typeface="Times New Roman" panose="02020603050405020304" charset="0"/>
                  </a:rPr>
                  <a:t>Iter % N == 0?</a:t>
                </a:r>
                <a:endParaRPr lang="en-US" altLang="zh-CN" sz="1170" dirty="0">
                  <a:solidFill>
                    <a:sysClr val="windowText" lastClr="000000"/>
                  </a:solidFill>
                  <a:latin typeface="Times New Roman" panose="02020603050405020304" charset="0"/>
                  <a:cs typeface="Times New Roman" panose="02020603050405020304" charset="0"/>
                </a:endParaRPr>
              </a:p>
            </p:txBody>
          </p:sp>
          <p:sp>
            <p:nvSpPr>
              <p:cNvPr id="167" name="矩形 9"/>
              <p:cNvSpPr/>
              <p:nvPr/>
            </p:nvSpPr>
            <p:spPr>
              <a:xfrm flipH="1">
                <a:off x="9649" y="2414"/>
                <a:ext cx="667" cy="315"/>
              </a:xfrm>
              <a:prstGeom prst="rect">
                <a:avLst/>
              </a:prstGeom>
              <a:solidFill>
                <a:srgbClr val="EDD88B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  <a:latin typeface="Times New Roman" panose="02020603050405020304" charset="0"/>
                    <a:cs typeface="Times New Roman" panose="02020603050405020304" charset="0"/>
                  </a:rPr>
                  <a:t>No</a:t>
                </a:r>
                <a:endParaRPr lang="en-US" altLang="zh-CN" sz="1400" dirty="0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</a:endParaRPr>
              </a:p>
            </p:txBody>
          </p:sp>
          <p:cxnSp>
            <p:nvCxnSpPr>
              <p:cNvPr id="168" name="直接箭头连接符 51"/>
              <p:cNvCxnSpPr>
                <a:stCxn id="152" idx="2"/>
              </p:cNvCxnSpPr>
              <p:nvPr/>
            </p:nvCxnSpPr>
            <p:spPr>
              <a:xfrm>
                <a:off x="6883" y="2755"/>
                <a:ext cx="0" cy="434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9" name="直接箭头连接符 51"/>
              <p:cNvCxnSpPr/>
              <p:nvPr/>
            </p:nvCxnSpPr>
            <p:spPr>
              <a:xfrm>
                <a:off x="9983" y="2744"/>
                <a:ext cx="0" cy="419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0" name="连接符: 肘形 139"/>
              <p:cNvCxnSpPr>
                <a:stCxn id="166" idx="3"/>
                <a:endCxn id="167" idx="0"/>
              </p:cNvCxnSpPr>
              <p:nvPr/>
            </p:nvCxnSpPr>
            <p:spPr>
              <a:xfrm>
                <a:off x="9421" y="2101"/>
                <a:ext cx="561" cy="313"/>
              </a:xfrm>
              <a:prstGeom prst="bentConnector2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1" name="直接箭头连接符 33"/>
              <p:cNvCxnSpPr>
                <a:stCxn id="164" idx="3"/>
                <a:endCxn id="158" idx="1"/>
              </p:cNvCxnSpPr>
              <p:nvPr/>
            </p:nvCxnSpPr>
            <p:spPr>
              <a:xfrm flipH="1">
                <a:off x="6864" y="3561"/>
                <a:ext cx="5" cy="415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2" name="连接符: 肘形 36"/>
              <p:cNvCxnSpPr>
                <a:stCxn id="166" idx="1"/>
                <a:endCxn id="152" idx="0"/>
              </p:cNvCxnSpPr>
              <p:nvPr/>
            </p:nvCxnSpPr>
            <p:spPr>
              <a:xfrm rot="10800000" flipV="1">
                <a:off x="6883" y="2101"/>
                <a:ext cx="444" cy="339"/>
              </a:xfrm>
              <a:prstGeom prst="bentConnector2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3" name="直接箭头连接符 33"/>
              <p:cNvCxnSpPr>
                <a:stCxn id="158" idx="3"/>
                <a:endCxn id="194" idx="1"/>
              </p:cNvCxnSpPr>
              <p:nvPr/>
            </p:nvCxnSpPr>
            <p:spPr>
              <a:xfrm>
                <a:off x="6864" y="4375"/>
                <a:ext cx="5" cy="36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7" name="直接箭头连接符 33"/>
              <p:cNvCxnSpPr>
                <a:stCxn id="194" idx="3"/>
                <a:endCxn id="193" idx="1"/>
              </p:cNvCxnSpPr>
              <p:nvPr/>
            </p:nvCxnSpPr>
            <p:spPr>
              <a:xfrm>
                <a:off x="6869" y="5245"/>
                <a:ext cx="14" cy="468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3" name="矩形: 圆角 29"/>
              <p:cNvSpPr/>
              <p:nvPr/>
            </p:nvSpPr>
            <p:spPr>
              <a:xfrm rot="5400000">
                <a:off x="6562" y="5170"/>
                <a:ext cx="642" cy="1728"/>
              </a:xfrm>
              <a:prstGeom prst="roundRect">
                <a:avLst/>
              </a:prstGeom>
              <a:solidFill>
                <a:srgbClr val="D0CECE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p>
                <a:pPr algn="ctr"/>
                <a:r>
                  <a:rPr lang="en-US" altLang="zh-CN" sz="1170" dirty="0">
                    <a:solidFill>
                      <a:schemeClr val="tx1"/>
                    </a:solidFill>
                    <a:latin typeface="Times New Roman" panose="02020603050405020304" charset="0"/>
                    <a:cs typeface="Times New Roman" panose="02020603050405020304" charset="0"/>
                  </a:rPr>
                  <a:t>ValidateSample</a:t>
                </a:r>
                <a:endParaRPr lang="en-US" altLang="zh-CN" sz="1170" dirty="0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</a:endParaRPr>
              </a:p>
            </p:txBody>
          </p:sp>
          <p:sp>
            <p:nvSpPr>
              <p:cNvPr id="194" name="矩形: 圆角 29"/>
              <p:cNvSpPr/>
              <p:nvPr/>
            </p:nvSpPr>
            <p:spPr>
              <a:xfrm rot="5400000">
                <a:off x="6614" y="4320"/>
                <a:ext cx="510" cy="1340"/>
              </a:xfrm>
              <a:prstGeom prst="roundRect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p>
                <a:pPr algn="ctr"/>
                <a:r>
                  <a:rPr lang="en-US" altLang="zh-CN" sz="1170" dirty="0">
                    <a:solidFill>
                      <a:schemeClr val="tx1"/>
                    </a:solidFill>
                    <a:latin typeface="Times New Roman" panose="02020603050405020304" charset="0"/>
                    <a:cs typeface="Times New Roman" panose="02020603050405020304" charset="0"/>
                    <a:sym typeface="+mn-ea"/>
                  </a:rPr>
                  <a:t>Update SSR</a:t>
                </a:r>
                <a:endParaRPr lang="en-US" altLang="zh-CN" sz="1170" dirty="0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  <a:sym typeface="+mn-ea"/>
                </a:endParaRPr>
              </a:p>
            </p:txBody>
          </p:sp>
          <p:sp>
            <p:nvSpPr>
              <p:cNvPr id="196" name="矩形: 圆角 29"/>
              <p:cNvSpPr/>
              <p:nvPr/>
            </p:nvSpPr>
            <p:spPr>
              <a:xfrm rot="5400000">
                <a:off x="9704" y="2641"/>
                <a:ext cx="559" cy="1605"/>
              </a:xfrm>
              <a:prstGeom prst="roundRect">
                <a:avLst/>
              </a:prstGeom>
              <a:solidFill>
                <a:srgbClr val="D0CECE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p>
                <a:pPr algn="ctr"/>
                <a:r>
                  <a:rPr lang="en-US" altLang="zh-CN" sz="1400" dirty="0">
                    <a:solidFill>
                      <a:sysClr val="windowText" lastClr="000000"/>
                    </a:solidFill>
                    <a:latin typeface="Times New Roman" panose="02020603050405020304" charset="0"/>
                    <a:cs typeface="Times New Roman" panose="02020603050405020304" charset="0"/>
                  </a:rPr>
                  <a:t>return false</a:t>
                </a:r>
                <a:endParaRPr lang="en-US" altLang="zh-CN" sz="1400" dirty="0">
                  <a:solidFill>
                    <a:sysClr val="windowText" lastClr="000000"/>
                  </a:solidFill>
                  <a:latin typeface="Times New Roman" panose="02020603050405020304" charset="0"/>
                  <a:cs typeface="Times New Roman" panose="02020603050405020304" charset="0"/>
                </a:endParaRPr>
              </a:p>
            </p:txBody>
          </p:sp>
          <p:sp>
            <p:nvSpPr>
              <p:cNvPr id="197" name="Diamond 120"/>
              <p:cNvSpPr/>
              <p:nvPr/>
            </p:nvSpPr>
            <p:spPr>
              <a:xfrm>
                <a:off x="5522" y="6841"/>
                <a:ext cx="2724" cy="1024"/>
              </a:xfrm>
              <a:prstGeom prst="diamond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>
                  <a:buClrTx/>
                  <a:buSzTx/>
                  <a:buFontTx/>
                </a:pPr>
                <a:r>
                  <a:rPr lang="en-US" altLang="zh-CN" sz="1400" dirty="0">
                    <a:solidFill>
                      <a:schemeClr val="tx1"/>
                    </a:solidFill>
                    <a:latin typeface="Times New Roman" panose="02020603050405020304" charset="0"/>
                    <a:cs typeface="Times New Roman" panose="02020603050405020304" charset="0"/>
                  </a:rPr>
                  <a:t>Collision?</a:t>
                </a:r>
                <a:endParaRPr lang="en-US" altLang="zh-CN" sz="1400" dirty="0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</a:endParaRPr>
              </a:p>
            </p:txBody>
          </p:sp>
          <p:sp>
            <p:nvSpPr>
              <p:cNvPr id="199" name="Diamond 120"/>
              <p:cNvSpPr/>
              <p:nvPr/>
            </p:nvSpPr>
            <p:spPr>
              <a:xfrm>
                <a:off x="8527" y="5088"/>
                <a:ext cx="2912" cy="1024"/>
              </a:xfrm>
              <a:prstGeom prst="diamond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>
                  <a:buClrTx/>
                  <a:buSzTx/>
                  <a:buFontTx/>
                </a:pPr>
                <a:r>
                  <a:rPr lang="en-US" altLang="zh-CN" sz="1170" dirty="0">
                    <a:solidFill>
                      <a:schemeClr val="tx1"/>
                    </a:solidFill>
                    <a:latin typeface="Times New Roman" panose="02020603050405020304" charset="0"/>
                    <a:cs typeface="Times New Roman" panose="02020603050405020304" charset="0"/>
                  </a:rPr>
                  <a:t>Check</a:t>
                </a:r>
                <a:endParaRPr lang="en-US" altLang="zh-CN" sz="1170" dirty="0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</a:endParaRPr>
              </a:p>
              <a:p>
                <a:pPr algn="ctr">
                  <a:buClrTx/>
                  <a:buSzTx/>
                  <a:buFontTx/>
                </a:pPr>
                <a:r>
                  <a:rPr lang="en-US" altLang="zh-CN" sz="1170" dirty="0">
                    <a:solidFill>
                      <a:schemeClr val="tx1"/>
                    </a:solidFill>
                    <a:latin typeface="Times New Roman" panose="02020603050405020304" charset="0"/>
                    <a:cs typeface="Times New Roman" panose="02020603050405020304" charset="0"/>
                  </a:rPr>
                  <a:t>   Connect？</a:t>
                </a:r>
                <a:endParaRPr lang="en-US" altLang="zh-CN" sz="1170" dirty="0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</a:endParaRPr>
              </a:p>
            </p:txBody>
          </p:sp>
          <p:cxnSp>
            <p:nvCxnSpPr>
              <p:cNvPr id="200" name="直接箭头连接符 199"/>
              <p:cNvCxnSpPr>
                <a:stCxn id="197" idx="3"/>
              </p:cNvCxnSpPr>
              <p:nvPr/>
            </p:nvCxnSpPr>
            <p:spPr>
              <a:xfrm flipV="1">
                <a:off x="8246" y="4355"/>
                <a:ext cx="19" cy="2998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01" name="文本框 200"/>
              <p:cNvSpPr txBox="1"/>
              <p:nvPr/>
            </p:nvSpPr>
            <p:spPr>
              <a:xfrm>
                <a:off x="9983" y="6230"/>
                <a:ext cx="889" cy="48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pPr algn="l">
                  <a:buClrTx/>
                  <a:buSzTx/>
                  <a:buFontTx/>
                </a:pPr>
                <a:r>
                  <a:rPr lang="en-US" altLang="zh-CN" sz="1400" dirty="0" err="1">
                    <a:latin typeface="Times New Roman" panose="02020603050405020304" charset="0"/>
                    <a:cs typeface="Times New Roman" panose="02020603050405020304" charset="0"/>
                  </a:rPr>
                  <a:t>Yes</a:t>
                </a:r>
                <a:endParaRPr lang="en-US" altLang="zh-CN" sz="1400" dirty="0" err="1">
                  <a:latin typeface="Times New Roman" panose="02020603050405020304" charset="0"/>
                  <a:cs typeface="Times New Roman" panose="02020603050405020304" charset="0"/>
                </a:endParaRPr>
              </a:p>
            </p:txBody>
          </p:sp>
          <p:cxnSp>
            <p:nvCxnSpPr>
              <p:cNvPr id="203" name="连接符: 肘形 36"/>
              <p:cNvCxnSpPr>
                <a:stCxn id="197" idx="1"/>
                <a:endCxn id="166" idx="0"/>
              </p:cNvCxnSpPr>
              <p:nvPr/>
            </p:nvCxnSpPr>
            <p:spPr>
              <a:xfrm rot="10800000" flipH="1">
                <a:off x="5522" y="1473"/>
                <a:ext cx="2852" cy="5880"/>
              </a:xfrm>
              <a:prstGeom prst="bentConnector4">
                <a:avLst>
                  <a:gd name="adj1" fmla="val -13149"/>
                  <a:gd name="adj2" fmla="val 106378"/>
                </a:avLst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5" name="连接符: 肘形 36"/>
              <p:cNvCxnSpPr>
                <a:endCxn id="199" idx="0"/>
              </p:cNvCxnSpPr>
              <p:nvPr/>
            </p:nvCxnSpPr>
            <p:spPr>
              <a:xfrm>
                <a:off x="8264" y="4368"/>
                <a:ext cx="1719" cy="720"/>
              </a:xfrm>
              <a:prstGeom prst="bentConnector2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6" name="直接箭头连接符 205"/>
              <p:cNvCxnSpPr>
                <a:stCxn id="199" idx="2"/>
                <a:endCxn id="162" idx="1"/>
              </p:cNvCxnSpPr>
              <p:nvPr/>
            </p:nvCxnSpPr>
            <p:spPr>
              <a:xfrm flipH="1">
                <a:off x="9982" y="6112"/>
                <a:ext cx="1" cy="536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8" name="连接符: 肘形 139"/>
              <p:cNvCxnSpPr>
                <a:stCxn id="199" idx="3"/>
                <a:endCxn id="166" idx="0"/>
              </p:cNvCxnSpPr>
              <p:nvPr/>
            </p:nvCxnSpPr>
            <p:spPr>
              <a:xfrm flipH="1" flipV="1">
                <a:off x="8374" y="1473"/>
                <a:ext cx="3065" cy="4127"/>
              </a:xfrm>
              <a:prstGeom prst="bentConnector4">
                <a:avLst>
                  <a:gd name="adj1" fmla="val -12235"/>
                  <a:gd name="adj2" fmla="val 109087"/>
                </a:avLst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09" name="文本框 208"/>
              <p:cNvSpPr txBox="1"/>
              <p:nvPr/>
            </p:nvSpPr>
            <p:spPr>
              <a:xfrm>
                <a:off x="5224" y="6841"/>
                <a:ext cx="889" cy="48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400" dirty="0" err="1">
                    <a:latin typeface="Times New Roman" panose="02020603050405020304" charset="0"/>
                    <a:cs typeface="Times New Roman" panose="02020603050405020304" charset="0"/>
                  </a:rPr>
                  <a:t>No</a:t>
                </a:r>
                <a:endParaRPr lang="en-US" altLang="zh-CN" sz="1400" dirty="0" err="1">
                  <a:latin typeface="Times New Roman" panose="02020603050405020304" charset="0"/>
                  <a:cs typeface="Times New Roman" panose="02020603050405020304" charset="0"/>
                </a:endParaRPr>
              </a:p>
            </p:txBody>
          </p:sp>
          <p:sp>
            <p:nvSpPr>
              <p:cNvPr id="210" name="文本框 209"/>
              <p:cNvSpPr txBox="1"/>
              <p:nvPr/>
            </p:nvSpPr>
            <p:spPr>
              <a:xfrm>
                <a:off x="7539" y="6648"/>
                <a:ext cx="889" cy="48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pPr algn="l">
                  <a:buClrTx/>
                  <a:buSzTx/>
                  <a:buFontTx/>
                </a:pPr>
                <a:r>
                  <a:rPr lang="en-US" altLang="zh-CN" sz="1400" dirty="0" err="1">
                    <a:latin typeface="Times New Roman" panose="02020603050405020304" charset="0"/>
                    <a:cs typeface="Times New Roman" panose="02020603050405020304" charset="0"/>
                  </a:rPr>
                  <a:t>Yes</a:t>
                </a:r>
                <a:endParaRPr lang="en-US" altLang="zh-CN" sz="1400" dirty="0" err="1">
                  <a:latin typeface="Times New Roman" panose="02020603050405020304" charset="0"/>
                  <a:cs typeface="Times New Roman" panose="02020603050405020304" charset="0"/>
                </a:endParaRPr>
              </a:p>
            </p:txBody>
          </p:sp>
          <p:sp>
            <p:nvSpPr>
              <p:cNvPr id="212" name="文本框 211"/>
              <p:cNvSpPr txBox="1"/>
              <p:nvPr/>
            </p:nvSpPr>
            <p:spPr>
              <a:xfrm>
                <a:off x="11185" y="5050"/>
                <a:ext cx="889" cy="48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400" dirty="0" err="1">
                    <a:latin typeface="Times New Roman" panose="02020603050405020304" charset="0"/>
                    <a:cs typeface="Times New Roman" panose="02020603050405020304" charset="0"/>
                  </a:rPr>
                  <a:t>No</a:t>
                </a:r>
                <a:endParaRPr lang="en-US" altLang="zh-CN" sz="1400" dirty="0" err="1">
                  <a:latin typeface="Times New Roman" panose="02020603050405020304" charset="0"/>
                  <a:cs typeface="Times New Roman" panose="02020603050405020304" charset="0"/>
                </a:endParaRPr>
              </a:p>
            </p:txBody>
          </p:sp>
        </p:grpSp>
        <p:sp>
          <p:nvSpPr>
            <p:cNvPr id="213" name="流程图: 或者 212"/>
            <p:cNvSpPr/>
            <p:nvPr/>
          </p:nvSpPr>
          <p:spPr>
            <a:xfrm rot="5400000">
              <a:off x="2027" y="7213"/>
              <a:ext cx="251" cy="254"/>
            </a:xfrm>
            <a:prstGeom prst="flowChartOr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cxnSp>
          <p:nvCxnSpPr>
            <p:cNvPr id="214" name="直接连接符 213"/>
            <p:cNvCxnSpPr>
              <a:endCxn id="213" idx="2"/>
            </p:cNvCxnSpPr>
            <p:nvPr/>
          </p:nvCxnSpPr>
          <p:spPr>
            <a:xfrm flipH="1">
              <a:off x="2153" y="6999"/>
              <a:ext cx="5" cy="217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5" name="直接箭头连接符 214"/>
            <p:cNvCxnSpPr>
              <a:stCxn id="213" idx="6"/>
            </p:cNvCxnSpPr>
            <p:nvPr/>
          </p:nvCxnSpPr>
          <p:spPr>
            <a:xfrm>
              <a:off x="2154" y="7467"/>
              <a:ext cx="1" cy="384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47" name="文本框 946"/>
          <p:cNvSpPr txBox="1"/>
          <p:nvPr/>
        </p:nvSpPr>
        <p:spPr>
          <a:xfrm>
            <a:off x="918210" y="6646545"/>
            <a:ext cx="188595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1400" dirty="0">
                <a:latin typeface="Times New Roman" panose="02020603050405020304" charset="0"/>
                <a:cs typeface="Times New Roman" panose="02020603050405020304" charset="0"/>
                <a:sym typeface="+mn-ea"/>
              </a:rPr>
              <a:t>Start Path Planing</a:t>
            </a:r>
            <a:endParaRPr lang="en-US" altLang="zh-CN" sz="1400" dirty="0" err="1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217" name="文本框 946"/>
          <p:cNvSpPr txBox="1"/>
          <p:nvPr/>
        </p:nvSpPr>
        <p:spPr>
          <a:xfrm>
            <a:off x="3359785" y="6646545"/>
            <a:ext cx="138620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1400" dirty="0" err="1">
                <a:latin typeface="Times New Roman" panose="02020603050405020304" charset="0"/>
                <a:cs typeface="Times New Roman" panose="02020603050405020304" charset="0"/>
                <a:sym typeface="+mn-ea"/>
              </a:rPr>
              <a:t>Path Founded</a:t>
            </a:r>
            <a:endParaRPr lang="en-US" altLang="zh-CN" sz="1400" dirty="0" err="1"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220" name="矩形: 圆角 691"/>
          <p:cNvSpPr/>
          <p:nvPr/>
        </p:nvSpPr>
        <p:spPr>
          <a:xfrm>
            <a:off x="338455" y="6646545"/>
            <a:ext cx="762635" cy="281940"/>
          </a:xfrm>
          <a:prstGeom prst="roundRect">
            <a:avLst/>
          </a:prstGeom>
          <a:solidFill>
            <a:srgbClr val="C5E0B4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20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SP</a:t>
            </a:r>
            <a:endParaRPr lang="en-US" altLang="zh-CN" sz="1200" dirty="0">
              <a:solidFill>
                <a:sysClr val="windowText" lastClr="000000"/>
              </a:solidFill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221" name="矩形: 圆角 691"/>
          <p:cNvSpPr/>
          <p:nvPr/>
        </p:nvSpPr>
        <p:spPr>
          <a:xfrm>
            <a:off x="2704465" y="6646545"/>
            <a:ext cx="762635" cy="281940"/>
          </a:xfrm>
          <a:prstGeom prst="roundRect">
            <a:avLst/>
          </a:prstGeom>
          <a:solidFill>
            <a:srgbClr val="FFD966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PF</a:t>
            </a:r>
            <a:endParaRPr lang="en-US" altLang="zh-CN" sz="1200" dirty="0">
              <a:solidFill>
                <a:sysClr val="windowText" lastClr="000000"/>
              </a:solidFill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224" name="流程图: 或者 223"/>
          <p:cNvSpPr/>
          <p:nvPr/>
        </p:nvSpPr>
        <p:spPr>
          <a:xfrm>
            <a:off x="4841875" y="6646545"/>
            <a:ext cx="238760" cy="231140"/>
          </a:xfrm>
          <a:prstGeom prst="flowChartOr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6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225" name="文本框 224"/>
          <p:cNvSpPr txBox="1"/>
          <p:nvPr/>
        </p:nvSpPr>
        <p:spPr>
          <a:xfrm>
            <a:off x="5080635" y="6646545"/>
            <a:ext cx="90995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charset="0"/>
                <a:cs typeface="Times New Roman" panose="02020603050405020304" charset="0"/>
              </a:rPr>
              <a:t>Addition</a:t>
            </a:r>
            <a:endParaRPr lang="en-US" altLang="zh-CN" sz="1400" dirty="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226" name="文本框 225"/>
          <p:cNvSpPr txBox="1"/>
          <p:nvPr/>
        </p:nvSpPr>
        <p:spPr>
          <a:xfrm>
            <a:off x="6265545" y="6646545"/>
            <a:ext cx="99949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buClrTx/>
              <a:buSzTx/>
              <a:buFontTx/>
            </a:pPr>
            <a:r>
              <a:rPr lang="en-US" altLang="zh-CN" sz="1400" dirty="0">
                <a:latin typeface="Times New Roman" panose="02020603050405020304" charset="0"/>
                <a:cs typeface="Times New Roman" panose="02020603050405020304" charset="0"/>
              </a:rPr>
              <a:t>Judgement</a:t>
            </a:r>
            <a:endParaRPr lang="en-US" altLang="zh-CN" sz="1400" dirty="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227" name="流程图: 汇总连接 226"/>
          <p:cNvSpPr/>
          <p:nvPr/>
        </p:nvSpPr>
        <p:spPr>
          <a:xfrm>
            <a:off x="6028690" y="6646545"/>
            <a:ext cx="236855" cy="229235"/>
          </a:xfrm>
          <a:prstGeom prst="flowChartSummingJunction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115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4" name="矩形: 圆角 30"/>
          <p:cNvSpPr/>
          <p:nvPr/>
        </p:nvSpPr>
        <p:spPr>
          <a:xfrm rot="5400000">
            <a:off x="3352800" y="3256280"/>
            <a:ext cx="338455" cy="833755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vert270" rtlCol="0" anchor="ctr"/>
          <a:p>
            <a:pPr algn="ctr">
              <a:buClrTx/>
              <a:buSzTx/>
              <a:buFontTx/>
            </a:pPr>
            <a:r>
              <a:rPr lang="en-US" altLang="zh-CN" sz="117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PF</a:t>
            </a:r>
            <a:endParaRPr lang="en-US" altLang="zh-CN" sz="1170" dirty="0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cxnSp>
        <p:nvCxnSpPr>
          <p:cNvPr id="5" name="直接箭头连接符 4"/>
          <p:cNvCxnSpPr/>
          <p:nvPr/>
        </p:nvCxnSpPr>
        <p:spPr>
          <a:xfrm flipH="1">
            <a:off x="8366760" y="4890770"/>
            <a:ext cx="635" cy="34036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直接箭头连接符 6"/>
          <p:cNvCxnSpPr/>
          <p:nvPr/>
        </p:nvCxnSpPr>
        <p:spPr>
          <a:xfrm>
            <a:off x="7343775" y="822325"/>
            <a:ext cx="4445" cy="52895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文本框 7"/>
          <p:cNvSpPr txBox="1"/>
          <p:nvPr/>
        </p:nvSpPr>
        <p:spPr>
          <a:xfrm>
            <a:off x="1082040" y="6224905"/>
            <a:ext cx="366395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1400" dirty="0" err="1">
                <a:latin typeface="Times New Roman" panose="02020603050405020304" charset="0"/>
                <a:cs typeface="Times New Roman" panose="02020603050405020304" charset="0"/>
              </a:rPr>
              <a:t>Adaptive Dual-Ellipsoid Constrained Sampling</a:t>
            </a:r>
            <a:endParaRPr lang="en-US" altLang="zh-CN" sz="1400" dirty="0" err="1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9" name="矩形: 圆角 691"/>
          <p:cNvSpPr/>
          <p:nvPr/>
        </p:nvSpPr>
        <p:spPr>
          <a:xfrm>
            <a:off x="338455" y="6249670"/>
            <a:ext cx="762635" cy="281940"/>
          </a:xfrm>
          <a:prstGeom prst="roundRect">
            <a:avLst/>
          </a:prstGeom>
          <a:solidFill>
            <a:srgbClr val="BBDDDF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ADCS</a:t>
            </a:r>
            <a:endParaRPr lang="en-US" altLang="zh-CN" sz="1200" dirty="0">
              <a:solidFill>
                <a:sysClr val="windowText" lastClr="000000"/>
              </a:solidFill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21" name="文本框 20"/>
          <p:cNvSpPr txBox="1"/>
          <p:nvPr/>
        </p:nvSpPr>
        <p:spPr>
          <a:xfrm>
            <a:off x="287020" y="5231130"/>
            <a:ext cx="1835150" cy="30670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CN" sz="1400" dirty="0" err="1">
                <a:latin typeface="Times New Roman" panose="02020603050405020304" charset="0"/>
                <a:cs typeface="Times New Roman" panose="02020603050405020304" charset="0"/>
              </a:rPr>
              <a:t>(A)PID</a:t>
            </a:r>
            <a:endParaRPr lang="en-US" altLang="zh-CN" sz="1400" dirty="0" err="1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63" name="文本框 62"/>
          <p:cNvSpPr txBox="1"/>
          <p:nvPr/>
        </p:nvSpPr>
        <p:spPr>
          <a:xfrm>
            <a:off x="5035550" y="5824855"/>
            <a:ext cx="4768215" cy="4864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CN" sz="1400" dirty="0" err="1">
                <a:latin typeface="Times New Roman" panose="02020603050405020304" charset="0"/>
                <a:cs typeface="Times New Roman" panose="02020603050405020304" charset="0"/>
              </a:rPr>
              <a:t>(C)</a:t>
            </a:r>
            <a:r>
              <a:rPr lang="en-US" altLang="zh-CN" sz="1400" dirty="0" err="1">
                <a:latin typeface="Times New Roman" panose="02020603050405020304" charset="0"/>
                <a:cs typeface="Times New Roman" panose="02020603050405020304" charset="0"/>
                <a:sym typeface="+mn-ea"/>
              </a:rPr>
              <a:t>ADCS</a:t>
            </a:r>
            <a:endParaRPr lang="en-US" altLang="zh-CN" sz="1400" dirty="0" err="1">
              <a:latin typeface="Times New Roman" panose="02020603050405020304" charset="0"/>
              <a:cs typeface="Times New Roman" panose="02020603050405020304" charset="0"/>
            </a:endParaRPr>
          </a:p>
          <a:p>
            <a:pPr algn="ctr"/>
            <a:endParaRPr lang="en-US" altLang="zh-CN" sz="1170" dirty="0"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79" name="文本框 78"/>
          <p:cNvSpPr txBox="1"/>
          <p:nvPr/>
        </p:nvSpPr>
        <p:spPr>
          <a:xfrm>
            <a:off x="2734945" y="4434840"/>
            <a:ext cx="1583690" cy="30670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CN" sz="1400" dirty="0" err="1">
                <a:latin typeface="Times New Roman" panose="02020603050405020304" charset="0"/>
                <a:cs typeface="Times New Roman" panose="02020603050405020304" charset="0"/>
              </a:rPr>
              <a:t>(B)SC-RRT</a:t>
            </a:r>
            <a:endParaRPr lang="en-US" altLang="zh-CN" sz="1400" dirty="0" err="1">
              <a:latin typeface="Times New Roman" panose="02020603050405020304" charset="0"/>
              <a:cs typeface="Times New Roman" panose="02020603050405020304" charset="0"/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107.8,&quot;left&quot;:198,&quot;top&quot;:101.5,&quot;width&quot;:385.4}"/>
</p:tagLst>
</file>

<file path=ppt/tags/tag2.xml><?xml version="1.0" encoding="utf-8"?>
<p:tagLst xmlns:p="http://schemas.openxmlformats.org/presentationml/2006/main">
  <p:tag name="KSO_WM_DIAGRAM_VIRTUALLY_FRAME" val="{&quot;height&quot;:107.8,&quot;left&quot;:198,&quot;top&quot;:101.5,&quot;width&quot;:385.4}"/>
</p:tagLst>
</file>

<file path=ppt/tags/tag3.xml><?xml version="1.0" encoding="utf-8"?>
<p:tagLst xmlns:p="http://schemas.openxmlformats.org/presentationml/2006/main">
  <p:tag name="KSO_WM_DIAGRAM_VIRTUALLY_FRAME" val="{&quot;height&quot;:107.8,&quot;left&quot;:198,&quot;top&quot;:101.5,&quot;width&quot;:385.4}"/>
</p:tagLst>
</file>

<file path=ppt/tags/tag4.xml><?xml version="1.0" encoding="utf-8"?>
<p:tagLst xmlns:p="http://schemas.openxmlformats.org/presentationml/2006/main">
  <p:tag name="KSO_WM_DIAGRAM_VIRTUALLY_FRAME" val="{&quot;height&quot;:107.8,&quot;left&quot;:198,&quot;top&quot;:101.5,&quot;width&quot;:385.4}"/>
</p:tagLst>
</file>

<file path=ppt/tags/tag5.xml><?xml version="1.0" encoding="utf-8"?>
<p:tagLst xmlns:p="http://schemas.openxmlformats.org/presentationml/2006/main">
  <p:tag name="KSO_WM_DIAGRAM_VIRTUALLY_FRAME" val="{&quot;height&quot;:107.8,&quot;left&quot;:198,&quot;top&quot;:101.5,&quot;width&quot;:385.4}"/>
</p:tagLst>
</file>

<file path=ppt/tags/tag6.xml><?xml version="1.0" encoding="utf-8"?>
<p:tagLst xmlns:p="http://schemas.openxmlformats.org/presentationml/2006/main">
  <p:tag name="KSO_WM_DIAGRAM_VIRTUALLY_FRAME" val="{&quot;height&quot;:107.8,&quot;left&quot;:198,&quot;top&quot;:101.5,&quot;width&quot;:385.4}"/>
</p:tagLst>
</file>

<file path=ppt/tags/tag7.xml><?xml version="1.0" encoding="utf-8"?>
<p:tagLst xmlns:p="http://schemas.openxmlformats.org/presentationml/2006/main">
  <p:tag name="KSO_WM_DIAGRAM_VIRTUALLY_FRAME" val="{&quot;height&quot;:107.8,&quot;left&quot;:198,&quot;top&quot;:101.5,&quot;width&quot;:385.4}"/>
</p:tagLst>
</file>

<file path=ppt/tags/tag8.xml><?xml version="1.0" encoding="utf-8"?>
<p:tagLst xmlns:p="http://schemas.openxmlformats.org/presentationml/2006/main">
  <p:tag name="KSO_WM_DIAGRAM_VIRTUALLY_FRAME" val="{&quot;height&quot;:107.8,&quot;left&quot;:198,&quot;top&quot;:101.5,&quot;width&quot;:385.4}"/>
</p:tagLst>
</file>

<file path=ppt/tags/tag9.xml><?xml version="1.0" encoding="utf-8"?>
<p:tagLst xmlns:p="http://schemas.openxmlformats.org/presentationml/2006/main">
  <p:tag name="KSO_WM_DIAGRAM_VIRTUALLY_FRAME" val="{&quot;height&quot;:107.8,&quot;left&quot;:198,&quot;top&quot;:101.5,&quot;width&quot;:385.4}"/>
</p:tagLst>
</file>

<file path=ppt/tags/tag10.xml><?xml version="1.0" encoding="utf-8"?>
<p:tagLst xmlns:p="http://schemas.openxmlformats.org/presentationml/2006/main">
  <p:tag name="KSO_WM_DIAGRAM_VIRTUALLY_FRAME" val="{&quot;height&quot;:107.8,&quot;left&quot;:198,&quot;top&quot;:101.5,&quot;width&quot;:385.4}"/>
</p:tagLst>
</file>

<file path=ppt/tags/tag11.xml><?xml version="1.0" encoding="utf-8"?>
<p:tagLst xmlns:p="http://schemas.openxmlformats.org/presentationml/2006/main">
  <p:tag name="KSO_WM_DIAGRAM_VIRTUALLY_FRAME" val="{&quot;height&quot;:107.8,&quot;left&quot;:198,&quot;top&quot;:101.5,&quot;width&quot;:385.4}"/>
</p:tagLst>
</file>

<file path=ppt/tags/tag12.xml><?xml version="1.0" encoding="utf-8"?>
<p:tagLst xmlns:p="http://schemas.openxmlformats.org/presentationml/2006/main">
  <p:tag name="KSO_WM_DIAGRAM_VIRTUALLY_FRAME" val="{&quot;height&quot;:107.8,&quot;left&quot;:198,&quot;top&quot;:101.5,&quot;width&quot;:385.4}"/>
</p:tagLst>
</file>

<file path=ppt/tags/tag13.xml><?xml version="1.0" encoding="utf-8"?>
<p:tagLst xmlns:p="http://schemas.openxmlformats.org/presentationml/2006/main">
  <p:tag name="KSO_WM_DIAGRAM_VIRTUALLY_FRAME" val="{&quot;height&quot;:107.8,&quot;left&quot;:198,&quot;top&quot;:101.5,&quot;width&quot;:385.4}"/>
</p:tagLst>
</file>

<file path=ppt/tags/tag14.xml><?xml version="1.0" encoding="utf-8"?>
<p:tagLst xmlns:p="http://schemas.openxmlformats.org/presentationml/2006/main">
  <p:tag name="KSO_WM_DIAGRAM_VIRTUALLY_FRAME" val="{&quot;height&quot;:107.8,&quot;left&quot;:198,&quot;top&quot;:101.5,&quot;width&quot;:385.4}"/>
</p:tagLst>
</file>

<file path=ppt/tags/tag15.xml><?xml version="1.0" encoding="utf-8"?>
<p:tagLst xmlns:p="http://schemas.openxmlformats.org/presentationml/2006/main">
  <p:tag name="KSO_WM_DIAGRAM_VIRTUALLY_FRAME" val="{&quot;height&quot;:107.8,&quot;left&quot;:198,&quot;top&quot;:101.5,&quot;width&quot;:385.4}"/>
</p:tagLst>
</file>

<file path=ppt/tags/tag16.xml><?xml version="1.0" encoding="utf-8"?>
<p:tagLst xmlns:p="http://schemas.openxmlformats.org/presentationml/2006/main">
  <p:tag name="KSO_WM_DIAGRAM_VIRTUALLY_FRAME" val="{&quot;height&quot;:107.8,&quot;left&quot;:198,&quot;top&quot;:101.5,&quot;width&quot;:385.4}"/>
</p:tagLst>
</file>

<file path=ppt/tags/tag17.xml><?xml version="1.0" encoding="utf-8"?>
<p:tagLst xmlns:p="http://schemas.openxmlformats.org/presentationml/2006/main">
  <p:tag name="KSO_WM_DIAGRAM_VIRTUALLY_FRAME" val="{&quot;height&quot;:107.8,&quot;left&quot;:198,&quot;top&quot;:101.5,&quot;width&quot;:385.4}"/>
</p:tagLst>
</file>

<file path=ppt/theme/theme1.xml><?xml version="1.0" encoding="utf-8"?>
<a:theme xmlns:a="http://schemas.openxmlformats.org/drawingml/2006/main" name="Office 主题​​">
  <a:themeElements>
    <a:clrScheme name="Office 主题​​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主题​​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3010</Words>
  <Application>WPS 演示</Application>
  <PresentationFormat>自定义</PresentationFormat>
  <Paragraphs>801</Paragraphs>
  <Slides>14</Slides>
  <Notes>0</Notes>
  <HiddenSlides>0</HiddenSlides>
  <MMClips>0</MMClips>
  <ScaleCrop>false</ScaleCrop>
  <HeadingPairs>
    <vt:vector size="8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嵌入 OLE 服务器</vt:lpstr>
      </vt:variant>
      <vt:variant>
        <vt:i4>6</vt:i4>
      </vt:variant>
      <vt:variant>
        <vt:lpstr>幻灯片标题</vt:lpstr>
      </vt:variant>
      <vt:variant>
        <vt:i4>14</vt:i4>
      </vt:variant>
    </vt:vector>
  </HeadingPairs>
  <TitlesOfParts>
    <vt:vector size="32" baseType="lpstr">
      <vt:lpstr>Arial</vt:lpstr>
      <vt:lpstr>宋体</vt:lpstr>
      <vt:lpstr>Wingdings</vt:lpstr>
      <vt:lpstr>微软雅黑</vt:lpstr>
      <vt:lpstr>Cambria Math</vt:lpstr>
      <vt:lpstr>Times New Roman</vt:lpstr>
      <vt:lpstr>Calibri</vt:lpstr>
      <vt:lpstr>Arial Unicode MS</vt:lpstr>
      <vt:lpstr>等线 Light</vt:lpstr>
      <vt:lpstr>Calibri Light</vt:lpstr>
      <vt:lpstr>等线</vt:lpstr>
      <vt:lpstr>Office 主题​​</vt:lpstr>
      <vt:lpstr>Equation.KSEE3</vt:lpstr>
      <vt:lpstr>Equation.KSEE3</vt:lpstr>
      <vt:lpstr>Equation.KSEE3</vt:lpstr>
      <vt:lpstr>Equation.KSEE3</vt:lpstr>
      <vt:lpstr>Equation.KSEE3</vt:lpstr>
      <vt:lpstr>Equation.KSEE3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穴位识别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jikang chen</dc:creator>
  <cp:lastModifiedBy>五五</cp:lastModifiedBy>
  <cp:revision>203</cp:revision>
  <dcterms:created xsi:type="dcterms:W3CDTF">2026-01-29T09:02:00Z</dcterms:created>
  <dcterms:modified xsi:type="dcterms:W3CDTF">2026-06-29T15:48:05Z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DD18A00B14BF417DA4C5EDC2AFC8D13D_13</vt:lpwstr>
  </property>
  <property fmtid="{D5CDD505-2E9C-101B-9397-08002B2CF9AE}" pid="3" name="KSOProductBuildVer">
    <vt:lpwstr>2052-12.1.0.26895</vt:lpwstr>
  </property>
</Properties>
</file>